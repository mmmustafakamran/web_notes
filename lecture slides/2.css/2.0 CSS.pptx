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jph4tBmC5YkZN9m4ZOMQFiyi6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E9B83D-2697-4BA9-84F2-07B773A8F70F}" v="1" dt="2023-02-08T07:12:20.110"/>
  </p1510:revLst>
</p1510:revInfo>
</file>

<file path=ppt/tableStyles.xml><?xml version="1.0" encoding="utf-8"?>
<a:tblStyleLst xmlns:a="http://schemas.openxmlformats.org/drawingml/2006/main" def="{1A8DAD6F-0B18-4942-8E70-865F1C829E8E}">
  <a:tblStyle styleId="{1A8DAD6F-0B18-4942-8E70-865F1C829E8E}" styleName="Table_0">
    <a:wholeTbl>
      <a:tcTxStyle b="off" i="off">
        <a:font>
          <a:latin typeface="Noto Sans"/>
          <a:ea typeface="Noto Sans"/>
          <a:cs typeface="Noto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BEC"/>
          </a:solidFill>
        </a:fill>
      </a:tcStyle>
    </a:wholeTbl>
    <a:band1H>
      <a:tcTxStyle b="off" i="off"/>
      <a:tcStyle>
        <a:tcBdr/>
        <a:fill>
          <a:solidFill>
            <a:srgbClr val="CAF6D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F6D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3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f Muhammad" userId="6b0af2cb-2f76-400b-94d9-178b55ef4f85" providerId="ADAL" clId="{EBE9B83D-2697-4BA9-84F2-07B773A8F70F}"/>
    <pc:docChg chg="custSel delSld modSld modMainMaster">
      <pc:chgData name="Asif Muhammad" userId="6b0af2cb-2f76-400b-94d9-178b55ef4f85" providerId="ADAL" clId="{EBE9B83D-2697-4BA9-84F2-07B773A8F70F}" dt="2023-02-08T07:20:31.733" v="74" actId="122"/>
      <pc:docMkLst>
        <pc:docMk/>
      </pc:docMkLst>
      <pc:sldChg chg="addSp delSp modSp mod">
        <pc:chgData name="Asif Muhammad" userId="6b0af2cb-2f76-400b-94d9-178b55ef4f85" providerId="ADAL" clId="{EBE9B83D-2697-4BA9-84F2-07B773A8F70F}" dt="2023-02-08T07:13:33.737" v="48" actId="6549"/>
        <pc:sldMkLst>
          <pc:docMk/>
          <pc:sldMk cId="0" sldId="256"/>
        </pc:sldMkLst>
        <pc:spChg chg="add mod">
          <ac:chgData name="Asif Muhammad" userId="6b0af2cb-2f76-400b-94d9-178b55ef4f85" providerId="ADAL" clId="{EBE9B83D-2697-4BA9-84F2-07B773A8F70F}" dt="2023-02-08T07:13:15.671" v="37" actId="478"/>
          <ac:spMkLst>
            <pc:docMk/>
            <pc:sldMk cId="0" sldId="256"/>
            <ac:spMk id="3" creationId="{ECB54ED3-D68C-567C-FF3D-40475E4CCA57}"/>
          </ac:spMkLst>
        </pc:spChg>
        <pc:spChg chg="mod">
          <ac:chgData name="Asif Muhammad" userId="6b0af2cb-2f76-400b-94d9-178b55ef4f85" providerId="ADAL" clId="{EBE9B83D-2697-4BA9-84F2-07B773A8F70F}" dt="2023-02-08T07:13:33.737" v="48" actId="6549"/>
          <ac:spMkLst>
            <pc:docMk/>
            <pc:sldMk cId="0" sldId="256"/>
            <ac:spMk id="150" creationId="{00000000-0000-0000-0000-000000000000}"/>
          </ac:spMkLst>
        </pc:spChg>
        <pc:spChg chg="del mod">
          <ac:chgData name="Asif Muhammad" userId="6b0af2cb-2f76-400b-94d9-178b55ef4f85" providerId="ADAL" clId="{EBE9B83D-2697-4BA9-84F2-07B773A8F70F}" dt="2023-02-08T07:13:15.671" v="37" actId="478"/>
          <ac:spMkLst>
            <pc:docMk/>
            <pc:sldMk cId="0" sldId="256"/>
            <ac:spMk id="151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56"/>
            <ac:spMk id="152" creationId="{00000000-0000-0000-0000-000000000000}"/>
          </ac:spMkLst>
        </pc:spChg>
      </pc:sldChg>
      <pc:sldChg chg="modSp del">
        <pc:chgData name="Asif Muhammad" userId="6b0af2cb-2f76-400b-94d9-178b55ef4f85" providerId="ADAL" clId="{EBE9B83D-2697-4BA9-84F2-07B773A8F70F}" dt="2023-02-08T07:12:41.421" v="2" actId="47"/>
        <pc:sldMkLst>
          <pc:docMk/>
          <pc:sldMk cId="0" sldId="257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57"/>
            <ac:spMk id="157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57"/>
            <ac:spMk id="158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57"/>
            <ac:spMk id="159" creationId="{00000000-0000-0000-0000-000000000000}"/>
          </ac:spMkLst>
        </pc:spChg>
      </pc:sldChg>
      <pc:sldChg chg="modSp mod">
        <pc:chgData name="Asif Muhammad" userId="6b0af2cb-2f76-400b-94d9-178b55ef4f85" providerId="ADAL" clId="{EBE9B83D-2697-4BA9-84F2-07B773A8F70F}" dt="2023-02-08T07:12:20.249" v="1" actId="27636"/>
        <pc:sldMkLst>
          <pc:docMk/>
          <pc:sldMk cId="0" sldId="258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58"/>
            <ac:spMk id="164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249" v="1" actId="27636"/>
          <ac:spMkLst>
            <pc:docMk/>
            <pc:sldMk cId="0" sldId="258"/>
            <ac:spMk id="165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58"/>
            <ac:spMk id="166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58"/>
            <ac:spMk id="167" creationId="{00000000-0000-0000-0000-000000000000}"/>
          </ac:spMkLst>
        </pc:sp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59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59"/>
            <ac:spMk id="172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59"/>
            <ac:spMk id="173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59"/>
            <ac:spMk id="174" creationId="{00000000-0000-0000-0000-000000000000}"/>
          </ac:spMkLst>
        </pc:sp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60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0"/>
            <ac:spMk id="180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0"/>
            <ac:spMk id="181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0"/>
            <ac:spMk id="182" creationId="{00000000-0000-0000-0000-000000000000}"/>
          </ac:spMkLst>
        </pc:spChg>
      </pc:sldChg>
      <pc:sldChg chg="modSp del">
        <pc:chgData name="Asif Muhammad" userId="6b0af2cb-2f76-400b-94d9-178b55ef4f85" providerId="ADAL" clId="{EBE9B83D-2697-4BA9-84F2-07B773A8F70F}" dt="2023-02-08T07:13:50.314" v="49" actId="47"/>
        <pc:sldMkLst>
          <pc:docMk/>
          <pc:sldMk cId="0" sldId="261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1"/>
            <ac:spMk id="188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1"/>
            <ac:spMk id="189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1"/>
            <ac:spMk id="190" creationId="{00000000-0000-0000-0000-000000000000}"/>
          </ac:spMkLst>
        </pc:spChg>
      </pc:sldChg>
      <pc:sldChg chg="modSp mod">
        <pc:chgData name="Asif Muhammad" userId="6b0af2cb-2f76-400b-94d9-178b55ef4f85" providerId="ADAL" clId="{EBE9B83D-2697-4BA9-84F2-07B773A8F70F}" dt="2023-02-08T07:15:39.789" v="59" actId="403"/>
        <pc:sldMkLst>
          <pc:docMk/>
          <pc:sldMk cId="0" sldId="262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2"/>
            <ac:spMk id="195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2"/>
            <ac:spMk id="196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2"/>
            <ac:spMk id="197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5:32.262" v="56" actId="404"/>
          <ac:spMkLst>
            <pc:docMk/>
            <pc:sldMk cId="0" sldId="262"/>
            <ac:spMk id="199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5:39.789" v="59" actId="403"/>
          <ac:spMkLst>
            <pc:docMk/>
            <pc:sldMk cId="0" sldId="262"/>
            <ac:spMk id="200" creationId="{00000000-0000-0000-0000-000000000000}"/>
          </ac:spMkLst>
        </pc:sp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63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3"/>
            <ac:spMk id="206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3"/>
            <ac:spMk id="207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3"/>
            <ac:spMk id="208" creationId="{00000000-0000-0000-0000-000000000000}"/>
          </ac:spMkLst>
        </pc:sp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64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4"/>
            <ac:spMk id="215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4"/>
            <ac:spMk id="216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4"/>
            <ac:spMk id="217" creationId="{00000000-0000-0000-0000-000000000000}"/>
          </ac:spMkLst>
        </pc:spChg>
      </pc:sldChg>
      <pc:sldChg chg="modSp mod">
        <pc:chgData name="Asif Muhammad" userId="6b0af2cb-2f76-400b-94d9-178b55ef4f85" providerId="ADAL" clId="{EBE9B83D-2697-4BA9-84F2-07B773A8F70F}" dt="2023-02-08T07:16:48.702" v="60" actId="1076"/>
        <pc:sldMkLst>
          <pc:docMk/>
          <pc:sldMk cId="0" sldId="265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5"/>
            <ac:spMk id="225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5"/>
            <ac:spMk id="226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5"/>
            <ac:spMk id="227" creationId="{00000000-0000-0000-0000-000000000000}"/>
          </ac:spMkLst>
        </pc:spChg>
        <pc:picChg chg="mod">
          <ac:chgData name="Asif Muhammad" userId="6b0af2cb-2f76-400b-94d9-178b55ef4f85" providerId="ADAL" clId="{EBE9B83D-2697-4BA9-84F2-07B773A8F70F}" dt="2023-02-08T07:16:48.702" v="60" actId="1076"/>
          <ac:picMkLst>
            <pc:docMk/>
            <pc:sldMk cId="0" sldId="265"/>
            <ac:picMk id="229" creationId="{00000000-0000-0000-0000-000000000000}"/>
          </ac:picMkLst>
        </pc:pic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66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6"/>
            <ac:spMk id="235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6"/>
            <ac:spMk id="236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6"/>
            <ac:spMk id="237" creationId="{00000000-0000-0000-0000-000000000000}"/>
          </ac:spMkLst>
        </pc:sp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67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7"/>
            <ac:spMk id="244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7"/>
            <ac:spMk id="245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7"/>
            <ac:spMk id="246" creationId="{00000000-0000-0000-0000-000000000000}"/>
          </ac:spMkLst>
        </pc:spChg>
      </pc:sldChg>
      <pc:sldChg chg="modSp mod">
        <pc:chgData name="Asif Muhammad" userId="6b0af2cb-2f76-400b-94d9-178b55ef4f85" providerId="ADAL" clId="{EBE9B83D-2697-4BA9-84F2-07B773A8F70F}" dt="2023-02-08T07:17:21.916" v="61" actId="1076"/>
        <pc:sldMkLst>
          <pc:docMk/>
          <pc:sldMk cId="0" sldId="268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8"/>
            <ac:spMk id="253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8"/>
            <ac:spMk id="254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8"/>
            <ac:spMk id="255" creationId="{00000000-0000-0000-0000-000000000000}"/>
          </ac:spMkLst>
        </pc:spChg>
        <pc:picChg chg="mod">
          <ac:chgData name="Asif Muhammad" userId="6b0af2cb-2f76-400b-94d9-178b55ef4f85" providerId="ADAL" clId="{EBE9B83D-2697-4BA9-84F2-07B773A8F70F}" dt="2023-02-08T07:17:21.916" v="61" actId="1076"/>
          <ac:picMkLst>
            <pc:docMk/>
            <pc:sldMk cId="0" sldId="268"/>
            <ac:picMk id="257" creationId="{00000000-0000-0000-0000-000000000000}"/>
          </ac:picMkLst>
        </pc:pic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69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9"/>
            <ac:spMk id="262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9"/>
            <ac:spMk id="263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69"/>
            <ac:spMk id="264" creationId="{00000000-0000-0000-0000-000000000000}"/>
          </ac:spMkLst>
        </pc:sp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70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0"/>
            <ac:spMk id="271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0"/>
            <ac:spMk id="272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0"/>
            <ac:spMk id="273" creationId="{00000000-0000-0000-0000-000000000000}"/>
          </ac:spMkLst>
        </pc:sp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71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1"/>
            <ac:spMk id="280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1"/>
            <ac:spMk id="281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1"/>
            <ac:spMk id="282" creationId="{00000000-0000-0000-0000-000000000000}"/>
          </ac:spMkLst>
        </pc:sp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72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2"/>
            <ac:spMk id="289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2"/>
            <ac:spMk id="290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2"/>
            <ac:spMk id="291" creationId="{00000000-0000-0000-0000-000000000000}"/>
          </ac:spMkLst>
        </pc:sp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73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3"/>
            <ac:spMk id="298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3"/>
            <ac:spMk id="300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3"/>
            <ac:spMk id="301" creationId="{00000000-0000-0000-0000-000000000000}"/>
          </ac:spMkLst>
        </pc:sp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74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4"/>
            <ac:spMk id="308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4"/>
            <ac:spMk id="310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4"/>
            <ac:spMk id="311" creationId="{00000000-0000-0000-0000-000000000000}"/>
          </ac:spMkLst>
        </pc:sp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75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5"/>
            <ac:spMk id="318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5"/>
            <ac:spMk id="320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5"/>
            <ac:spMk id="321" creationId="{00000000-0000-0000-0000-000000000000}"/>
          </ac:spMkLst>
        </pc:spChg>
      </pc:sldChg>
      <pc:sldChg chg="modSp">
        <pc:chgData name="Asif Muhammad" userId="6b0af2cb-2f76-400b-94d9-178b55ef4f85" providerId="ADAL" clId="{EBE9B83D-2697-4BA9-84F2-07B773A8F70F}" dt="2023-02-08T07:12:20.110" v="0"/>
        <pc:sldMkLst>
          <pc:docMk/>
          <pc:sldMk cId="0" sldId="276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6"/>
            <ac:spMk id="327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6"/>
            <ac:spMk id="329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6"/>
            <ac:spMk id="330" creationId="{00000000-0000-0000-0000-000000000000}"/>
          </ac:spMkLst>
        </pc:spChg>
      </pc:sldChg>
      <pc:sldChg chg="modSp mod">
        <pc:chgData name="Asif Muhammad" userId="6b0af2cb-2f76-400b-94d9-178b55ef4f85" providerId="ADAL" clId="{EBE9B83D-2697-4BA9-84F2-07B773A8F70F}" dt="2023-02-08T07:20:31.733" v="74" actId="122"/>
        <pc:sldMkLst>
          <pc:docMk/>
          <pc:sldMk cId="0" sldId="277"/>
        </pc:sldMkLst>
        <pc:spChg chg="mod">
          <ac:chgData name="Asif Muhammad" userId="6b0af2cb-2f76-400b-94d9-178b55ef4f85" providerId="ADAL" clId="{EBE9B83D-2697-4BA9-84F2-07B773A8F70F}" dt="2023-02-08T07:20:31.733" v="74" actId="122"/>
          <ac:spMkLst>
            <pc:docMk/>
            <pc:sldMk cId="0" sldId="277"/>
            <ac:spMk id="336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7"/>
            <ac:spMk id="337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7"/>
            <ac:spMk id="338" creationId="{00000000-0000-0000-0000-000000000000}"/>
          </ac:spMkLst>
        </pc:spChg>
      </pc:sldChg>
      <pc:sldChg chg="modSp del">
        <pc:chgData name="Asif Muhammad" userId="6b0af2cb-2f76-400b-94d9-178b55ef4f85" providerId="ADAL" clId="{EBE9B83D-2697-4BA9-84F2-07B773A8F70F}" dt="2023-02-08T07:20:18.415" v="62" actId="47"/>
        <pc:sldMkLst>
          <pc:docMk/>
          <pc:sldMk cId="0" sldId="278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8"/>
            <ac:spMk id="343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8"/>
            <ac:spMk id="344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8"/>
            <ac:spMk id="345" creationId="{00000000-0000-0000-0000-000000000000}"/>
          </ac:spMkLst>
        </pc:spChg>
      </pc:sldChg>
      <pc:sldChg chg="modSp del">
        <pc:chgData name="Asif Muhammad" userId="6b0af2cb-2f76-400b-94d9-178b55ef4f85" providerId="ADAL" clId="{EBE9B83D-2697-4BA9-84F2-07B773A8F70F}" dt="2023-02-08T07:20:18.415" v="62" actId="47"/>
        <pc:sldMkLst>
          <pc:docMk/>
          <pc:sldMk cId="0" sldId="279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9"/>
            <ac:spMk id="350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9"/>
            <ac:spMk id="351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9"/>
            <ac:spMk id="352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9"/>
            <ac:spMk id="353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79"/>
            <ac:spMk id="354" creationId="{00000000-0000-0000-0000-000000000000}"/>
          </ac:spMkLst>
        </pc:spChg>
      </pc:sldChg>
      <pc:sldChg chg="modSp del">
        <pc:chgData name="Asif Muhammad" userId="6b0af2cb-2f76-400b-94d9-178b55ef4f85" providerId="ADAL" clId="{EBE9B83D-2697-4BA9-84F2-07B773A8F70F}" dt="2023-02-08T07:20:18.415" v="62" actId="47"/>
        <pc:sldMkLst>
          <pc:docMk/>
          <pc:sldMk cId="0" sldId="280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0"/>
            <ac:spMk id="359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0"/>
            <ac:spMk id="360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0"/>
            <ac:spMk id="361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0"/>
            <ac:spMk id="362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0"/>
            <ac:spMk id="363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0"/>
            <ac:spMk id="364" creationId="{00000000-0000-0000-0000-000000000000}"/>
          </ac:spMkLst>
        </pc:spChg>
      </pc:sldChg>
      <pc:sldChg chg="modSp del">
        <pc:chgData name="Asif Muhammad" userId="6b0af2cb-2f76-400b-94d9-178b55ef4f85" providerId="ADAL" clId="{EBE9B83D-2697-4BA9-84F2-07B773A8F70F}" dt="2023-02-08T07:20:18.415" v="62" actId="47"/>
        <pc:sldMkLst>
          <pc:docMk/>
          <pc:sldMk cId="0" sldId="281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1"/>
            <ac:spMk id="369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1"/>
            <ac:spMk id="370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1"/>
            <ac:spMk id="371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1"/>
            <ac:spMk id="372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1"/>
            <ac:spMk id="373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1"/>
            <ac:spMk id="374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1"/>
            <ac:spMk id="375" creationId="{00000000-0000-0000-0000-000000000000}"/>
          </ac:spMkLst>
        </pc:spChg>
      </pc:sldChg>
      <pc:sldChg chg="modSp del">
        <pc:chgData name="Asif Muhammad" userId="6b0af2cb-2f76-400b-94d9-178b55ef4f85" providerId="ADAL" clId="{EBE9B83D-2697-4BA9-84F2-07B773A8F70F}" dt="2023-02-08T07:20:18.415" v="62" actId="47"/>
        <pc:sldMkLst>
          <pc:docMk/>
          <pc:sldMk cId="0" sldId="282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2"/>
            <ac:spMk id="380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2"/>
            <ac:spMk id="381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2"/>
            <ac:spMk id="382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2"/>
            <ac:spMk id="383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2"/>
            <ac:spMk id="384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2"/>
            <ac:spMk id="385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2"/>
            <ac:spMk id="386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2"/>
            <ac:spMk id="387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2"/>
            <ac:spMk id="388" creationId="{00000000-0000-0000-0000-000000000000}"/>
          </ac:spMkLst>
        </pc:spChg>
      </pc:sldChg>
      <pc:sldChg chg="modSp del">
        <pc:chgData name="Asif Muhammad" userId="6b0af2cb-2f76-400b-94d9-178b55ef4f85" providerId="ADAL" clId="{EBE9B83D-2697-4BA9-84F2-07B773A8F70F}" dt="2023-02-08T07:20:18.415" v="62" actId="47"/>
        <pc:sldMkLst>
          <pc:docMk/>
          <pc:sldMk cId="0" sldId="283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3"/>
            <ac:spMk id="393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3"/>
            <ac:spMk id="394" creationId="{00000000-0000-0000-0000-000000000000}"/>
          </ac:spMkLst>
        </pc:spChg>
      </pc:sldChg>
      <pc:sldChg chg="modSp del">
        <pc:chgData name="Asif Muhammad" userId="6b0af2cb-2f76-400b-94d9-178b55ef4f85" providerId="ADAL" clId="{EBE9B83D-2697-4BA9-84F2-07B773A8F70F}" dt="2023-02-08T07:20:18.415" v="62" actId="47"/>
        <pc:sldMkLst>
          <pc:docMk/>
          <pc:sldMk cId="0" sldId="284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4"/>
            <ac:spMk id="400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4"/>
            <ac:spMk id="401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4"/>
            <ac:spMk id="402" creationId="{00000000-0000-0000-0000-000000000000}"/>
          </ac:spMkLst>
        </pc:spChg>
      </pc:sldChg>
      <pc:sldChg chg="modSp del">
        <pc:chgData name="Asif Muhammad" userId="6b0af2cb-2f76-400b-94d9-178b55ef4f85" providerId="ADAL" clId="{EBE9B83D-2697-4BA9-84F2-07B773A8F70F}" dt="2023-02-08T07:20:18.415" v="62" actId="47"/>
        <pc:sldMkLst>
          <pc:docMk/>
          <pc:sldMk cId="0" sldId="285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5"/>
            <ac:spMk id="408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5"/>
            <ac:spMk id="409" creationId="{00000000-0000-0000-0000-000000000000}"/>
          </ac:spMkLst>
        </pc:spChg>
      </pc:sldChg>
      <pc:sldChg chg="modSp del">
        <pc:chgData name="Asif Muhammad" userId="6b0af2cb-2f76-400b-94d9-178b55ef4f85" providerId="ADAL" clId="{EBE9B83D-2697-4BA9-84F2-07B773A8F70F}" dt="2023-02-08T07:20:18.415" v="62" actId="47"/>
        <pc:sldMkLst>
          <pc:docMk/>
          <pc:sldMk cId="0" sldId="286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6"/>
            <ac:spMk id="414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6"/>
            <ac:spMk id="431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6"/>
            <ac:spMk id="432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6"/>
            <ac:spMk id="433" creationId="{00000000-0000-0000-0000-000000000000}"/>
          </ac:spMkLst>
        </pc:spChg>
      </pc:sldChg>
      <pc:sldChg chg="modSp del">
        <pc:chgData name="Asif Muhammad" userId="6b0af2cb-2f76-400b-94d9-178b55ef4f85" providerId="ADAL" clId="{EBE9B83D-2697-4BA9-84F2-07B773A8F70F}" dt="2023-02-08T07:20:18.415" v="62" actId="47"/>
        <pc:sldMkLst>
          <pc:docMk/>
          <pc:sldMk cId="0" sldId="287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7"/>
            <ac:spMk id="439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7"/>
            <ac:spMk id="440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7"/>
            <ac:spMk id="441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7"/>
            <ac:spMk id="442" creationId="{00000000-0000-0000-0000-000000000000}"/>
          </ac:spMkLst>
        </pc:spChg>
        <pc:picChg chg="mod">
          <ac:chgData name="Asif Muhammad" userId="6b0af2cb-2f76-400b-94d9-178b55ef4f85" providerId="ADAL" clId="{EBE9B83D-2697-4BA9-84F2-07B773A8F70F}" dt="2023-02-08T07:12:20.110" v="0"/>
          <ac:picMkLst>
            <pc:docMk/>
            <pc:sldMk cId="0" sldId="287"/>
            <ac:picMk id="438" creationId="{00000000-0000-0000-0000-000000000000}"/>
          </ac:picMkLst>
        </pc:picChg>
      </pc:sldChg>
      <pc:sldChg chg="modSp del">
        <pc:chgData name="Asif Muhammad" userId="6b0af2cb-2f76-400b-94d9-178b55ef4f85" providerId="ADAL" clId="{EBE9B83D-2697-4BA9-84F2-07B773A8F70F}" dt="2023-02-08T07:20:18.415" v="62" actId="47"/>
        <pc:sldMkLst>
          <pc:docMk/>
          <pc:sldMk cId="0" sldId="288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8"/>
            <ac:spMk id="448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8"/>
            <ac:spMk id="449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8"/>
            <ac:spMk id="450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8"/>
            <ac:spMk id="451" creationId="{00000000-0000-0000-0000-000000000000}"/>
          </ac:spMkLst>
        </pc:spChg>
        <pc:picChg chg="mod">
          <ac:chgData name="Asif Muhammad" userId="6b0af2cb-2f76-400b-94d9-178b55ef4f85" providerId="ADAL" clId="{EBE9B83D-2697-4BA9-84F2-07B773A8F70F}" dt="2023-02-08T07:12:20.110" v="0"/>
          <ac:picMkLst>
            <pc:docMk/>
            <pc:sldMk cId="0" sldId="288"/>
            <ac:picMk id="447" creationId="{00000000-0000-0000-0000-000000000000}"/>
          </ac:picMkLst>
        </pc:picChg>
      </pc:sldChg>
      <pc:sldChg chg="modSp del">
        <pc:chgData name="Asif Muhammad" userId="6b0af2cb-2f76-400b-94d9-178b55ef4f85" providerId="ADAL" clId="{EBE9B83D-2697-4BA9-84F2-07B773A8F70F}" dt="2023-02-08T07:20:18.415" v="62" actId="47"/>
        <pc:sldMkLst>
          <pc:docMk/>
          <pc:sldMk cId="0" sldId="289"/>
        </pc:sldMkLst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9"/>
            <ac:spMk id="456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9"/>
            <ac:spMk id="457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9"/>
            <ac:spMk id="458" creationId="{00000000-0000-0000-0000-000000000000}"/>
          </ac:spMkLst>
        </pc:spChg>
        <pc:spChg chg="mod">
          <ac:chgData name="Asif Muhammad" userId="6b0af2cb-2f76-400b-94d9-178b55ef4f85" providerId="ADAL" clId="{EBE9B83D-2697-4BA9-84F2-07B773A8F70F}" dt="2023-02-08T07:12:20.110" v="0"/>
          <ac:spMkLst>
            <pc:docMk/>
            <pc:sldMk cId="0" sldId="289"/>
            <ac:spMk id="459" creationId="{00000000-0000-0000-0000-000000000000}"/>
          </ac:spMkLst>
        </pc:spChg>
      </pc:sldChg>
      <pc:sldMasterChg chg="delSldLayout modSldLayout">
        <pc:chgData name="Asif Muhammad" userId="6b0af2cb-2f76-400b-94d9-178b55ef4f85" providerId="ADAL" clId="{EBE9B83D-2697-4BA9-84F2-07B773A8F70F}" dt="2023-02-08T07:20:18.415" v="62" actId="47"/>
        <pc:sldMasterMkLst>
          <pc:docMk/>
          <pc:sldMasterMk cId="1644397198" sldId="2147483667"/>
        </pc:sldMasterMkLst>
        <pc:sldLayoutChg chg="delSp">
          <pc:chgData name="Asif Muhammad" userId="6b0af2cb-2f76-400b-94d9-178b55ef4f85" providerId="ADAL" clId="{EBE9B83D-2697-4BA9-84F2-07B773A8F70F}" dt="2023-02-08T07:12:20.110" v="0"/>
          <pc:sldLayoutMkLst>
            <pc:docMk/>
            <pc:sldMasterMk cId="1644397198" sldId="2147483667"/>
            <pc:sldLayoutMk cId="4096719826" sldId="2147483679"/>
          </pc:sldLayoutMkLst>
          <pc:picChg chg="del">
            <ac:chgData name="Asif Muhammad" userId="6b0af2cb-2f76-400b-94d9-178b55ef4f85" providerId="ADAL" clId="{EBE9B83D-2697-4BA9-84F2-07B773A8F70F}" dt="2023-02-08T07:12:20.110" v="0"/>
            <ac:picMkLst>
              <pc:docMk/>
              <pc:sldMasterMk cId="1644397198" sldId="2147483667"/>
              <pc:sldLayoutMk cId="4096719826" sldId="2147483679"/>
              <ac:picMk id="26" creationId="{00000000-0000-0000-0000-000000000000}"/>
            </ac:picMkLst>
          </pc:picChg>
          <pc:picChg chg="del">
            <ac:chgData name="Asif Muhammad" userId="6b0af2cb-2f76-400b-94d9-178b55ef4f85" providerId="ADAL" clId="{EBE9B83D-2697-4BA9-84F2-07B773A8F70F}" dt="2023-02-08T07:12:20.110" v="0"/>
            <ac:picMkLst>
              <pc:docMk/>
              <pc:sldMasterMk cId="1644397198" sldId="2147483667"/>
              <pc:sldLayoutMk cId="4096719826" sldId="2147483679"/>
              <ac:picMk id="27" creationId="{00000000-0000-0000-0000-000000000000}"/>
            </ac:picMkLst>
          </pc:picChg>
          <pc:picChg chg="del">
            <ac:chgData name="Asif Muhammad" userId="6b0af2cb-2f76-400b-94d9-178b55ef4f85" providerId="ADAL" clId="{EBE9B83D-2697-4BA9-84F2-07B773A8F70F}" dt="2023-02-08T07:12:20.110" v="0"/>
            <ac:picMkLst>
              <pc:docMk/>
              <pc:sldMasterMk cId="1644397198" sldId="2147483667"/>
              <pc:sldLayoutMk cId="4096719826" sldId="2147483679"/>
              <ac:picMk id="28" creationId="{00000000-0000-0000-0000-000000000000}"/>
            </ac:picMkLst>
          </pc:picChg>
        </pc:sldLayoutChg>
        <pc:sldLayoutChg chg="delSp del">
          <pc:chgData name="Asif Muhammad" userId="6b0af2cb-2f76-400b-94d9-178b55ef4f85" providerId="ADAL" clId="{EBE9B83D-2697-4BA9-84F2-07B773A8F70F}" dt="2023-02-08T07:20:18.415" v="62" actId="47"/>
          <pc:sldLayoutMkLst>
            <pc:docMk/>
            <pc:sldMasterMk cId="1644397198" sldId="2147483667"/>
            <pc:sldLayoutMk cId="1735455406" sldId="2147483680"/>
          </pc:sldLayoutMkLst>
          <pc:spChg chg="del">
            <ac:chgData name="Asif Muhammad" userId="6b0af2cb-2f76-400b-94d9-178b55ef4f85" providerId="ADAL" clId="{EBE9B83D-2697-4BA9-84F2-07B773A8F70F}" dt="2023-02-08T07:12:20.110" v="0"/>
            <ac:spMkLst>
              <pc:docMk/>
              <pc:sldMasterMk cId="1644397198" sldId="2147483667"/>
              <pc:sldLayoutMk cId="1735455406" sldId="2147483680"/>
              <ac:spMk id="51" creationId="{00000000-0000-0000-0000-000000000000}"/>
            </ac:spMkLst>
          </pc:spChg>
          <pc:cxnChg chg="del">
            <ac:chgData name="Asif Muhammad" userId="6b0af2cb-2f76-400b-94d9-178b55ef4f85" providerId="ADAL" clId="{EBE9B83D-2697-4BA9-84F2-07B773A8F70F}" dt="2023-02-08T07:12:20.110" v="0"/>
            <ac:cxnSpMkLst>
              <pc:docMk/>
              <pc:sldMasterMk cId="1644397198" sldId="2147483667"/>
              <pc:sldLayoutMk cId="1735455406" sldId="2147483680"/>
              <ac:cxnSpMk id="50" creationId="{00000000-0000-0000-0000-000000000000}"/>
            </ac:cxnSpMkLst>
          </pc:cxnChg>
        </pc:sldLayoutChg>
        <pc:sldLayoutChg chg="delSp del">
          <pc:chgData name="Asif Muhammad" userId="6b0af2cb-2f76-400b-94d9-178b55ef4f85" providerId="ADAL" clId="{EBE9B83D-2697-4BA9-84F2-07B773A8F70F}" dt="2023-02-08T07:20:18.415" v="62" actId="47"/>
          <pc:sldLayoutMkLst>
            <pc:docMk/>
            <pc:sldMasterMk cId="1644397198" sldId="2147483667"/>
            <pc:sldLayoutMk cId="645722553" sldId="2147483681"/>
          </pc:sldLayoutMkLst>
          <pc:cxnChg chg="del">
            <ac:chgData name="Asif Muhammad" userId="6b0af2cb-2f76-400b-94d9-178b55ef4f85" providerId="ADAL" clId="{EBE9B83D-2697-4BA9-84F2-07B773A8F70F}" dt="2023-02-08T07:12:20.110" v="0"/>
            <ac:cxnSpMkLst>
              <pc:docMk/>
              <pc:sldMasterMk cId="1644397198" sldId="2147483667"/>
              <pc:sldLayoutMk cId="645722553" sldId="2147483681"/>
              <ac:cxnSpMk id="65" creationId="{00000000-0000-0000-0000-000000000000}"/>
            </ac:cxnSpMkLst>
          </pc:cxnChg>
        </pc:sldLayoutChg>
        <pc:sldLayoutChg chg="delSp del">
          <pc:chgData name="Asif Muhammad" userId="6b0af2cb-2f76-400b-94d9-178b55ef4f85" providerId="ADAL" clId="{EBE9B83D-2697-4BA9-84F2-07B773A8F70F}" dt="2023-02-08T07:20:18.415" v="62" actId="47"/>
          <pc:sldLayoutMkLst>
            <pc:docMk/>
            <pc:sldMasterMk cId="1644397198" sldId="2147483667"/>
            <pc:sldLayoutMk cId="436121143" sldId="2147483682"/>
          </pc:sldLayoutMkLst>
          <pc:cxnChg chg="del">
            <ac:chgData name="Asif Muhammad" userId="6b0af2cb-2f76-400b-94d9-178b55ef4f85" providerId="ADAL" clId="{EBE9B83D-2697-4BA9-84F2-07B773A8F70F}" dt="2023-02-08T07:12:20.110" v="0"/>
            <ac:cxnSpMkLst>
              <pc:docMk/>
              <pc:sldMasterMk cId="1644397198" sldId="2147483667"/>
              <pc:sldLayoutMk cId="436121143" sldId="2147483682"/>
              <ac:cxnSpMk id="84" creationId="{00000000-0000-0000-0000-000000000000}"/>
            </ac:cxnSpMkLst>
          </pc:cxnChg>
        </pc:sldLayoutChg>
        <pc:sldLayoutChg chg="delSp del">
          <pc:chgData name="Asif Muhammad" userId="6b0af2cb-2f76-400b-94d9-178b55ef4f85" providerId="ADAL" clId="{EBE9B83D-2697-4BA9-84F2-07B773A8F70F}" dt="2023-02-08T07:20:18.415" v="62" actId="47"/>
          <pc:sldLayoutMkLst>
            <pc:docMk/>
            <pc:sldMasterMk cId="1644397198" sldId="2147483667"/>
            <pc:sldLayoutMk cId="3466853349" sldId="2147483683"/>
          </pc:sldLayoutMkLst>
          <pc:spChg chg="del">
            <ac:chgData name="Asif Muhammad" userId="6b0af2cb-2f76-400b-94d9-178b55ef4f85" providerId="ADAL" clId="{EBE9B83D-2697-4BA9-84F2-07B773A8F70F}" dt="2023-02-08T07:12:20.110" v="0"/>
            <ac:spMkLst>
              <pc:docMk/>
              <pc:sldMasterMk cId="1644397198" sldId="2147483667"/>
              <pc:sldLayoutMk cId="3466853349" sldId="2147483683"/>
              <ac:spMk id="102" creationId="{00000000-0000-0000-0000-000000000000}"/>
            </ac:spMkLst>
          </pc:spChg>
          <pc:picChg chg="del">
            <ac:chgData name="Asif Muhammad" userId="6b0af2cb-2f76-400b-94d9-178b55ef4f85" providerId="ADAL" clId="{EBE9B83D-2697-4BA9-84F2-07B773A8F70F}" dt="2023-02-08T07:12:20.110" v="0"/>
            <ac:picMkLst>
              <pc:docMk/>
              <pc:sldMasterMk cId="1644397198" sldId="2147483667"/>
              <pc:sldLayoutMk cId="3466853349" sldId="2147483683"/>
              <ac:picMk id="105" creationId="{00000000-0000-0000-0000-000000000000}"/>
            </ac:picMkLst>
          </pc:picChg>
          <pc:picChg chg="del">
            <ac:chgData name="Asif Muhammad" userId="6b0af2cb-2f76-400b-94d9-178b55ef4f85" providerId="ADAL" clId="{EBE9B83D-2697-4BA9-84F2-07B773A8F70F}" dt="2023-02-08T07:12:20.110" v="0"/>
            <ac:picMkLst>
              <pc:docMk/>
              <pc:sldMasterMk cId="1644397198" sldId="2147483667"/>
              <pc:sldLayoutMk cId="3466853349" sldId="2147483683"/>
              <ac:picMk id="106" creationId="{00000000-0000-0000-0000-000000000000}"/>
            </ac:picMkLst>
          </pc:picChg>
          <pc:picChg chg="del">
            <ac:chgData name="Asif Muhammad" userId="6b0af2cb-2f76-400b-94d9-178b55ef4f85" providerId="ADAL" clId="{EBE9B83D-2697-4BA9-84F2-07B773A8F70F}" dt="2023-02-08T07:12:20.110" v="0"/>
            <ac:picMkLst>
              <pc:docMk/>
              <pc:sldMasterMk cId="1644397198" sldId="2147483667"/>
              <pc:sldLayoutMk cId="3466853349" sldId="2147483683"/>
              <ac:picMk id="107" creationId="{00000000-0000-0000-0000-000000000000}"/>
            </ac:picMkLst>
          </pc:picChg>
          <pc:cxnChg chg="del">
            <ac:chgData name="Asif Muhammad" userId="6b0af2cb-2f76-400b-94d9-178b55ef4f85" providerId="ADAL" clId="{EBE9B83D-2697-4BA9-84F2-07B773A8F70F}" dt="2023-02-08T07:12:20.110" v="0"/>
            <ac:cxnSpMkLst>
              <pc:docMk/>
              <pc:sldMasterMk cId="1644397198" sldId="2147483667"/>
              <pc:sldLayoutMk cId="3466853349" sldId="2147483683"/>
              <ac:cxnSpMk id="108" creationId="{00000000-0000-0000-0000-000000000000}"/>
            </ac:cxnSpMkLst>
          </pc:cxnChg>
        </pc:sldLayoutChg>
        <pc:sldLayoutChg chg="delSp del">
          <pc:chgData name="Asif Muhammad" userId="6b0af2cb-2f76-400b-94d9-178b55ef4f85" providerId="ADAL" clId="{EBE9B83D-2697-4BA9-84F2-07B773A8F70F}" dt="2023-02-08T07:20:18.415" v="62" actId="47"/>
          <pc:sldLayoutMkLst>
            <pc:docMk/>
            <pc:sldMasterMk cId="1644397198" sldId="2147483667"/>
            <pc:sldLayoutMk cId="2927397858" sldId="2147483684"/>
          </pc:sldLayoutMkLst>
          <pc:spChg chg="del">
            <ac:chgData name="Asif Muhammad" userId="6b0af2cb-2f76-400b-94d9-178b55ef4f85" providerId="ADAL" clId="{EBE9B83D-2697-4BA9-84F2-07B773A8F70F}" dt="2023-02-08T07:12:20.110" v="0"/>
            <ac:spMkLst>
              <pc:docMk/>
              <pc:sldMasterMk cId="1644397198" sldId="2147483667"/>
              <pc:sldLayoutMk cId="2927397858" sldId="2147483684"/>
              <ac:spMk id="113" creationId="{00000000-0000-0000-0000-000000000000}"/>
            </ac:spMkLst>
          </pc:spChg>
          <pc:picChg chg="del">
            <ac:chgData name="Asif Muhammad" userId="6b0af2cb-2f76-400b-94d9-178b55ef4f85" providerId="ADAL" clId="{EBE9B83D-2697-4BA9-84F2-07B773A8F70F}" dt="2023-02-08T07:12:20.110" v="0"/>
            <ac:picMkLst>
              <pc:docMk/>
              <pc:sldMasterMk cId="1644397198" sldId="2147483667"/>
              <pc:sldLayoutMk cId="2927397858" sldId="2147483684"/>
              <ac:picMk id="116" creationId="{00000000-0000-0000-0000-000000000000}"/>
            </ac:picMkLst>
          </pc:picChg>
          <pc:picChg chg="del">
            <ac:chgData name="Asif Muhammad" userId="6b0af2cb-2f76-400b-94d9-178b55ef4f85" providerId="ADAL" clId="{EBE9B83D-2697-4BA9-84F2-07B773A8F70F}" dt="2023-02-08T07:12:20.110" v="0"/>
            <ac:picMkLst>
              <pc:docMk/>
              <pc:sldMasterMk cId="1644397198" sldId="2147483667"/>
              <pc:sldLayoutMk cId="2927397858" sldId="2147483684"/>
              <ac:picMk id="117" creationId="{00000000-0000-0000-0000-000000000000}"/>
            </ac:picMkLst>
          </pc:picChg>
          <pc:picChg chg="del">
            <ac:chgData name="Asif Muhammad" userId="6b0af2cb-2f76-400b-94d9-178b55ef4f85" providerId="ADAL" clId="{EBE9B83D-2697-4BA9-84F2-07B773A8F70F}" dt="2023-02-08T07:12:20.110" v="0"/>
            <ac:picMkLst>
              <pc:docMk/>
              <pc:sldMasterMk cId="1644397198" sldId="2147483667"/>
              <pc:sldLayoutMk cId="2927397858" sldId="2147483684"/>
              <ac:picMk id="118" creationId="{00000000-0000-0000-0000-000000000000}"/>
            </ac:picMkLst>
          </pc:picChg>
          <pc:cxnChg chg="del">
            <ac:chgData name="Asif Muhammad" userId="6b0af2cb-2f76-400b-94d9-178b55ef4f85" providerId="ADAL" clId="{EBE9B83D-2697-4BA9-84F2-07B773A8F70F}" dt="2023-02-08T07:12:20.110" v="0"/>
            <ac:cxnSpMkLst>
              <pc:docMk/>
              <pc:sldMasterMk cId="1644397198" sldId="2147483667"/>
              <pc:sldLayoutMk cId="2927397858" sldId="2147483684"/>
              <ac:cxnSpMk id="119" creationId="{00000000-0000-0000-0000-000000000000}"/>
            </ac:cxnSpMkLst>
          </pc:cxnChg>
        </pc:sldLayoutChg>
        <pc:sldLayoutChg chg="delSp del">
          <pc:chgData name="Asif Muhammad" userId="6b0af2cb-2f76-400b-94d9-178b55ef4f85" providerId="ADAL" clId="{EBE9B83D-2697-4BA9-84F2-07B773A8F70F}" dt="2023-02-08T07:20:18.415" v="62" actId="47"/>
          <pc:sldLayoutMkLst>
            <pc:docMk/>
            <pc:sldMasterMk cId="1644397198" sldId="2147483667"/>
            <pc:sldLayoutMk cId="3032757181" sldId="2147483685"/>
          </pc:sldLayoutMkLst>
          <pc:cxnChg chg="del">
            <ac:chgData name="Asif Muhammad" userId="6b0af2cb-2f76-400b-94d9-178b55ef4f85" providerId="ADAL" clId="{EBE9B83D-2697-4BA9-84F2-07B773A8F70F}" dt="2023-02-08T07:12:20.110" v="0"/>
            <ac:cxnSpMkLst>
              <pc:docMk/>
              <pc:sldMasterMk cId="1644397198" sldId="2147483667"/>
              <pc:sldLayoutMk cId="3032757181" sldId="2147483685"/>
              <ac:cxnSpMk id="125" creationId="{00000000-0000-0000-0000-000000000000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591f2fd02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1591f2fd0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591f2fd02f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1591f2fd02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591f2fd02f_0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g1591f2fd02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591f2fd02f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g1591f2fd02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591f2fd02f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g1591f2fd02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591f2fd02f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g1591f2fd02f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591f2fd02f_0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1591f2fd02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91f2fd02f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g1591f2fd02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591f2fd02f_0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g1591f2fd02f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591f2fd02f_0_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g1591f2fd02f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591f2fd02f_0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" name="Google Shape;278;g1591f2fd02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91f2fd02f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g1591f2fd02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39c0773061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" name="Google Shape;296;g139c077306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591f2fd02f_0_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g1591f2fd02f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591f2fd02f_0_1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g1591f2fd02f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591f2fd02f_0_1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g1591f2fd02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591f2fd02f_0_1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g1591f2fd02f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6B767-8DC3-3FD5-85BA-B8146E604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AA31A5-6420-D675-5F27-EBA42115C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8D4EA-FC42-C0BF-CF5C-5037F300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B8CE-B52C-479B-A46B-382005167947}" type="datetimeFigureOut">
              <a:rPr lang="en-GB" smtClean="0"/>
              <a:t>09/02/2024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B6E9E-8C15-C75C-1FED-918E5E77C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2E450-E6DD-B55E-2394-34B42AFE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DD6CA-DEED-9940-D44A-4D042B870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5FB7B-E709-3B71-0B3A-A5E6EB57A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A356A-9974-30B6-0252-031A66CA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B8CE-B52C-479B-A46B-382005167947}" type="datetimeFigureOut">
              <a:rPr lang="en-GB" smtClean="0"/>
              <a:t>09/02/2024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6765C-9CE2-E2C5-4F75-3EF65BF0B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DAC85-A601-9923-D374-645313AB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10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D509-5285-FC4C-9B5C-C0C87B676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5390C-E343-6EE8-5E22-ECD7185D8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28DFD-B375-9DD1-EF1B-E8D4EDF2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B8CE-B52C-479B-A46B-382005167947}" type="datetimeFigureOut">
              <a:rPr lang="en-GB" smtClean="0"/>
              <a:t>09/02/2024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2E135-A27D-F9D5-C251-4389C7CF0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A9D65-7896-613E-A70D-18FD3C01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15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53094-AF37-77F6-70B8-561687E4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3D3E2-DD6B-ECEA-3CB4-C99A65A0C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A9C77-9E54-5DF7-5732-5DE582BD2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AA887-2695-93B4-95C7-52904EBFE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B8CE-B52C-479B-A46B-382005167947}" type="datetimeFigureOut">
              <a:rPr lang="en-GB" smtClean="0"/>
              <a:t>09/02/2024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D8AF8-DF60-7634-854C-644D31BF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20D74-28A5-620D-B948-F7F7DEBD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24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63A3-C91B-315A-472D-EC158E772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B184A-C402-6792-67CD-77D3BD3BF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636B5-AFA2-37D7-97CE-16CAD3081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CBAD6-FA89-8E48-D81B-EE8745D9A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FC53CD-C2DE-FD5B-5200-4CAA1BBD2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4A249-AFD6-0A90-6018-C78492AB9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B8CE-B52C-479B-A46B-382005167947}" type="datetimeFigureOut">
              <a:rPr lang="en-GB" smtClean="0"/>
              <a:t>09/02/2024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90ECB7-DBEE-D116-5706-70D996864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B77164-FDB8-3583-B2D6-B1A12AAC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46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7DC4-73C2-EB7A-0A2C-F3912FFBB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09D5EB-1448-CA47-F794-9DC7FF92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B8CE-B52C-479B-A46B-382005167947}" type="datetimeFigureOut">
              <a:rPr lang="en-GB" smtClean="0"/>
              <a:t>09/02/2024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07CBB-802E-F275-C98F-C2517D89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31A3D-F145-199E-6809-16A41A40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84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E39C19-DA20-606D-7E6F-8F1D0291D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B8CE-B52C-479B-A46B-382005167947}" type="datetimeFigureOut">
              <a:rPr lang="en-GB" smtClean="0"/>
              <a:t>09/02/2024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25F74-0A6A-D298-8ECA-DD8FEFC9A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61628-20DD-EAB2-1877-78426354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0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581B8-E833-1214-0162-E2D0A76DE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4431C-077B-903C-4586-46908E0B9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B0DBC-361B-6FED-99B1-846320EC1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5E43B-0828-5D2A-9635-B700F40B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B8CE-B52C-479B-A46B-382005167947}" type="datetimeFigureOut">
              <a:rPr lang="en-GB" smtClean="0"/>
              <a:t>09/02/2024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99DFB-391A-45D9-E2FF-2840368DD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65D02-F18B-EA16-0C0E-CB3F6572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4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752E-010E-E1C6-1BED-EBE83816D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ABB96F-BE09-1A70-C28E-8046428A6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EAC0D-ED62-D189-659A-771E26247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213D0-BC1D-2A2A-9D1F-F0064379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B8CE-B52C-479B-A46B-382005167947}" type="datetimeFigureOut">
              <a:rPr lang="en-GB" smtClean="0"/>
              <a:t>09/02/2024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2B20B-F792-D2A3-638A-75CB3746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9A0B8-C622-ED97-CC8C-D10D00A0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7154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6C8F6-AB28-4B6C-CB4B-333E92A5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44598-E2F1-0675-2EB2-8CA3D9246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CB5BC-A8CB-1BF8-C4E5-07402979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B8CE-B52C-479B-A46B-382005167947}" type="datetimeFigureOut">
              <a:rPr lang="en-GB" smtClean="0"/>
              <a:t>09/02/2024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CBB68-5525-71C3-DB26-C28D918DA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1C3CB-610E-AB1C-9D9B-B591FB4F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8F892E-82F9-FA75-B4C9-A9797443D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F884C-F968-D09E-4D80-D26873F2E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16667-6A59-CADD-3CBD-C031B40E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B8CE-B52C-479B-A46B-382005167947}" type="datetimeFigureOut">
              <a:rPr lang="en-GB" smtClean="0"/>
              <a:t>09/02/2024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87FF1-743E-30F0-5834-50ACFFDAE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91279-5AFE-A462-0C77-997E0736F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2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Separator - Major">
  <p:cSld name="Section Separator - Majo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>
            <a:spLocks noGrp="1"/>
          </p:cNvSpPr>
          <p:nvPr>
            <p:ph type="ctrTitle"/>
          </p:nvPr>
        </p:nvSpPr>
        <p:spPr>
          <a:xfrm>
            <a:off x="1097280" y="1645920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  <a:defRPr sz="6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ftr" idx="11"/>
          </p:nvPr>
        </p:nvSpPr>
        <p:spPr>
          <a:xfrm>
            <a:off x="4038600" y="10404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671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676989-B7DA-7A08-2684-86838868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35464-CD52-FB02-D69B-B108AD131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94D8B-9B76-1AB8-6CE4-108CB4B3A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CB8CE-B52C-479B-A46B-382005167947}" type="datetimeFigureOut">
              <a:rPr lang="en-GB" smtClean="0"/>
              <a:t>09/02/2024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12343-A79C-EEFC-8F6C-F3CACCC18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8A9ED-40C2-3447-FB9B-DF04F926F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9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en-US" sz="4000" dirty="0"/>
              <a:t>Web Development Fundamentals </a:t>
            </a:r>
            <a:endParaRPr sz="4000" dirty="0"/>
          </a:p>
          <a:p>
            <a:pPr marL="0" marR="0" lvl="0" indent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Learn CSS</a:t>
            </a:r>
            <a:endParaRPr sz="4800" dirty="0"/>
          </a:p>
        </p:txBody>
      </p:sp>
      <p:sp>
        <p:nvSpPr>
          <p:cNvPr id="152" name="Google Shape;152;p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54ED3-D68C-567C-FF3D-40475E4CCA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Learning Objectives:</a:t>
            </a:r>
            <a:endParaRPr/>
          </a:p>
        </p:txBody>
      </p:sp>
      <p:sp>
        <p:nvSpPr>
          <p:cNvPr id="165" name="Google Shape;165;p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Explain what CSS is?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How to use it to style pages?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Purpose of using CSS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Writing Style Sheets: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Style Sheet Strategies:	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Using Id’s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Using Classes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font properties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text properties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styling links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styling background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styling tables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What is the box model?</a:t>
            </a:r>
            <a:endParaRPr sz="2000"/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66" name="Google Shape;166;p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167" name="Google Shape;167;p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What is CSS?</a:t>
            </a:r>
            <a:endParaRPr sz="3300"/>
          </a:p>
        </p:txBody>
      </p:sp>
      <p:sp>
        <p:nvSpPr>
          <p:cNvPr id="173" name="Google Shape;173;p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174" name="Google Shape;174;p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1307875" y="2494575"/>
            <a:ext cx="98478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CSS stands for cascading style sheets: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Created by </a:t>
            </a:r>
            <a:r>
              <a:rPr lang="en-US" sz="1800" dirty="0" err="1">
                <a:solidFill>
                  <a:schemeClr val="dk1"/>
                </a:solidFill>
              </a:rPr>
              <a:t>Hakon</a:t>
            </a:r>
            <a:r>
              <a:rPr lang="en-US" sz="1800" dirty="0">
                <a:solidFill>
                  <a:schemeClr val="dk1"/>
                </a:solidFill>
              </a:rPr>
              <a:t> Lie of MIT in 1994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Has become the W3C standard for controlling visual presentation of web pages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Cascading style-sheets are powerful mechanism to add style to web document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Enforce standards and uniformity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Create dynamic effects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Works by allowing you to specify rules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591f2fd02f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Purpose of using CSS</a:t>
            </a:r>
            <a:endParaRPr sz="3300"/>
          </a:p>
        </p:txBody>
      </p:sp>
      <p:sp>
        <p:nvSpPr>
          <p:cNvPr id="181" name="Google Shape;181;g1591f2fd02f_0_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182" name="Google Shape;182;g1591f2fd02f_0_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83" name="Google Shape;183;g1591f2fd02f_0_0"/>
          <p:cNvSpPr txBox="1"/>
          <p:nvPr/>
        </p:nvSpPr>
        <p:spPr>
          <a:xfrm>
            <a:off x="1307875" y="2494575"/>
            <a:ext cx="98478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Saves time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Easy to change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Pages load faster 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Keep consistency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Give you more control over layout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Use styles with JavaScript 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Multiple Device Compatibility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591f2fd02f_0_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 dirty="0"/>
              <a:t>Writing Style Sheets in CSS:</a:t>
            </a:r>
            <a:endParaRPr sz="3300" dirty="0"/>
          </a:p>
        </p:txBody>
      </p:sp>
      <p:sp>
        <p:nvSpPr>
          <p:cNvPr id="196" name="Google Shape;196;g1591f2fd02f_0_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197" name="Google Shape;197;g1591f2fd02f_0_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98" name="Google Shape;198;g1591f2fd02f_0_13"/>
          <p:cNvSpPr txBox="1"/>
          <p:nvPr/>
        </p:nvSpPr>
        <p:spPr>
          <a:xfrm>
            <a:off x="1097275" y="1956675"/>
            <a:ext cx="9847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Let us understand the differences among inline, internal, and external style sheets.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9" name="Google Shape;199;g1591f2fd02f_0_13"/>
          <p:cNvSpPr txBox="1"/>
          <p:nvPr/>
        </p:nvSpPr>
        <p:spPr>
          <a:xfrm>
            <a:off x="1097275" y="2519075"/>
            <a:ext cx="2640898" cy="363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In-line styles:</a:t>
            </a:r>
            <a:endParaRPr sz="1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600" dirty="0"/>
              <a:t>Add styles to each tag within the HTML file.</a:t>
            </a:r>
            <a:endParaRPr sz="16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600" dirty="0"/>
              <a:t>Use it when you need to format just a single section in a web page</a:t>
            </a:r>
            <a:endParaRPr sz="16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600" dirty="0"/>
              <a:t>Style attribute is used to add style.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Example: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&lt;h1 style=“</a:t>
            </a:r>
            <a:r>
              <a:rPr lang="en-US" sz="1600" dirty="0" err="1"/>
              <a:t>color:red</a:t>
            </a:r>
            <a:r>
              <a:rPr lang="en-US" sz="1600" dirty="0"/>
              <a:t>; font-family: sans-</a:t>
            </a:r>
            <a:r>
              <a:rPr lang="en-US" sz="1600" dirty="0" err="1"/>
              <a:t>sarif</a:t>
            </a:r>
            <a:r>
              <a:rPr lang="en-US" sz="1600" dirty="0"/>
              <a:t>” &gt; IU &lt;/h1&gt;</a:t>
            </a:r>
            <a:endParaRPr sz="1600" dirty="0"/>
          </a:p>
        </p:txBody>
      </p:sp>
      <p:sp>
        <p:nvSpPr>
          <p:cNvPr id="200" name="Google Shape;200;g1591f2fd02f_0_13"/>
          <p:cNvSpPr txBox="1"/>
          <p:nvPr/>
        </p:nvSpPr>
        <p:spPr>
          <a:xfrm>
            <a:off x="3738174" y="2519075"/>
            <a:ext cx="3300425" cy="4237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 dirty="0"/>
              <a:t>Embedded/internal styles</a:t>
            </a:r>
            <a:endParaRPr sz="105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</a:pPr>
            <a:r>
              <a:rPr lang="en-US" sz="1600" dirty="0"/>
              <a:t>A style is applied to the entire HTML file.</a:t>
            </a:r>
            <a:endParaRPr sz="16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600" dirty="0"/>
              <a:t>Use it when you need to modify all instances of particular element (e.g., h1) in a web page.</a:t>
            </a:r>
            <a:endParaRPr sz="16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Example:</a:t>
            </a: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&lt;style&gt;</a:t>
            </a: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h1 {</a:t>
            </a:r>
            <a:r>
              <a:rPr lang="en-US" sz="1600" dirty="0" err="1"/>
              <a:t>color:red</a:t>
            </a:r>
            <a:r>
              <a:rPr lang="en-US" sz="1600" dirty="0"/>
              <a:t>; </a:t>
            </a:r>
            <a:r>
              <a:rPr lang="en-US" sz="1600" dirty="0" err="1"/>
              <a:t>font-family:sans-serif</a:t>
            </a:r>
            <a:r>
              <a:rPr lang="en-US" sz="1600" dirty="0"/>
              <a:t>}</a:t>
            </a: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&lt;/style&gt;</a:t>
            </a:r>
            <a:endParaRPr sz="1600" dirty="0"/>
          </a:p>
        </p:txBody>
      </p:sp>
      <p:sp>
        <p:nvSpPr>
          <p:cNvPr id="201" name="Google Shape;201;g1591f2fd02f_0_13"/>
          <p:cNvSpPr txBox="1"/>
          <p:nvPr/>
        </p:nvSpPr>
        <p:spPr>
          <a:xfrm>
            <a:off x="7038600" y="2519075"/>
            <a:ext cx="4876800" cy="41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b="1" dirty="0"/>
              <a:t>External style sheet</a:t>
            </a:r>
            <a:endParaRPr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dirty="0"/>
              <a:t>An external style sheet is a text file containing the style definition (declaration)</a:t>
            </a:r>
            <a:endParaRPr sz="1300" dirty="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dirty="0"/>
              <a:t>Use it when you need to control the style for an entire website</a:t>
            </a:r>
            <a:endParaRPr sz="1300" dirty="0"/>
          </a:p>
          <a:p>
            <a:pPr marL="457200" lvl="0" indent="-311150" algn="l" rtl="0">
              <a:spcBef>
                <a:spcPts val="1400"/>
              </a:spcBef>
              <a:spcAft>
                <a:spcPts val="0"/>
              </a:spcAft>
              <a:buSzPts val="1300"/>
              <a:buChar char="•"/>
            </a:pPr>
            <a:r>
              <a:rPr lang="en-US" sz="1300" dirty="0"/>
              <a:t>Open a new blank document in Notepad</a:t>
            </a:r>
            <a:endParaRPr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 dirty="0"/>
              <a:t>Type style declarations</a:t>
            </a:r>
            <a:endParaRPr sz="1300" dirty="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 dirty="0"/>
              <a:t>h1 {</a:t>
            </a:r>
            <a:r>
              <a:rPr lang="en-US" sz="1300" dirty="0" err="1"/>
              <a:t>color:red</a:t>
            </a:r>
            <a:r>
              <a:rPr lang="en-US" sz="1300" dirty="0"/>
              <a:t>; </a:t>
            </a:r>
            <a:r>
              <a:rPr lang="en-US" sz="1300" dirty="0" err="1"/>
              <a:t>font-family:calibri</a:t>
            </a:r>
            <a:r>
              <a:rPr lang="en-US" sz="1300" dirty="0"/>
              <a:t>;}</a:t>
            </a:r>
            <a:endParaRPr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 dirty="0"/>
              <a:t>Do not include &lt;style&gt; tags</a:t>
            </a:r>
            <a:endParaRPr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 dirty="0"/>
              <a:t>Save the document as filename.css</a:t>
            </a:r>
            <a:endParaRPr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 dirty="0"/>
              <a:t>Open a HTML file</a:t>
            </a:r>
            <a:endParaRPr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 dirty="0"/>
              <a:t>Between &lt;head&gt; and &lt;/head&gt; add </a:t>
            </a:r>
            <a:endParaRPr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 dirty="0" smtClean="0"/>
              <a:t>&lt;link </a:t>
            </a:r>
            <a:r>
              <a:rPr lang="en-US" sz="1300" dirty="0" err="1" smtClean="0"/>
              <a:t>href</a:t>
            </a:r>
            <a:r>
              <a:rPr lang="en-US" sz="1300" dirty="0" smtClean="0"/>
              <a:t>=URL </a:t>
            </a:r>
            <a:r>
              <a:rPr lang="en-US" sz="1300" dirty="0" err="1" smtClean="0"/>
              <a:t>rel</a:t>
            </a:r>
            <a:r>
              <a:rPr lang="en-US" sz="1300" dirty="0" smtClean="0"/>
              <a:t>=“</a:t>
            </a:r>
            <a:r>
              <a:rPr lang="en-US" sz="1300" dirty="0" err="1" smtClean="0"/>
              <a:t>relation_type</a:t>
            </a:r>
            <a:r>
              <a:rPr lang="en-US" sz="1300" dirty="0" smtClean="0"/>
              <a:t>” type=“</a:t>
            </a:r>
            <a:r>
              <a:rPr lang="en-US" sz="1300" dirty="0" err="1" smtClean="0"/>
              <a:t>link_type</a:t>
            </a:r>
            <a:r>
              <a:rPr lang="en-US" sz="1300" dirty="0" smtClean="0"/>
              <a:t>”&gt;</a:t>
            </a:r>
            <a:endParaRPr sz="1300" dirty="0" smtClean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 dirty="0" smtClean="0"/>
              <a:t>URL is the file.css</a:t>
            </a:r>
            <a:endParaRPr sz="1300" dirty="0" smtClean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 dirty="0" err="1" smtClean="0"/>
              <a:t>Relation_type</a:t>
            </a:r>
            <a:r>
              <a:rPr lang="en-US" sz="1300" dirty="0"/>
              <a:t>=“stylesheet”</a:t>
            </a:r>
            <a:endParaRPr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 dirty="0" err="1"/>
              <a:t>Link_type</a:t>
            </a:r>
            <a:r>
              <a:rPr lang="en-US" sz="1300" dirty="0"/>
              <a:t>=“text/</a:t>
            </a:r>
            <a:r>
              <a:rPr lang="en-US" sz="1300" dirty="0" err="1"/>
              <a:t>css</a:t>
            </a:r>
            <a:r>
              <a:rPr lang="en-US" sz="1300" dirty="0"/>
              <a:t>”</a:t>
            </a:r>
            <a:endParaRPr sz="1300" dirty="0"/>
          </a:p>
          <a:p>
            <a:pPr marL="457200" lvl="0" indent="-311150" algn="l" rtl="0">
              <a:spcBef>
                <a:spcPts val="0"/>
              </a:spcBef>
              <a:spcAft>
                <a:spcPts val="1400"/>
              </a:spcAft>
              <a:buSzPts val="1300"/>
              <a:buChar char="•"/>
            </a:pPr>
            <a:r>
              <a:rPr lang="en-US" sz="1300" dirty="0"/>
              <a:t>Save this file and the .</a:t>
            </a:r>
            <a:r>
              <a:rPr lang="en-US" sz="1300" dirty="0" err="1"/>
              <a:t>css</a:t>
            </a:r>
            <a:r>
              <a:rPr lang="en-US" sz="1300" dirty="0"/>
              <a:t> file in the same web server directory.</a:t>
            </a:r>
            <a:endParaRPr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591f2fd02f_0_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Writing Style Sheets in CSS:</a:t>
            </a:r>
            <a:endParaRPr sz="3300"/>
          </a:p>
        </p:txBody>
      </p:sp>
      <p:sp>
        <p:nvSpPr>
          <p:cNvPr id="207" name="Google Shape;207;g1591f2fd02f_0_6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208" name="Google Shape;208;g1591f2fd02f_0_6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09" name="Google Shape;209;g1591f2fd02f_0_68"/>
          <p:cNvSpPr txBox="1"/>
          <p:nvPr/>
        </p:nvSpPr>
        <p:spPr>
          <a:xfrm>
            <a:off x="1186925" y="38548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b="1"/>
              <a:t>Embedded/internal styles</a:t>
            </a:r>
            <a:endParaRPr/>
          </a:p>
        </p:txBody>
      </p:sp>
      <p:pic>
        <p:nvPicPr>
          <p:cNvPr id="210" name="Google Shape;210;g1591f2fd02f_0_68" descr="internal - Notepa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600" y="2292875"/>
            <a:ext cx="7362174" cy="36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591f2fd02f_0_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Writing Style Sheets in CSS:</a:t>
            </a:r>
            <a:endParaRPr sz="3300"/>
          </a:p>
        </p:txBody>
      </p:sp>
      <p:sp>
        <p:nvSpPr>
          <p:cNvPr id="216" name="Google Shape;216;g1591f2fd02f_0_3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217" name="Google Shape;217;g1591f2fd02f_0_3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18" name="Google Shape;218;g1591f2fd02f_0_38"/>
          <p:cNvSpPr txBox="1"/>
          <p:nvPr/>
        </p:nvSpPr>
        <p:spPr>
          <a:xfrm>
            <a:off x="4710025" y="5262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b="1"/>
              <a:t>External style sheet</a:t>
            </a:r>
            <a:endParaRPr b="1"/>
          </a:p>
        </p:txBody>
      </p:sp>
      <p:pic>
        <p:nvPicPr>
          <p:cNvPr id="219" name="Google Shape;219;g1591f2fd02f_0_38" descr="mystyle - Notepa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1300" y="2178450"/>
            <a:ext cx="5192501" cy="273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1591f2fd02f_0_38" descr="external - Notepa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1300" y="2178450"/>
            <a:ext cx="5118900" cy="28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591f2fd02f_0_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Understand how to declare a style:</a:t>
            </a:r>
            <a:endParaRPr sz="3300"/>
          </a:p>
        </p:txBody>
      </p:sp>
      <p:sp>
        <p:nvSpPr>
          <p:cNvPr id="226" name="Google Shape;226;g1591f2fd02f_0_5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227" name="Google Shape;227;g1591f2fd02f_0_5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28" name="Google Shape;228;g1591f2fd02f_0_50"/>
          <p:cNvSpPr txBox="1"/>
          <p:nvPr/>
        </p:nvSpPr>
        <p:spPr>
          <a:xfrm>
            <a:off x="1097275" y="2017075"/>
            <a:ext cx="8615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140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A rule consists of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A selector: element or elements the declaration applies to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Declaration: how the elements referred to in the selector should be styled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property: which is the property of the selected element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1400"/>
              </a:spcAft>
              <a:buSzPts val="1400"/>
              <a:buChar char="•"/>
            </a:pPr>
            <a:r>
              <a:rPr lang="en-US"/>
              <a:t>value: which is a specification for this property</a:t>
            </a:r>
            <a:endParaRPr sz="1700"/>
          </a:p>
        </p:txBody>
      </p:sp>
      <p:pic>
        <p:nvPicPr>
          <p:cNvPr id="229" name="Google Shape;229;g1591f2fd02f_0_50" descr="rule_structur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7196" y="3578826"/>
            <a:ext cx="20669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1591f2fd02f_0_50"/>
          <p:cNvSpPr txBox="1"/>
          <p:nvPr/>
        </p:nvSpPr>
        <p:spPr>
          <a:xfrm>
            <a:off x="1362625" y="4096850"/>
            <a:ext cx="9269400" cy="18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Using Id’s:</a:t>
            </a:r>
            <a:endParaRPr/>
          </a:p>
          <a:p>
            <a:pPr marL="457200" lvl="0" indent="-317500" algn="l" rtl="0">
              <a:spcBef>
                <a:spcPts val="140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Use an id to distinguish something, like a paragraph, from the others in a document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The id selector is used to specify a style for a single, unique element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Create a style Id: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#id_name {style attributes and values}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Use a style Id: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1400"/>
              </a:spcAft>
              <a:buSzPts val="1400"/>
              <a:buChar char="•"/>
            </a:pPr>
            <a:r>
              <a:rPr lang="en-US"/>
              <a:t>&lt;tag ID=id_name&gt;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591f2fd02f_0_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Understand how to declare a style:</a:t>
            </a:r>
            <a:endParaRPr sz="3300"/>
          </a:p>
        </p:txBody>
      </p:sp>
      <p:sp>
        <p:nvSpPr>
          <p:cNvPr id="236" name="Google Shape;236;g1591f2fd02f_0_2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237" name="Google Shape;237;g1591f2fd02f_0_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38" name="Google Shape;238;g1591f2fd02f_0_26"/>
          <p:cNvSpPr txBox="1"/>
          <p:nvPr/>
        </p:nvSpPr>
        <p:spPr>
          <a:xfrm>
            <a:off x="1186925" y="385482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b="1"/>
              <a:t>Note: HTML requires each id be unique– therefore an id value can only be used once in a document.</a:t>
            </a:r>
            <a:endParaRPr b="1"/>
          </a:p>
        </p:txBody>
      </p:sp>
      <p:pic>
        <p:nvPicPr>
          <p:cNvPr id="239" name="Google Shape;239;g1591f2fd02f_0_26" descr="id - Notepa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375" y="2671475"/>
            <a:ext cx="7160650" cy="252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591f2fd02f_0_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Using Classes:</a:t>
            </a:r>
            <a:endParaRPr sz="3300"/>
          </a:p>
        </p:txBody>
      </p:sp>
      <p:sp>
        <p:nvSpPr>
          <p:cNvPr id="245" name="Google Shape;245;g1591f2fd02f_0_7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246" name="Google Shape;246;g1591f2fd02f_0_7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47" name="Google Shape;247;g1591f2fd02f_0_78"/>
          <p:cNvSpPr txBox="1"/>
          <p:nvPr/>
        </p:nvSpPr>
        <p:spPr>
          <a:xfrm>
            <a:off x="1169000" y="3213863"/>
            <a:ext cx="4353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1400"/>
              </a:spcBef>
              <a:spcAft>
                <a:spcPts val="0"/>
              </a:spcAft>
              <a:buSzPts val="1400"/>
              <a:buChar char="•"/>
            </a:pPr>
            <a:r>
              <a:rPr lang="en-US" dirty="0"/>
              <a:t>To create a class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dirty="0" err="1"/>
              <a:t>tag.class_name</a:t>
            </a:r>
            <a:r>
              <a:rPr lang="en-US" dirty="0"/>
              <a:t> {style attributes} or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dirty="0"/>
              <a:t>.</a:t>
            </a:r>
            <a:r>
              <a:rPr lang="en-US" dirty="0" err="1"/>
              <a:t>class_name</a:t>
            </a:r>
            <a:r>
              <a:rPr lang="en-US" dirty="0"/>
              <a:t> {style attributes}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dirty="0"/>
              <a:t>To apply a style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dirty="0"/>
              <a:t>&lt;tag CLASS=</a:t>
            </a:r>
            <a:r>
              <a:rPr lang="en-US" dirty="0" err="1"/>
              <a:t>class_name</a:t>
            </a:r>
            <a:r>
              <a:rPr lang="en-US" dirty="0"/>
              <a:t>&gt;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1400"/>
              </a:spcAft>
              <a:buSzPts val="1400"/>
              <a:buChar char="•"/>
            </a:pPr>
            <a:r>
              <a:rPr lang="en-US" dirty="0"/>
              <a:t>&lt;h1 CLASS=</a:t>
            </a:r>
            <a:r>
              <a:rPr lang="en-US" dirty="0" err="1"/>
              <a:t>FirstHeader</a:t>
            </a:r>
            <a:r>
              <a:rPr lang="en-US" dirty="0"/>
              <a:t>&gt;IU&lt;/h1&gt;</a:t>
            </a:r>
            <a:endParaRPr dirty="0"/>
          </a:p>
        </p:txBody>
      </p:sp>
      <p:pic>
        <p:nvPicPr>
          <p:cNvPr id="248" name="Google Shape;248;g1591f2fd02f_0_78" descr="classes - Notepa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7175" y="2589150"/>
            <a:ext cx="5577100" cy="272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591f2fd02f_0_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Difference between classes and Id’s:</a:t>
            </a:r>
            <a:endParaRPr sz="3300"/>
          </a:p>
        </p:txBody>
      </p:sp>
      <p:sp>
        <p:nvSpPr>
          <p:cNvPr id="254" name="Google Shape;254;g1591f2fd02f_0_8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255" name="Google Shape;255;g1591f2fd02f_0_8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56" name="Google Shape;256;g1591f2fd02f_0_89"/>
          <p:cNvSpPr txBox="1"/>
          <p:nvPr/>
        </p:nvSpPr>
        <p:spPr>
          <a:xfrm>
            <a:off x="1204850" y="2109875"/>
            <a:ext cx="94272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140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You can’t have more than one tag with the same ID value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You can apply the same Class value to multiple document tags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Classes or Id?</a:t>
            </a:r>
            <a:endParaRPr/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use ID's for any elements that are simply used once on a page</a:t>
            </a:r>
            <a:endParaRPr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/>
              <a:t>				OR</a:t>
            </a:r>
            <a:endParaRPr/>
          </a:p>
          <a:p>
            <a:pPr marL="1828800" lvl="3" indent="-317500" algn="l" rtl="0">
              <a:spcBef>
                <a:spcPts val="140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only use classes to style websites, but, when you have to use an element in JavaScript, use an identifier</a:t>
            </a:r>
            <a:endParaRPr/>
          </a:p>
          <a:p>
            <a:pPr marL="914400" lvl="1" indent="-317500" algn="l" rtl="0">
              <a:spcBef>
                <a:spcPts val="1400"/>
              </a:spcBef>
              <a:spcAft>
                <a:spcPts val="1400"/>
              </a:spcAft>
              <a:buSzPts val="1400"/>
              <a:buChar char="•"/>
            </a:pPr>
            <a:r>
              <a:rPr lang="en-US"/>
              <a:t>You can apply a style to many selectors if you like</a:t>
            </a:r>
            <a:endParaRPr sz="1700"/>
          </a:p>
        </p:txBody>
      </p:sp>
      <p:pic>
        <p:nvPicPr>
          <p:cNvPr id="257" name="Google Shape;257;g1591f2fd02f_0_89" descr="Text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3400" y="4654550"/>
            <a:ext cx="207645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591f2fd02f_0_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CSS properties:</a:t>
            </a:r>
            <a:endParaRPr sz="3300"/>
          </a:p>
        </p:txBody>
      </p:sp>
      <p:sp>
        <p:nvSpPr>
          <p:cNvPr id="263" name="Google Shape;263;g1591f2fd02f_0_9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264" name="Google Shape;264;g1591f2fd02f_0_9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65" name="Google Shape;265;g1591f2fd02f_0_99"/>
          <p:cNvPicPr preferRelativeResize="0"/>
          <p:nvPr/>
        </p:nvPicPr>
        <p:blipFill rotWithShape="1">
          <a:blip r:embed="rId3">
            <a:alphaModFix/>
          </a:blip>
          <a:srcRect l="8120" t="3062" r="4938" b="2419"/>
          <a:stretch/>
        </p:blipFill>
        <p:spPr>
          <a:xfrm>
            <a:off x="4194599" y="1918425"/>
            <a:ext cx="6961076" cy="42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1591f2fd02f_0_99"/>
          <p:cNvSpPr txBox="1"/>
          <p:nvPr/>
        </p:nvSpPr>
        <p:spPr>
          <a:xfrm>
            <a:off x="1156425" y="39534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Font properties: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591f2fd02f_0_1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CSS properties:</a:t>
            </a:r>
            <a:endParaRPr sz="3300"/>
          </a:p>
        </p:txBody>
      </p:sp>
      <p:sp>
        <p:nvSpPr>
          <p:cNvPr id="272" name="Google Shape;272;g1591f2fd02f_0_1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273" name="Google Shape;273;g1591f2fd02f_0_1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74" name="Google Shape;274;g1591f2fd02f_0_110"/>
          <p:cNvSpPr txBox="1"/>
          <p:nvPr/>
        </p:nvSpPr>
        <p:spPr>
          <a:xfrm>
            <a:off x="1192300" y="206626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Font properties:</a:t>
            </a:r>
            <a:endParaRPr/>
          </a:p>
        </p:txBody>
      </p:sp>
      <p:pic>
        <p:nvPicPr>
          <p:cNvPr id="275" name="Google Shape;275;g1591f2fd02f_0_110" descr="mystyle - Notepa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9529" y="2571212"/>
            <a:ext cx="7273897" cy="2789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591f2fd02f_0_1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CSS properties:</a:t>
            </a:r>
            <a:endParaRPr sz="3300"/>
          </a:p>
        </p:txBody>
      </p:sp>
      <p:sp>
        <p:nvSpPr>
          <p:cNvPr id="281" name="Google Shape;281;g1591f2fd02f_0_12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282" name="Google Shape;282;g1591f2fd02f_0_1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83" name="Google Shape;283;g1591f2fd02f_0_120"/>
          <p:cNvSpPr txBox="1"/>
          <p:nvPr/>
        </p:nvSpPr>
        <p:spPr>
          <a:xfrm>
            <a:off x="1192300" y="206626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TEXT properties:</a:t>
            </a:r>
            <a:endParaRPr b="1"/>
          </a:p>
        </p:txBody>
      </p:sp>
      <p:pic>
        <p:nvPicPr>
          <p:cNvPr id="284" name="Google Shape;284;g1591f2fd02f_0_120"/>
          <p:cNvPicPr preferRelativeResize="0"/>
          <p:nvPr/>
        </p:nvPicPr>
        <p:blipFill rotWithShape="1">
          <a:blip r:embed="rId3">
            <a:alphaModFix/>
          </a:blip>
          <a:srcRect l="9647" t="22124" r="4596" b="27201"/>
          <a:stretch/>
        </p:blipFill>
        <p:spPr>
          <a:xfrm>
            <a:off x="1957875" y="2626002"/>
            <a:ext cx="9036426" cy="3003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591f2fd02f_0_1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CSS properties:</a:t>
            </a:r>
            <a:endParaRPr sz="3300"/>
          </a:p>
        </p:txBody>
      </p:sp>
      <p:sp>
        <p:nvSpPr>
          <p:cNvPr id="290" name="Google Shape;290;g1591f2fd02f_0_12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291" name="Google Shape;291;g1591f2fd02f_0_1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92" name="Google Shape;292;g1591f2fd02f_0_129"/>
          <p:cNvSpPr txBox="1"/>
          <p:nvPr/>
        </p:nvSpPr>
        <p:spPr>
          <a:xfrm>
            <a:off x="1192300" y="236211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Styling links:</a:t>
            </a:r>
            <a:endParaRPr b="1"/>
          </a:p>
        </p:txBody>
      </p:sp>
      <p:pic>
        <p:nvPicPr>
          <p:cNvPr id="293" name="Google Shape;293;g1591f2fd02f_0_129"/>
          <p:cNvPicPr preferRelativeResize="0"/>
          <p:nvPr/>
        </p:nvPicPr>
        <p:blipFill rotWithShape="1">
          <a:blip r:embed="rId3">
            <a:alphaModFix/>
          </a:blip>
          <a:srcRect l="9744" t="22565" r="7459" b="59007"/>
          <a:stretch/>
        </p:blipFill>
        <p:spPr>
          <a:xfrm>
            <a:off x="1411049" y="3110725"/>
            <a:ext cx="9810600" cy="122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39c0773061_0_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CSS properties:</a:t>
            </a:r>
            <a:endParaRPr/>
          </a:p>
        </p:txBody>
      </p:sp>
      <p:sp>
        <p:nvSpPr>
          <p:cNvPr id="299" name="Google Shape;299;g139c0773061_0_1"/>
          <p:cNvSpPr txBox="1">
            <a:spLocks noGrp="1"/>
          </p:cNvSpPr>
          <p:nvPr>
            <p:ph idx="1"/>
          </p:nvPr>
        </p:nvSpPr>
        <p:spPr>
          <a:xfrm>
            <a:off x="1219200" y="2984100"/>
            <a:ext cx="4613400" cy="19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68580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i="1">
                <a:solidFill>
                  <a:srgbClr val="000000"/>
                </a:solidFill>
              </a:rPr>
              <a:t>background-color:</a:t>
            </a:r>
            <a:endParaRPr sz="1400" i="1">
              <a:solidFill>
                <a:srgbClr val="000000"/>
              </a:solidFill>
            </a:endParaRPr>
          </a:p>
          <a:p>
            <a:pPr marL="11430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Specifies the background color	</a:t>
            </a:r>
            <a:endParaRPr sz="1400">
              <a:solidFill>
                <a:srgbClr val="000000"/>
              </a:solidFill>
            </a:endParaRPr>
          </a:p>
          <a:p>
            <a:pPr marL="685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i="1">
                <a:solidFill>
                  <a:srgbClr val="000000"/>
                </a:solidFill>
              </a:rPr>
              <a:t>background-image:</a:t>
            </a:r>
            <a:endParaRPr sz="1400" i="1">
              <a:solidFill>
                <a:srgbClr val="000000"/>
              </a:solidFill>
            </a:endParaRPr>
          </a:p>
          <a:p>
            <a:pPr marL="11430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Specifies the background image</a:t>
            </a:r>
            <a:endParaRPr sz="1400">
              <a:solidFill>
                <a:srgbClr val="000000"/>
              </a:solidFill>
            </a:endParaRPr>
          </a:p>
          <a:p>
            <a:pPr marL="685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i="1">
                <a:solidFill>
                  <a:srgbClr val="000000"/>
                </a:solidFill>
              </a:rPr>
              <a:t>background-repeat:</a:t>
            </a:r>
            <a:endParaRPr sz="1400" i="1">
              <a:solidFill>
                <a:srgbClr val="000000"/>
              </a:solidFill>
            </a:endParaRPr>
          </a:p>
          <a:p>
            <a:pPr marL="11430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Specifies whether the image should repeat or not</a:t>
            </a:r>
            <a:endParaRPr sz="1400">
              <a:solidFill>
                <a:srgbClr val="000000"/>
              </a:solidFill>
            </a:endParaRPr>
          </a:p>
          <a:p>
            <a:pPr marL="685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i="1">
                <a:solidFill>
                  <a:srgbClr val="000000"/>
                </a:solidFill>
              </a:rPr>
              <a:t>background-position:</a:t>
            </a:r>
            <a:endParaRPr sz="1400" i="1">
              <a:solidFill>
                <a:srgbClr val="000000"/>
              </a:solidFill>
            </a:endParaRPr>
          </a:p>
          <a:p>
            <a:pPr marL="11430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Where an image should be positioned</a:t>
            </a:r>
            <a:r>
              <a:rPr lang="en-US" sz="1700"/>
              <a:t>.</a:t>
            </a:r>
            <a:endParaRPr sz="1700"/>
          </a:p>
        </p:txBody>
      </p:sp>
      <p:sp>
        <p:nvSpPr>
          <p:cNvPr id="300" name="Google Shape;300;g139c0773061_0_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301" name="Google Shape;301;g139c0773061_0_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02" name="Google Shape;302;g139c0773061_0_1"/>
          <p:cNvSpPr txBox="1"/>
          <p:nvPr/>
        </p:nvSpPr>
        <p:spPr>
          <a:xfrm>
            <a:off x="1219200" y="2519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400"/>
              </a:spcAft>
              <a:buNone/>
            </a:pPr>
            <a:r>
              <a:rPr lang="en-US" i="1"/>
              <a:t>Styling Background:</a:t>
            </a:r>
            <a:endParaRPr i="1"/>
          </a:p>
        </p:txBody>
      </p:sp>
      <p:pic>
        <p:nvPicPr>
          <p:cNvPr id="303" name="Google Shape;303;g139c0773061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2600" y="3056278"/>
            <a:ext cx="594360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591f2fd02f_0_1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CSS properties:</a:t>
            </a:r>
            <a:endParaRPr/>
          </a:p>
        </p:txBody>
      </p:sp>
      <p:sp>
        <p:nvSpPr>
          <p:cNvPr id="309" name="Google Shape;309;g1591f2fd02f_0_142"/>
          <p:cNvSpPr txBox="1">
            <a:spLocks noGrp="1"/>
          </p:cNvSpPr>
          <p:nvPr>
            <p:ph idx="1"/>
          </p:nvPr>
        </p:nvSpPr>
        <p:spPr>
          <a:xfrm>
            <a:off x="1219200" y="2508975"/>
            <a:ext cx="4613400" cy="19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-US" sz="1400" i="1" dirty="0">
                <a:solidFill>
                  <a:srgbClr val="000000"/>
                </a:solidFill>
              </a:rPr>
              <a:t>text and font</a:t>
            </a:r>
            <a:endParaRPr sz="1400" i="1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-US" sz="1400" i="1" dirty="0">
                <a:solidFill>
                  <a:srgbClr val="000000"/>
                </a:solidFill>
              </a:rPr>
              <a:t>vertical – align</a:t>
            </a:r>
            <a:endParaRPr sz="1400" i="1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-US" sz="1400" i="1" dirty="0">
                <a:solidFill>
                  <a:srgbClr val="000000"/>
                </a:solidFill>
              </a:rPr>
              <a:t>width </a:t>
            </a:r>
            <a:endParaRPr sz="1400" i="1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-US" sz="1400" i="1" dirty="0">
                <a:solidFill>
                  <a:srgbClr val="000000"/>
                </a:solidFill>
              </a:rPr>
              <a:t>height </a:t>
            </a:r>
            <a:endParaRPr sz="1400" i="1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-US" sz="1400" i="1" dirty="0">
                <a:solidFill>
                  <a:srgbClr val="000000"/>
                </a:solidFill>
              </a:rPr>
              <a:t>background - color </a:t>
            </a:r>
            <a:endParaRPr sz="1400" i="1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-US" sz="1400" i="1" dirty="0">
                <a:solidFill>
                  <a:srgbClr val="000000"/>
                </a:solidFill>
              </a:rPr>
              <a:t>background – image</a:t>
            </a:r>
            <a:endParaRPr sz="1400" i="1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-US" sz="1400" i="1" dirty="0">
                <a:solidFill>
                  <a:srgbClr val="000000"/>
                </a:solidFill>
              </a:rPr>
              <a:t>border:</a:t>
            </a:r>
            <a:endParaRPr sz="1400" i="1" dirty="0"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</a:pPr>
            <a:r>
              <a:rPr lang="en-US" sz="1400" i="1" dirty="0">
                <a:solidFill>
                  <a:srgbClr val="000000"/>
                </a:solidFill>
              </a:rPr>
              <a:t>border-style (solid, dashed, doted, double etc.)</a:t>
            </a:r>
            <a:endParaRPr sz="1400" i="1" dirty="0"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</a:pPr>
            <a:r>
              <a:rPr lang="en-US" sz="1400" i="1" dirty="0">
                <a:solidFill>
                  <a:srgbClr val="000000"/>
                </a:solidFill>
              </a:rPr>
              <a:t>border-color </a:t>
            </a:r>
            <a:endParaRPr sz="1400" i="1" dirty="0"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</a:pPr>
            <a:r>
              <a:rPr lang="en-US" sz="1400" i="1" dirty="0">
                <a:solidFill>
                  <a:srgbClr val="000000"/>
                </a:solidFill>
              </a:rPr>
              <a:t>border-bottom (solid, dashed, doted, double etc.)</a:t>
            </a:r>
            <a:endParaRPr sz="1400" i="1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-US" sz="1400" i="1" dirty="0">
                <a:solidFill>
                  <a:srgbClr val="000000"/>
                </a:solidFill>
              </a:rPr>
              <a:t>padding </a:t>
            </a:r>
            <a:endParaRPr sz="1400" i="1" dirty="0"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</a:pPr>
            <a:r>
              <a:rPr lang="en-US" sz="1400" i="1" dirty="0">
                <a:solidFill>
                  <a:srgbClr val="000000"/>
                </a:solidFill>
              </a:rPr>
              <a:t>Padding-left</a:t>
            </a:r>
            <a:endParaRPr sz="1400" i="1" dirty="0"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</a:pPr>
            <a:r>
              <a:rPr lang="en-US" sz="1400" i="1" dirty="0">
                <a:solidFill>
                  <a:srgbClr val="000000"/>
                </a:solidFill>
              </a:rPr>
              <a:t>Padding-right</a:t>
            </a:r>
            <a:endParaRPr sz="1400" i="1" dirty="0"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</a:pPr>
            <a:r>
              <a:rPr lang="en-US" sz="1400" i="1" dirty="0">
                <a:solidFill>
                  <a:srgbClr val="000000"/>
                </a:solidFill>
              </a:rPr>
              <a:t>Padding-top</a:t>
            </a:r>
            <a:endParaRPr sz="1400" i="1" dirty="0"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</a:pPr>
            <a:r>
              <a:rPr lang="en-US" sz="1400" i="1" dirty="0">
                <a:solidFill>
                  <a:srgbClr val="000000"/>
                </a:solidFill>
              </a:rPr>
              <a:t>padding-bottom</a:t>
            </a:r>
            <a:endParaRPr sz="1400" i="1" dirty="0">
              <a:solidFill>
                <a:srgbClr val="000000"/>
              </a:solidFill>
            </a:endParaRPr>
          </a:p>
          <a:p>
            <a:pPr marL="68580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400" i="1" dirty="0">
              <a:solidFill>
                <a:srgbClr val="000000"/>
              </a:solidFill>
            </a:endParaRPr>
          </a:p>
        </p:txBody>
      </p:sp>
      <p:sp>
        <p:nvSpPr>
          <p:cNvPr id="310" name="Google Shape;310;g1591f2fd02f_0_14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311" name="Google Shape;311;g1591f2fd02f_0_14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12" name="Google Shape;312;g1591f2fd02f_0_142"/>
          <p:cNvSpPr txBox="1"/>
          <p:nvPr/>
        </p:nvSpPr>
        <p:spPr>
          <a:xfrm>
            <a:off x="1219200" y="1981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400"/>
              </a:spcAft>
              <a:buNone/>
            </a:pPr>
            <a:r>
              <a:rPr lang="en-US" i="1"/>
              <a:t>Styling tables:</a:t>
            </a:r>
            <a:endParaRPr i="1"/>
          </a:p>
        </p:txBody>
      </p:sp>
      <p:pic>
        <p:nvPicPr>
          <p:cNvPr id="313" name="Google Shape;313;g1591f2fd02f_0_142"/>
          <p:cNvPicPr preferRelativeResize="0"/>
          <p:nvPr/>
        </p:nvPicPr>
        <p:blipFill rotWithShape="1">
          <a:blip r:embed="rId3">
            <a:alphaModFix/>
          </a:blip>
          <a:srcRect b="8550"/>
          <a:stretch/>
        </p:blipFill>
        <p:spPr>
          <a:xfrm>
            <a:off x="6029825" y="2508978"/>
            <a:ext cx="5934075" cy="33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591f2fd02f_0_1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 dirty="0"/>
              <a:t>CSS properties:</a:t>
            </a:r>
            <a:endParaRPr dirty="0"/>
          </a:p>
        </p:txBody>
      </p:sp>
      <p:sp>
        <p:nvSpPr>
          <p:cNvPr id="319" name="Google Shape;319;g1591f2fd02f_0_153"/>
          <p:cNvSpPr txBox="1">
            <a:spLocks noGrp="1"/>
          </p:cNvSpPr>
          <p:nvPr>
            <p:ph idx="1"/>
          </p:nvPr>
        </p:nvSpPr>
        <p:spPr>
          <a:xfrm>
            <a:off x="1264000" y="2105575"/>
            <a:ext cx="4613400" cy="19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rgbClr val="000000"/>
                </a:solidFill>
              </a:rPr>
              <a:t>What is the box model?</a:t>
            </a:r>
            <a:endParaRPr sz="1400" i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Every element on a page is a rectangular box and may have width, height, padding, borders, and margins.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The box model allows us to add a border around elements, and to define space between elements.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C1D1F"/>
              </a:buClr>
              <a:buSzPts val="1400"/>
              <a:buFont typeface="Arial"/>
              <a:buChar char="•"/>
            </a:pPr>
            <a:r>
              <a:rPr lang="en-US" sz="1400" b="1" dirty="0">
                <a:solidFill>
                  <a:srgbClr val="1C1D1F"/>
                </a:solidFill>
              </a:rPr>
              <a:t>Content</a:t>
            </a:r>
            <a:r>
              <a:rPr lang="en-US" sz="1400" dirty="0">
                <a:solidFill>
                  <a:srgbClr val="1C1D1F"/>
                </a:solidFill>
              </a:rPr>
              <a:t> - The content of the box, where text and images appear</a:t>
            </a:r>
            <a:endParaRPr sz="1400" dirty="0">
              <a:solidFill>
                <a:srgbClr val="1C1D1F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D1F"/>
              </a:buClr>
              <a:buSzPts val="1400"/>
              <a:buFont typeface="Arial"/>
              <a:buChar char="•"/>
            </a:pPr>
            <a:r>
              <a:rPr lang="en-US" sz="1400" b="1" dirty="0">
                <a:solidFill>
                  <a:srgbClr val="1C1D1F"/>
                </a:solidFill>
              </a:rPr>
              <a:t>Padding</a:t>
            </a:r>
            <a:r>
              <a:rPr lang="en-US" sz="1400" dirty="0">
                <a:solidFill>
                  <a:srgbClr val="1C1D1F"/>
                </a:solidFill>
              </a:rPr>
              <a:t> - Clears an area around the content. The padding is transparent</a:t>
            </a:r>
            <a:endParaRPr sz="1400" dirty="0">
              <a:solidFill>
                <a:srgbClr val="1C1D1F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D1F"/>
              </a:buClr>
              <a:buSzPts val="1400"/>
              <a:buFont typeface="Arial"/>
              <a:buChar char="•"/>
            </a:pPr>
            <a:r>
              <a:rPr lang="en-US" sz="1400" b="1" dirty="0">
                <a:solidFill>
                  <a:srgbClr val="1C1D1F"/>
                </a:solidFill>
              </a:rPr>
              <a:t>Border</a:t>
            </a:r>
            <a:r>
              <a:rPr lang="en-US" sz="1400" dirty="0">
                <a:solidFill>
                  <a:srgbClr val="1C1D1F"/>
                </a:solidFill>
              </a:rPr>
              <a:t> - A border that goes around the padding and content</a:t>
            </a:r>
            <a:endParaRPr sz="1400" dirty="0">
              <a:solidFill>
                <a:srgbClr val="1C1D1F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1C1D1F"/>
              </a:buClr>
              <a:buSzPts val="1400"/>
              <a:buFont typeface="Arial"/>
              <a:buChar char="•"/>
            </a:pPr>
            <a:r>
              <a:rPr lang="en-US" sz="1400" b="1" dirty="0">
                <a:solidFill>
                  <a:srgbClr val="1C1D1F"/>
                </a:solidFill>
              </a:rPr>
              <a:t>Margin</a:t>
            </a:r>
            <a:r>
              <a:rPr lang="en-US" sz="1400" dirty="0">
                <a:solidFill>
                  <a:srgbClr val="1C1D1F"/>
                </a:solidFill>
              </a:rPr>
              <a:t> - Clears an area outside the border. The margin is transparent</a:t>
            </a:r>
            <a:endParaRPr sz="1700" i="1" dirty="0">
              <a:solidFill>
                <a:srgbClr val="000000"/>
              </a:solidFill>
            </a:endParaRPr>
          </a:p>
        </p:txBody>
      </p:sp>
      <p:sp>
        <p:nvSpPr>
          <p:cNvPr id="320" name="Google Shape;320;g1591f2fd02f_0_15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321" name="Google Shape;321;g1591f2fd02f_0_15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22" name="Google Shape;322;g1591f2fd02f_0_153" descr="Graphical user interface, shape, rectangle, PowerPoint&#10;&#10;Description automatically generated with medium confidenc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1900" y="2427678"/>
            <a:ext cx="5943600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591f2fd02f_0_1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CSS properties:</a:t>
            </a:r>
            <a:endParaRPr/>
          </a:p>
        </p:txBody>
      </p:sp>
      <p:sp>
        <p:nvSpPr>
          <p:cNvPr id="328" name="Google Shape;328;g1591f2fd02f_0_164"/>
          <p:cNvSpPr txBox="1">
            <a:spLocks noGrp="1"/>
          </p:cNvSpPr>
          <p:nvPr>
            <p:ph idx="1"/>
          </p:nvPr>
        </p:nvSpPr>
        <p:spPr>
          <a:xfrm>
            <a:off x="1264000" y="2105575"/>
            <a:ext cx="4613400" cy="19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000000"/>
                </a:solidFill>
              </a:rPr>
              <a:t>What is the box model?</a:t>
            </a:r>
            <a:endParaRPr sz="1400" i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</a:rPr>
              <a:t>Every element on a page is a rectangular box and may have width, height, padding, borders, and margins.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</a:rPr>
              <a:t>The box model allows us to add a border around elements, and to define space between elements.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C1D1F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rgbClr val="1C1D1F"/>
                </a:solidFill>
              </a:rPr>
              <a:t>Content</a:t>
            </a:r>
            <a:r>
              <a:rPr lang="en-US" sz="1400">
                <a:solidFill>
                  <a:srgbClr val="1C1D1F"/>
                </a:solidFill>
              </a:rPr>
              <a:t> - The content of the box, where text and images appear</a:t>
            </a:r>
            <a:endParaRPr sz="1400">
              <a:solidFill>
                <a:srgbClr val="1C1D1F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D1F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rgbClr val="1C1D1F"/>
                </a:solidFill>
              </a:rPr>
              <a:t>Padding</a:t>
            </a:r>
            <a:r>
              <a:rPr lang="en-US" sz="1400">
                <a:solidFill>
                  <a:srgbClr val="1C1D1F"/>
                </a:solidFill>
              </a:rPr>
              <a:t> - Clears an area around the content. The padding is transparent</a:t>
            </a:r>
            <a:endParaRPr sz="1400">
              <a:solidFill>
                <a:srgbClr val="1C1D1F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D1F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rgbClr val="1C1D1F"/>
                </a:solidFill>
              </a:rPr>
              <a:t>Border</a:t>
            </a:r>
            <a:r>
              <a:rPr lang="en-US" sz="1400">
                <a:solidFill>
                  <a:srgbClr val="1C1D1F"/>
                </a:solidFill>
              </a:rPr>
              <a:t> - A border that goes around the padding and content</a:t>
            </a:r>
            <a:endParaRPr sz="1400">
              <a:solidFill>
                <a:srgbClr val="1C1D1F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1C1D1F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rgbClr val="1C1D1F"/>
                </a:solidFill>
              </a:rPr>
              <a:t>Margin</a:t>
            </a:r>
            <a:r>
              <a:rPr lang="en-US" sz="1400">
                <a:solidFill>
                  <a:srgbClr val="1C1D1F"/>
                </a:solidFill>
              </a:rPr>
              <a:t> - Clears an area outside the border. The margin is transparent</a:t>
            </a:r>
            <a:endParaRPr sz="1700" i="1">
              <a:solidFill>
                <a:srgbClr val="000000"/>
              </a:solidFill>
            </a:endParaRPr>
          </a:p>
        </p:txBody>
      </p:sp>
      <p:sp>
        <p:nvSpPr>
          <p:cNvPr id="329" name="Google Shape;329;g1591f2fd02f_0_16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</a:t>
            </a:r>
            <a:r>
              <a:rPr lang="en-US" b="1">
                <a:solidFill>
                  <a:schemeClr val="accent1"/>
                </a:solidFill>
              </a:rPr>
              <a:t>/</a:t>
            </a:r>
            <a:r>
              <a:rPr lang="en-US"/>
              <a:t>MERN Stack</a:t>
            </a:r>
            <a:endParaRPr/>
          </a:p>
        </p:txBody>
      </p:sp>
      <p:sp>
        <p:nvSpPr>
          <p:cNvPr id="330" name="Google Shape;330;g1591f2fd02f_0_16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31" name="Google Shape;331;g1591f2fd02f_0_164" descr="A screenshot of a computer&#10;&#10;Description automatically generated with medium confidenc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9100" y="2373903"/>
            <a:ext cx="5943600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591f2fd02f_0_17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/>
              <a:t>Questions ?</a:t>
            </a:r>
            <a:endParaRPr dirty="0"/>
          </a:p>
        </p:txBody>
      </p:sp>
      <p:sp>
        <p:nvSpPr>
          <p:cNvPr id="337" name="Google Shape;337;g1591f2fd02f_0_17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MEAN/MERN Stack</a:t>
            </a:r>
            <a:endParaRPr/>
          </a:p>
        </p:txBody>
      </p:sp>
      <p:sp>
        <p:nvSpPr>
          <p:cNvPr id="338" name="Google Shape;338;g1591f2fd02f_0_17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4437</TotalTime>
  <Words>831</Words>
  <Application>Microsoft Office PowerPoint</Application>
  <PresentationFormat>Widescreen</PresentationFormat>
  <Paragraphs>196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Web Development Fundamentals   Learn CSS</vt:lpstr>
      <vt:lpstr>Learning Objectives:</vt:lpstr>
      <vt:lpstr>What is CSS?</vt:lpstr>
      <vt:lpstr>Purpose of using CSS</vt:lpstr>
      <vt:lpstr>Writing Style Sheets in CSS:</vt:lpstr>
      <vt:lpstr>Writing Style Sheets in CSS:</vt:lpstr>
      <vt:lpstr>Writing Style Sheets in CSS:</vt:lpstr>
      <vt:lpstr>Understand how to declare a style:</vt:lpstr>
      <vt:lpstr>Understand how to declare a style:</vt:lpstr>
      <vt:lpstr>Using Classes:</vt:lpstr>
      <vt:lpstr>Difference between classes and Id’s:</vt:lpstr>
      <vt:lpstr>CSS properties:</vt:lpstr>
      <vt:lpstr>CSS properties:</vt:lpstr>
      <vt:lpstr>CSS properties:</vt:lpstr>
      <vt:lpstr>CSS properties:</vt:lpstr>
      <vt:lpstr>CSS properties:</vt:lpstr>
      <vt:lpstr>CSS properties:</vt:lpstr>
      <vt:lpstr>CSS properties:</vt:lpstr>
      <vt:lpstr>CSS properties:</vt:lpstr>
      <vt:lpstr>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Fundamentals   Learn CSS</dc:title>
  <dc:creator>P@SHA;TechLift</dc:creator>
  <cp:lastModifiedBy>Aqib Rehman</cp:lastModifiedBy>
  <cp:revision>3</cp:revision>
  <dcterms:created xsi:type="dcterms:W3CDTF">2022-05-13T01:00:56Z</dcterms:created>
  <dcterms:modified xsi:type="dcterms:W3CDTF">2024-02-12T12:50:55Z</dcterms:modified>
</cp:coreProperties>
</file>