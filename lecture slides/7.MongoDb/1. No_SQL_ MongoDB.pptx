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19"/>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572A5B-0DF3-4985-88CC-0213D843D923}">
  <a:tblStyle styleId="{5E572A5B-0DF3-4985-88CC-0213D843D92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CE8269A-3006-482C-87DF-B5F962FD71D5}"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3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1A7C854B-7D34-404A-A7E3-641D8D376C03}"/>
    <pc:docChg chg="undo custSel delSld modSld modMainMaster">
      <pc:chgData name="Asif Muhammad" userId="6b0af2cb-2f76-400b-94d9-178b55ef4f85" providerId="ADAL" clId="{1A7C854B-7D34-404A-A7E3-641D8D376C03}" dt="2023-04-01T12:08:50.540" v="47" actId="20577"/>
      <pc:docMkLst>
        <pc:docMk/>
      </pc:docMkLst>
      <pc:sldChg chg="addSp modSp mod setBg">
        <pc:chgData name="Asif Muhammad" userId="6b0af2cb-2f76-400b-94d9-178b55ef4f85" providerId="ADAL" clId="{1A7C854B-7D34-404A-A7E3-641D8D376C03}" dt="2023-04-01T12:08:50.540" v="47" actId="20577"/>
        <pc:sldMkLst>
          <pc:docMk/>
          <pc:sldMk cId="0" sldId="256"/>
        </pc:sldMkLst>
        <pc:spChg chg="mod">
          <ac:chgData name="Asif Muhammad" userId="6b0af2cb-2f76-400b-94d9-178b55ef4f85" providerId="ADAL" clId="{1A7C854B-7D34-404A-A7E3-641D8D376C03}" dt="2023-04-01T12:08:50.540" v="47" actId="20577"/>
          <ac:spMkLst>
            <pc:docMk/>
            <pc:sldMk cId="0" sldId="256"/>
            <ac:spMk id="149" creationId="{00000000-0000-0000-0000-000000000000}"/>
          </ac:spMkLst>
        </pc:spChg>
        <pc:spChg chg="mod">
          <ac:chgData name="Asif Muhammad" userId="6b0af2cb-2f76-400b-94d9-178b55ef4f85" providerId="ADAL" clId="{1A7C854B-7D34-404A-A7E3-641D8D376C03}" dt="2023-04-01T12:08:37.545" v="4" actId="26606"/>
          <ac:spMkLst>
            <pc:docMk/>
            <pc:sldMk cId="0" sldId="256"/>
            <ac:spMk id="150" creationId="{00000000-0000-0000-0000-000000000000}"/>
          </ac:spMkLst>
        </pc:spChg>
        <pc:spChg chg="add">
          <ac:chgData name="Asif Muhammad" userId="6b0af2cb-2f76-400b-94d9-178b55ef4f85" providerId="ADAL" clId="{1A7C854B-7D34-404A-A7E3-641D8D376C03}" dt="2023-04-01T12:08:37.545" v="4" actId="26606"/>
          <ac:spMkLst>
            <pc:docMk/>
            <pc:sldMk cId="0" sldId="256"/>
            <ac:spMk id="155" creationId="{6F5A5072-7B47-4D32-B52A-4EBBF590B8A5}"/>
          </ac:spMkLst>
        </pc:spChg>
        <pc:spChg chg="add">
          <ac:chgData name="Asif Muhammad" userId="6b0af2cb-2f76-400b-94d9-178b55ef4f85" providerId="ADAL" clId="{1A7C854B-7D34-404A-A7E3-641D8D376C03}" dt="2023-04-01T12:08:37.545" v="4" actId="26606"/>
          <ac:spMkLst>
            <pc:docMk/>
            <pc:sldMk cId="0" sldId="256"/>
            <ac:spMk id="157" creationId="{9715DAF0-AE1B-46C9-8A6B-DB2AA05AB91D}"/>
          </ac:spMkLst>
        </pc:spChg>
        <pc:spChg chg="add">
          <ac:chgData name="Asif Muhammad" userId="6b0af2cb-2f76-400b-94d9-178b55ef4f85" providerId="ADAL" clId="{1A7C854B-7D34-404A-A7E3-641D8D376C03}" dt="2023-04-01T12:08:37.545" v="4" actId="26606"/>
          <ac:spMkLst>
            <pc:docMk/>
            <pc:sldMk cId="0" sldId="256"/>
            <ac:spMk id="159" creationId="{6016219D-510E-4184-9090-6D5578A87BD1}"/>
          </ac:spMkLst>
        </pc:spChg>
        <pc:spChg chg="add">
          <ac:chgData name="Asif Muhammad" userId="6b0af2cb-2f76-400b-94d9-178b55ef4f85" providerId="ADAL" clId="{1A7C854B-7D34-404A-A7E3-641D8D376C03}" dt="2023-04-01T12:08:37.545" v="4" actId="26606"/>
          <ac:spMkLst>
            <pc:docMk/>
            <pc:sldMk cId="0" sldId="256"/>
            <ac:spMk id="161" creationId="{AFF4A713-7B75-4B21-90D7-5AB19547C728}"/>
          </ac:spMkLst>
        </pc:spChg>
        <pc:spChg chg="add">
          <ac:chgData name="Asif Muhammad" userId="6b0af2cb-2f76-400b-94d9-178b55ef4f85" providerId="ADAL" clId="{1A7C854B-7D34-404A-A7E3-641D8D376C03}" dt="2023-04-01T12:08:37.545" v="4" actId="26606"/>
          <ac:spMkLst>
            <pc:docMk/>
            <pc:sldMk cId="0" sldId="256"/>
            <ac:spMk id="163" creationId="{DC631C0B-6DA6-4E57-8231-CE32B3434A7E}"/>
          </ac:spMkLst>
        </pc:spChg>
        <pc:spChg chg="add">
          <ac:chgData name="Asif Muhammad" userId="6b0af2cb-2f76-400b-94d9-178b55ef4f85" providerId="ADAL" clId="{1A7C854B-7D34-404A-A7E3-641D8D376C03}" dt="2023-04-01T12:08:37.545" v="4" actId="26606"/>
          <ac:spMkLst>
            <pc:docMk/>
            <pc:sldMk cId="0" sldId="256"/>
            <ac:spMk id="165" creationId="{C29501E6-A978-4A61-9689-9085AF97A53A}"/>
          </ac:spMkLst>
        </pc:spChg>
      </pc:sldChg>
      <pc:sldChg chg="del">
        <pc:chgData name="Asif Muhammad" userId="6b0af2cb-2f76-400b-94d9-178b55ef4f85" providerId="ADAL" clId="{1A7C854B-7D34-404A-A7E3-641D8D376C03}" dt="2023-04-01T12:08:02.140" v="0" actId="47"/>
        <pc:sldMkLst>
          <pc:docMk/>
          <pc:sldMk cId="0" sldId="257"/>
        </pc:sldMkLst>
      </pc:sldChg>
      <pc:sldChg chg="modSp mod">
        <pc:chgData name="Asif Muhammad" userId="6b0af2cb-2f76-400b-94d9-178b55ef4f85" providerId="ADAL" clId="{1A7C854B-7D34-404A-A7E3-641D8D376C03}" dt="2023-04-01T12:08:17.201" v="3" actId="27636"/>
        <pc:sldMkLst>
          <pc:docMk/>
          <pc:sldMk cId="0" sldId="258"/>
        </pc:sldMkLst>
        <pc:spChg chg="mod">
          <ac:chgData name="Asif Muhammad" userId="6b0af2cb-2f76-400b-94d9-178b55ef4f85" providerId="ADAL" clId="{1A7C854B-7D34-404A-A7E3-641D8D376C03}" dt="2023-04-01T12:08:17.025" v="2"/>
          <ac:spMkLst>
            <pc:docMk/>
            <pc:sldMk cId="0" sldId="258"/>
            <ac:spMk id="162" creationId="{00000000-0000-0000-0000-000000000000}"/>
          </ac:spMkLst>
        </pc:spChg>
        <pc:spChg chg="mod">
          <ac:chgData name="Asif Muhammad" userId="6b0af2cb-2f76-400b-94d9-178b55ef4f85" providerId="ADAL" clId="{1A7C854B-7D34-404A-A7E3-641D8D376C03}" dt="2023-04-01T12:08:17.201" v="3" actId="27636"/>
          <ac:spMkLst>
            <pc:docMk/>
            <pc:sldMk cId="0" sldId="258"/>
            <ac:spMk id="163" creationId="{00000000-0000-0000-0000-000000000000}"/>
          </ac:spMkLst>
        </pc:spChg>
        <pc:spChg chg="mod">
          <ac:chgData name="Asif Muhammad" userId="6b0af2cb-2f76-400b-94d9-178b55ef4f85" providerId="ADAL" clId="{1A7C854B-7D34-404A-A7E3-641D8D376C03}" dt="2023-04-01T12:08:17.025" v="2"/>
          <ac:spMkLst>
            <pc:docMk/>
            <pc:sldMk cId="0" sldId="258"/>
            <ac:spMk id="164" creationId="{00000000-0000-0000-0000-000000000000}"/>
          </ac:spMkLst>
        </pc:spChg>
        <pc:spChg chg="mod">
          <ac:chgData name="Asif Muhammad" userId="6b0af2cb-2f76-400b-94d9-178b55ef4f85" providerId="ADAL" clId="{1A7C854B-7D34-404A-A7E3-641D8D376C03}" dt="2023-04-01T12:08:17.025" v="2"/>
          <ac:spMkLst>
            <pc:docMk/>
            <pc:sldMk cId="0" sldId="258"/>
            <ac:spMk id="165" creationId="{00000000-0000-0000-0000-000000000000}"/>
          </ac:spMkLst>
        </pc:spChg>
      </pc:sldChg>
      <pc:sldChg chg="del">
        <pc:chgData name="Asif Muhammad" userId="6b0af2cb-2f76-400b-94d9-178b55ef4f85" providerId="ADAL" clId="{1A7C854B-7D34-404A-A7E3-641D8D376C03}" dt="2023-04-01T12:08:04.146" v="1" actId="47"/>
        <pc:sldMkLst>
          <pc:docMk/>
          <pc:sldMk cId="0" sldId="259"/>
        </pc:sldMkLst>
      </pc:sldChg>
      <pc:sldChg chg="modSp">
        <pc:chgData name="Asif Muhammad" userId="6b0af2cb-2f76-400b-94d9-178b55ef4f85" providerId="ADAL" clId="{1A7C854B-7D34-404A-A7E3-641D8D376C03}" dt="2023-04-01T12:08:17.025" v="2"/>
        <pc:sldMkLst>
          <pc:docMk/>
          <pc:sldMk cId="0" sldId="260"/>
        </pc:sldMkLst>
        <pc:spChg chg="mod">
          <ac:chgData name="Asif Muhammad" userId="6b0af2cb-2f76-400b-94d9-178b55ef4f85" providerId="ADAL" clId="{1A7C854B-7D34-404A-A7E3-641D8D376C03}" dt="2023-04-01T12:08:17.025" v="2"/>
          <ac:spMkLst>
            <pc:docMk/>
            <pc:sldMk cId="0" sldId="260"/>
            <ac:spMk id="177" creationId="{00000000-0000-0000-0000-000000000000}"/>
          </ac:spMkLst>
        </pc:spChg>
        <pc:spChg chg="mod">
          <ac:chgData name="Asif Muhammad" userId="6b0af2cb-2f76-400b-94d9-178b55ef4f85" providerId="ADAL" clId="{1A7C854B-7D34-404A-A7E3-641D8D376C03}" dt="2023-04-01T12:08:17.025" v="2"/>
          <ac:spMkLst>
            <pc:docMk/>
            <pc:sldMk cId="0" sldId="260"/>
            <ac:spMk id="178" creationId="{00000000-0000-0000-0000-000000000000}"/>
          </ac:spMkLst>
        </pc:spChg>
      </pc:sldChg>
      <pc:sldChg chg="modSp">
        <pc:chgData name="Asif Muhammad" userId="6b0af2cb-2f76-400b-94d9-178b55ef4f85" providerId="ADAL" clId="{1A7C854B-7D34-404A-A7E3-641D8D376C03}" dt="2023-04-01T12:08:17.025" v="2"/>
        <pc:sldMkLst>
          <pc:docMk/>
          <pc:sldMk cId="0" sldId="261"/>
        </pc:sldMkLst>
        <pc:spChg chg="mod">
          <ac:chgData name="Asif Muhammad" userId="6b0af2cb-2f76-400b-94d9-178b55ef4f85" providerId="ADAL" clId="{1A7C854B-7D34-404A-A7E3-641D8D376C03}" dt="2023-04-01T12:08:17.025" v="2"/>
          <ac:spMkLst>
            <pc:docMk/>
            <pc:sldMk cId="0" sldId="261"/>
            <ac:spMk id="185" creationId="{00000000-0000-0000-0000-000000000000}"/>
          </ac:spMkLst>
        </pc:spChg>
        <pc:spChg chg="mod">
          <ac:chgData name="Asif Muhammad" userId="6b0af2cb-2f76-400b-94d9-178b55ef4f85" providerId="ADAL" clId="{1A7C854B-7D34-404A-A7E3-641D8D376C03}" dt="2023-04-01T12:08:17.025" v="2"/>
          <ac:spMkLst>
            <pc:docMk/>
            <pc:sldMk cId="0" sldId="261"/>
            <ac:spMk id="186" creationId="{00000000-0000-0000-0000-000000000000}"/>
          </ac:spMkLst>
        </pc:spChg>
      </pc:sldChg>
      <pc:sldChg chg="modSp">
        <pc:chgData name="Asif Muhammad" userId="6b0af2cb-2f76-400b-94d9-178b55ef4f85" providerId="ADAL" clId="{1A7C854B-7D34-404A-A7E3-641D8D376C03}" dt="2023-04-01T12:08:17.025" v="2"/>
        <pc:sldMkLst>
          <pc:docMk/>
          <pc:sldMk cId="0" sldId="262"/>
        </pc:sldMkLst>
        <pc:spChg chg="mod">
          <ac:chgData name="Asif Muhammad" userId="6b0af2cb-2f76-400b-94d9-178b55ef4f85" providerId="ADAL" clId="{1A7C854B-7D34-404A-A7E3-641D8D376C03}" dt="2023-04-01T12:08:17.025" v="2"/>
          <ac:spMkLst>
            <pc:docMk/>
            <pc:sldMk cId="0" sldId="262"/>
            <ac:spMk id="194" creationId="{00000000-0000-0000-0000-000000000000}"/>
          </ac:spMkLst>
        </pc:spChg>
        <pc:spChg chg="mod">
          <ac:chgData name="Asif Muhammad" userId="6b0af2cb-2f76-400b-94d9-178b55ef4f85" providerId="ADAL" clId="{1A7C854B-7D34-404A-A7E3-641D8D376C03}" dt="2023-04-01T12:08:17.025" v="2"/>
          <ac:spMkLst>
            <pc:docMk/>
            <pc:sldMk cId="0" sldId="262"/>
            <ac:spMk id="195" creationId="{00000000-0000-0000-0000-000000000000}"/>
          </ac:spMkLst>
        </pc:spChg>
      </pc:sldChg>
      <pc:sldChg chg="modSp">
        <pc:chgData name="Asif Muhammad" userId="6b0af2cb-2f76-400b-94d9-178b55ef4f85" providerId="ADAL" clId="{1A7C854B-7D34-404A-A7E3-641D8D376C03}" dt="2023-04-01T12:08:17.025" v="2"/>
        <pc:sldMkLst>
          <pc:docMk/>
          <pc:sldMk cId="0" sldId="263"/>
        </pc:sldMkLst>
        <pc:spChg chg="mod">
          <ac:chgData name="Asif Muhammad" userId="6b0af2cb-2f76-400b-94d9-178b55ef4f85" providerId="ADAL" clId="{1A7C854B-7D34-404A-A7E3-641D8D376C03}" dt="2023-04-01T12:08:17.025" v="2"/>
          <ac:spMkLst>
            <pc:docMk/>
            <pc:sldMk cId="0" sldId="263"/>
            <ac:spMk id="202" creationId="{00000000-0000-0000-0000-000000000000}"/>
          </ac:spMkLst>
        </pc:spChg>
        <pc:spChg chg="mod">
          <ac:chgData name="Asif Muhammad" userId="6b0af2cb-2f76-400b-94d9-178b55ef4f85" providerId="ADAL" clId="{1A7C854B-7D34-404A-A7E3-641D8D376C03}" dt="2023-04-01T12:08:17.025" v="2"/>
          <ac:spMkLst>
            <pc:docMk/>
            <pc:sldMk cId="0" sldId="263"/>
            <ac:spMk id="203" creationId="{00000000-0000-0000-0000-000000000000}"/>
          </ac:spMkLst>
        </pc:spChg>
      </pc:sldChg>
      <pc:sldChg chg="modSp">
        <pc:chgData name="Asif Muhammad" userId="6b0af2cb-2f76-400b-94d9-178b55ef4f85" providerId="ADAL" clId="{1A7C854B-7D34-404A-A7E3-641D8D376C03}" dt="2023-04-01T12:08:17.025" v="2"/>
        <pc:sldMkLst>
          <pc:docMk/>
          <pc:sldMk cId="0" sldId="264"/>
        </pc:sldMkLst>
        <pc:spChg chg="mod">
          <ac:chgData name="Asif Muhammad" userId="6b0af2cb-2f76-400b-94d9-178b55ef4f85" providerId="ADAL" clId="{1A7C854B-7D34-404A-A7E3-641D8D376C03}" dt="2023-04-01T12:08:17.025" v="2"/>
          <ac:spMkLst>
            <pc:docMk/>
            <pc:sldMk cId="0" sldId="264"/>
            <ac:spMk id="210" creationId="{00000000-0000-0000-0000-000000000000}"/>
          </ac:spMkLst>
        </pc:spChg>
        <pc:spChg chg="mod">
          <ac:chgData name="Asif Muhammad" userId="6b0af2cb-2f76-400b-94d9-178b55ef4f85" providerId="ADAL" clId="{1A7C854B-7D34-404A-A7E3-641D8D376C03}" dt="2023-04-01T12:08:17.025" v="2"/>
          <ac:spMkLst>
            <pc:docMk/>
            <pc:sldMk cId="0" sldId="264"/>
            <ac:spMk id="211" creationId="{00000000-0000-0000-0000-000000000000}"/>
          </ac:spMkLst>
        </pc:spChg>
      </pc:sldChg>
      <pc:sldChg chg="modSp">
        <pc:chgData name="Asif Muhammad" userId="6b0af2cb-2f76-400b-94d9-178b55ef4f85" providerId="ADAL" clId="{1A7C854B-7D34-404A-A7E3-641D8D376C03}" dt="2023-04-01T12:08:17.025" v="2"/>
        <pc:sldMkLst>
          <pc:docMk/>
          <pc:sldMk cId="0" sldId="265"/>
        </pc:sldMkLst>
        <pc:spChg chg="mod">
          <ac:chgData name="Asif Muhammad" userId="6b0af2cb-2f76-400b-94d9-178b55ef4f85" providerId="ADAL" clId="{1A7C854B-7D34-404A-A7E3-641D8D376C03}" dt="2023-04-01T12:08:17.025" v="2"/>
          <ac:spMkLst>
            <pc:docMk/>
            <pc:sldMk cId="0" sldId="265"/>
            <ac:spMk id="218" creationId="{00000000-0000-0000-0000-000000000000}"/>
          </ac:spMkLst>
        </pc:spChg>
        <pc:spChg chg="mod">
          <ac:chgData name="Asif Muhammad" userId="6b0af2cb-2f76-400b-94d9-178b55ef4f85" providerId="ADAL" clId="{1A7C854B-7D34-404A-A7E3-641D8D376C03}" dt="2023-04-01T12:08:17.025" v="2"/>
          <ac:spMkLst>
            <pc:docMk/>
            <pc:sldMk cId="0" sldId="265"/>
            <ac:spMk id="219" creationId="{00000000-0000-0000-0000-000000000000}"/>
          </ac:spMkLst>
        </pc:spChg>
      </pc:sldChg>
      <pc:sldChg chg="modSp">
        <pc:chgData name="Asif Muhammad" userId="6b0af2cb-2f76-400b-94d9-178b55ef4f85" providerId="ADAL" clId="{1A7C854B-7D34-404A-A7E3-641D8D376C03}" dt="2023-04-01T12:08:17.025" v="2"/>
        <pc:sldMkLst>
          <pc:docMk/>
          <pc:sldMk cId="0" sldId="266"/>
        </pc:sldMkLst>
        <pc:spChg chg="mod">
          <ac:chgData name="Asif Muhammad" userId="6b0af2cb-2f76-400b-94d9-178b55ef4f85" providerId="ADAL" clId="{1A7C854B-7D34-404A-A7E3-641D8D376C03}" dt="2023-04-01T12:08:17.025" v="2"/>
          <ac:spMkLst>
            <pc:docMk/>
            <pc:sldMk cId="0" sldId="266"/>
            <ac:spMk id="226" creationId="{00000000-0000-0000-0000-000000000000}"/>
          </ac:spMkLst>
        </pc:spChg>
        <pc:spChg chg="mod">
          <ac:chgData name="Asif Muhammad" userId="6b0af2cb-2f76-400b-94d9-178b55ef4f85" providerId="ADAL" clId="{1A7C854B-7D34-404A-A7E3-641D8D376C03}" dt="2023-04-01T12:08:17.025" v="2"/>
          <ac:spMkLst>
            <pc:docMk/>
            <pc:sldMk cId="0" sldId="266"/>
            <ac:spMk id="227" creationId="{00000000-0000-0000-0000-000000000000}"/>
          </ac:spMkLst>
        </pc:spChg>
      </pc:sldChg>
      <pc:sldChg chg="modSp">
        <pc:chgData name="Asif Muhammad" userId="6b0af2cb-2f76-400b-94d9-178b55ef4f85" providerId="ADAL" clId="{1A7C854B-7D34-404A-A7E3-641D8D376C03}" dt="2023-04-01T12:08:17.025" v="2"/>
        <pc:sldMkLst>
          <pc:docMk/>
          <pc:sldMk cId="0" sldId="267"/>
        </pc:sldMkLst>
        <pc:spChg chg="mod">
          <ac:chgData name="Asif Muhammad" userId="6b0af2cb-2f76-400b-94d9-178b55ef4f85" providerId="ADAL" clId="{1A7C854B-7D34-404A-A7E3-641D8D376C03}" dt="2023-04-01T12:08:17.025" v="2"/>
          <ac:spMkLst>
            <pc:docMk/>
            <pc:sldMk cId="0" sldId="267"/>
            <ac:spMk id="235" creationId="{00000000-0000-0000-0000-000000000000}"/>
          </ac:spMkLst>
        </pc:spChg>
        <pc:spChg chg="mod">
          <ac:chgData name="Asif Muhammad" userId="6b0af2cb-2f76-400b-94d9-178b55ef4f85" providerId="ADAL" clId="{1A7C854B-7D34-404A-A7E3-641D8D376C03}" dt="2023-04-01T12:08:17.025" v="2"/>
          <ac:spMkLst>
            <pc:docMk/>
            <pc:sldMk cId="0" sldId="267"/>
            <ac:spMk id="236" creationId="{00000000-0000-0000-0000-000000000000}"/>
          </ac:spMkLst>
        </pc:spChg>
      </pc:sldChg>
      <pc:sldChg chg="modSp">
        <pc:chgData name="Asif Muhammad" userId="6b0af2cb-2f76-400b-94d9-178b55ef4f85" providerId="ADAL" clId="{1A7C854B-7D34-404A-A7E3-641D8D376C03}" dt="2023-04-01T12:08:17.025" v="2"/>
        <pc:sldMkLst>
          <pc:docMk/>
          <pc:sldMk cId="0" sldId="268"/>
        </pc:sldMkLst>
        <pc:spChg chg="mod">
          <ac:chgData name="Asif Muhammad" userId="6b0af2cb-2f76-400b-94d9-178b55ef4f85" providerId="ADAL" clId="{1A7C854B-7D34-404A-A7E3-641D8D376C03}" dt="2023-04-01T12:08:17.025" v="2"/>
          <ac:spMkLst>
            <pc:docMk/>
            <pc:sldMk cId="0" sldId="268"/>
            <ac:spMk id="244" creationId="{00000000-0000-0000-0000-000000000000}"/>
          </ac:spMkLst>
        </pc:spChg>
        <pc:spChg chg="mod">
          <ac:chgData name="Asif Muhammad" userId="6b0af2cb-2f76-400b-94d9-178b55ef4f85" providerId="ADAL" clId="{1A7C854B-7D34-404A-A7E3-641D8D376C03}" dt="2023-04-01T12:08:17.025" v="2"/>
          <ac:spMkLst>
            <pc:docMk/>
            <pc:sldMk cId="0" sldId="268"/>
            <ac:spMk id="245" creationId="{00000000-0000-0000-0000-000000000000}"/>
          </ac:spMkLst>
        </pc:spChg>
      </pc:sldChg>
      <pc:sldChg chg="modSp">
        <pc:chgData name="Asif Muhammad" userId="6b0af2cb-2f76-400b-94d9-178b55ef4f85" providerId="ADAL" clId="{1A7C854B-7D34-404A-A7E3-641D8D376C03}" dt="2023-04-01T12:08:17.025" v="2"/>
        <pc:sldMkLst>
          <pc:docMk/>
          <pc:sldMk cId="0" sldId="269"/>
        </pc:sldMkLst>
        <pc:spChg chg="mod">
          <ac:chgData name="Asif Muhammad" userId="6b0af2cb-2f76-400b-94d9-178b55ef4f85" providerId="ADAL" clId="{1A7C854B-7D34-404A-A7E3-641D8D376C03}" dt="2023-04-01T12:08:17.025" v="2"/>
          <ac:spMkLst>
            <pc:docMk/>
            <pc:sldMk cId="0" sldId="269"/>
            <ac:spMk id="252" creationId="{00000000-0000-0000-0000-000000000000}"/>
          </ac:spMkLst>
        </pc:spChg>
        <pc:spChg chg="mod">
          <ac:chgData name="Asif Muhammad" userId="6b0af2cb-2f76-400b-94d9-178b55ef4f85" providerId="ADAL" clId="{1A7C854B-7D34-404A-A7E3-641D8D376C03}" dt="2023-04-01T12:08:17.025" v="2"/>
          <ac:spMkLst>
            <pc:docMk/>
            <pc:sldMk cId="0" sldId="269"/>
            <ac:spMk id="253" creationId="{00000000-0000-0000-0000-000000000000}"/>
          </ac:spMkLst>
        </pc:spChg>
      </pc:sldChg>
      <pc:sldChg chg="modSp">
        <pc:chgData name="Asif Muhammad" userId="6b0af2cb-2f76-400b-94d9-178b55ef4f85" providerId="ADAL" clId="{1A7C854B-7D34-404A-A7E3-641D8D376C03}" dt="2023-04-01T12:08:17.025" v="2"/>
        <pc:sldMkLst>
          <pc:docMk/>
          <pc:sldMk cId="0" sldId="270"/>
        </pc:sldMkLst>
        <pc:spChg chg="mod">
          <ac:chgData name="Asif Muhammad" userId="6b0af2cb-2f76-400b-94d9-178b55ef4f85" providerId="ADAL" clId="{1A7C854B-7D34-404A-A7E3-641D8D376C03}" dt="2023-04-01T12:08:17.025" v="2"/>
          <ac:spMkLst>
            <pc:docMk/>
            <pc:sldMk cId="0" sldId="270"/>
            <ac:spMk id="260" creationId="{00000000-0000-0000-0000-000000000000}"/>
          </ac:spMkLst>
        </pc:spChg>
        <pc:spChg chg="mod">
          <ac:chgData name="Asif Muhammad" userId="6b0af2cb-2f76-400b-94d9-178b55ef4f85" providerId="ADAL" clId="{1A7C854B-7D34-404A-A7E3-641D8D376C03}" dt="2023-04-01T12:08:17.025" v="2"/>
          <ac:spMkLst>
            <pc:docMk/>
            <pc:sldMk cId="0" sldId="270"/>
            <ac:spMk id="261" creationId="{00000000-0000-0000-0000-000000000000}"/>
          </ac:spMkLst>
        </pc:spChg>
      </pc:sldChg>
      <pc:sldChg chg="modSp">
        <pc:chgData name="Asif Muhammad" userId="6b0af2cb-2f76-400b-94d9-178b55ef4f85" providerId="ADAL" clId="{1A7C854B-7D34-404A-A7E3-641D8D376C03}" dt="2023-04-01T12:08:17.025" v="2"/>
        <pc:sldMkLst>
          <pc:docMk/>
          <pc:sldMk cId="0" sldId="271"/>
        </pc:sldMkLst>
        <pc:spChg chg="mod">
          <ac:chgData name="Asif Muhammad" userId="6b0af2cb-2f76-400b-94d9-178b55ef4f85" providerId="ADAL" clId="{1A7C854B-7D34-404A-A7E3-641D8D376C03}" dt="2023-04-01T12:08:17.025" v="2"/>
          <ac:spMkLst>
            <pc:docMk/>
            <pc:sldMk cId="0" sldId="271"/>
            <ac:spMk id="268" creationId="{00000000-0000-0000-0000-000000000000}"/>
          </ac:spMkLst>
        </pc:spChg>
        <pc:spChg chg="mod">
          <ac:chgData name="Asif Muhammad" userId="6b0af2cb-2f76-400b-94d9-178b55ef4f85" providerId="ADAL" clId="{1A7C854B-7D34-404A-A7E3-641D8D376C03}" dt="2023-04-01T12:08:17.025" v="2"/>
          <ac:spMkLst>
            <pc:docMk/>
            <pc:sldMk cId="0" sldId="271"/>
            <ac:spMk id="269" creationId="{00000000-0000-0000-0000-000000000000}"/>
          </ac:spMkLst>
        </pc:spChg>
      </pc:sldChg>
      <pc:sldChg chg="modSp">
        <pc:chgData name="Asif Muhammad" userId="6b0af2cb-2f76-400b-94d9-178b55ef4f85" providerId="ADAL" clId="{1A7C854B-7D34-404A-A7E3-641D8D376C03}" dt="2023-04-01T12:08:17.025" v="2"/>
        <pc:sldMkLst>
          <pc:docMk/>
          <pc:sldMk cId="0" sldId="272"/>
        </pc:sldMkLst>
        <pc:spChg chg="mod">
          <ac:chgData name="Asif Muhammad" userId="6b0af2cb-2f76-400b-94d9-178b55ef4f85" providerId="ADAL" clId="{1A7C854B-7D34-404A-A7E3-641D8D376C03}" dt="2023-04-01T12:08:17.025" v="2"/>
          <ac:spMkLst>
            <pc:docMk/>
            <pc:sldMk cId="0" sldId="272"/>
            <ac:spMk id="276" creationId="{00000000-0000-0000-0000-000000000000}"/>
          </ac:spMkLst>
        </pc:spChg>
        <pc:spChg chg="mod">
          <ac:chgData name="Asif Muhammad" userId="6b0af2cb-2f76-400b-94d9-178b55ef4f85" providerId="ADAL" clId="{1A7C854B-7D34-404A-A7E3-641D8D376C03}" dt="2023-04-01T12:08:17.025" v="2"/>
          <ac:spMkLst>
            <pc:docMk/>
            <pc:sldMk cId="0" sldId="272"/>
            <ac:spMk id="277" creationId="{00000000-0000-0000-0000-000000000000}"/>
          </ac:spMkLst>
        </pc:spChg>
      </pc:sldChg>
      <pc:sldChg chg="modSp">
        <pc:chgData name="Asif Muhammad" userId="6b0af2cb-2f76-400b-94d9-178b55ef4f85" providerId="ADAL" clId="{1A7C854B-7D34-404A-A7E3-641D8D376C03}" dt="2023-04-01T12:08:17.025" v="2"/>
        <pc:sldMkLst>
          <pc:docMk/>
          <pc:sldMk cId="0" sldId="273"/>
        </pc:sldMkLst>
        <pc:spChg chg="mod">
          <ac:chgData name="Asif Muhammad" userId="6b0af2cb-2f76-400b-94d9-178b55ef4f85" providerId="ADAL" clId="{1A7C854B-7D34-404A-A7E3-641D8D376C03}" dt="2023-04-01T12:08:17.025" v="2"/>
          <ac:spMkLst>
            <pc:docMk/>
            <pc:sldMk cId="0" sldId="273"/>
            <ac:spMk id="284" creationId="{00000000-0000-0000-0000-000000000000}"/>
          </ac:spMkLst>
        </pc:spChg>
        <pc:spChg chg="mod">
          <ac:chgData name="Asif Muhammad" userId="6b0af2cb-2f76-400b-94d9-178b55ef4f85" providerId="ADAL" clId="{1A7C854B-7D34-404A-A7E3-641D8D376C03}" dt="2023-04-01T12:08:17.025" v="2"/>
          <ac:spMkLst>
            <pc:docMk/>
            <pc:sldMk cId="0" sldId="273"/>
            <ac:spMk id="285" creationId="{00000000-0000-0000-0000-000000000000}"/>
          </ac:spMkLst>
        </pc:spChg>
      </pc:sldChg>
      <pc:sldChg chg="modSp">
        <pc:chgData name="Asif Muhammad" userId="6b0af2cb-2f76-400b-94d9-178b55ef4f85" providerId="ADAL" clId="{1A7C854B-7D34-404A-A7E3-641D8D376C03}" dt="2023-04-01T12:08:17.025" v="2"/>
        <pc:sldMkLst>
          <pc:docMk/>
          <pc:sldMk cId="0" sldId="274"/>
        </pc:sldMkLst>
        <pc:spChg chg="mod">
          <ac:chgData name="Asif Muhammad" userId="6b0af2cb-2f76-400b-94d9-178b55ef4f85" providerId="ADAL" clId="{1A7C854B-7D34-404A-A7E3-641D8D376C03}" dt="2023-04-01T12:08:17.025" v="2"/>
          <ac:spMkLst>
            <pc:docMk/>
            <pc:sldMk cId="0" sldId="274"/>
            <ac:spMk id="292" creationId="{00000000-0000-0000-0000-000000000000}"/>
          </ac:spMkLst>
        </pc:spChg>
        <pc:spChg chg="mod">
          <ac:chgData name="Asif Muhammad" userId="6b0af2cb-2f76-400b-94d9-178b55ef4f85" providerId="ADAL" clId="{1A7C854B-7D34-404A-A7E3-641D8D376C03}" dt="2023-04-01T12:08:17.025" v="2"/>
          <ac:spMkLst>
            <pc:docMk/>
            <pc:sldMk cId="0" sldId="274"/>
            <ac:spMk id="293" creationId="{00000000-0000-0000-0000-000000000000}"/>
          </ac:spMkLst>
        </pc:spChg>
        <pc:spChg chg="mod">
          <ac:chgData name="Asif Muhammad" userId="6b0af2cb-2f76-400b-94d9-178b55ef4f85" providerId="ADAL" clId="{1A7C854B-7D34-404A-A7E3-641D8D376C03}" dt="2023-04-01T12:08:17.025" v="2"/>
          <ac:spMkLst>
            <pc:docMk/>
            <pc:sldMk cId="0" sldId="274"/>
            <ac:spMk id="294" creationId="{00000000-0000-0000-0000-000000000000}"/>
          </ac:spMkLst>
        </pc:spChg>
      </pc:sldChg>
      <pc:sldMasterChg chg="modSldLayout">
        <pc:chgData name="Asif Muhammad" userId="6b0af2cb-2f76-400b-94d9-178b55ef4f85" providerId="ADAL" clId="{1A7C854B-7D34-404A-A7E3-641D8D376C03}" dt="2023-04-01T12:08:17.025" v="2"/>
        <pc:sldMasterMkLst>
          <pc:docMk/>
          <pc:sldMasterMk cId="816466087" sldId="2147483667"/>
        </pc:sldMasterMkLst>
        <pc:sldLayoutChg chg="delSp">
          <pc:chgData name="Asif Muhammad" userId="6b0af2cb-2f76-400b-94d9-178b55ef4f85" providerId="ADAL" clId="{1A7C854B-7D34-404A-A7E3-641D8D376C03}" dt="2023-04-01T12:08:17.025" v="2"/>
          <pc:sldLayoutMkLst>
            <pc:docMk/>
            <pc:sldMasterMk cId="816466087" sldId="2147483667"/>
            <pc:sldLayoutMk cId="2229450473" sldId="2147483679"/>
          </pc:sldLayoutMkLst>
          <pc:picChg chg="del">
            <ac:chgData name="Asif Muhammad" userId="6b0af2cb-2f76-400b-94d9-178b55ef4f85" providerId="ADAL" clId="{1A7C854B-7D34-404A-A7E3-641D8D376C03}" dt="2023-04-01T12:08:17.025" v="2"/>
            <ac:picMkLst>
              <pc:docMk/>
              <pc:sldMasterMk cId="816466087" sldId="2147483667"/>
              <pc:sldLayoutMk cId="2229450473" sldId="2147483679"/>
              <ac:picMk id="25" creationId="{00000000-0000-0000-0000-000000000000}"/>
            </ac:picMkLst>
          </pc:picChg>
          <pc:picChg chg="del">
            <ac:chgData name="Asif Muhammad" userId="6b0af2cb-2f76-400b-94d9-178b55ef4f85" providerId="ADAL" clId="{1A7C854B-7D34-404A-A7E3-641D8D376C03}" dt="2023-04-01T12:08:17.025" v="2"/>
            <ac:picMkLst>
              <pc:docMk/>
              <pc:sldMasterMk cId="816466087" sldId="2147483667"/>
              <pc:sldLayoutMk cId="2229450473" sldId="2147483679"/>
              <ac:picMk id="26" creationId="{00000000-0000-0000-0000-000000000000}"/>
            </ac:picMkLst>
          </pc:picChg>
          <pc:picChg chg="del">
            <ac:chgData name="Asif Muhammad" userId="6b0af2cb-2f76-400b-94d9-178b55ef4f85" providerId="ADAL" clId="{1A7C854B-7D34-404A-A7E3-641D8D376C03}" dt="2023-04-01T12:08:17.025" v="2"/>
            <ac:picMkLst>
              <pc:docMk/>
              <pc:sldMasterMk cId="816466087" sldId="2147483667"/>
              <pc:sldLayoutMk cId="2229450473" sldId="2147483679"/>
              <ac:picMk id="27" creationId="{00000000-0000-0000-0000-000000000000}"/>
            </ac:picMkLst>
          </pc:picChg>
        </pc:sldLayoutChg>
      </pc:sldMasterChg>
    </pc:docChg>
  </pc:docChgLst>
  <pc:docChgLst>
    <pc:chgData name="Asif Muhammad" userId="6b0af2cb-2f76-400b-94d9-178b55ef4f85" providerId="ADAL" clId="{5D4D65A9-C946-4A68-A368-AD8FF329DC2F}"/>
    <pc:docChg chg="modSld">
      <pc:chgData name="Asif Muhammad" userId="6b0af2cb-2f76-400b-94d9-178b55ef4f85" providerId="ADAL" clId="{5D4D65A9-C946-4A68-A368-AD8FF329DC2F}" dt="2023-04-16T09:54:49.308" v="28" actId="20577"/>
      <pc:docMkLst>
        <pc:docMk/>
      </pc:docMkLst>
      <pc:sldChg chg="modSp mod">
        <pc:chgData name="Asif Muhammad" userId="6b0af2cb-2f76-400b-94d9-178b55ef4f85" providerId="ADAL" clId="{5D4D65A9-C946-4A68-A368-AD8FF329DC2F}" dt="2023-04-16T09:35:02.500" v="7" actId="403"/>
        <pc:sldMkLst>
          <pc:docMk/>
          <pc:sldMk cId="0" sldId="263"/>
        </pc:sldMkLst>
        <pc:graphicFrameChg chg="modGraphic">
          <ac:chgData name="Asif Muhammad" userId="6b0af2cb-2f76-400b-94d9-178b55ef4f85" providerId="ADAL" clId="{5D4D65A9-C946-4A68-A368-AD8FF329DC2F}" dt="2023-04-16T09:35:02.500" v="7" actId="403"/>
          <ac:graphicFrameMkLst>
            <pc:docMk/>
            <pc:sldMk cId="0" sldId="263"/>
            <ac:graphicFrameMk id="204" creationId="{00000000-0000-0000-0000-000000000000}"/>
          </ac:graphicFrameMkLst>
        </pc:graphicFrameChg>
      </pc:sldChg>
      <pc:sldChg chg="modSp mod">
        <pc:chgData name="Asif Muhammad" userId="6b0af2cb-2f76-400b-94d9-178b55ef4f85" providerId="ADAL" clId="{5D4D65A9-C946-4A68-A368-AD8FF329DC2F}" dt="2023-04-16T09:45:07.303" v="8" actId="20577"/>
        <pc:sldMkLst>
          <pc:docMk/>
          <pc:sldMk cId="0" sldId="265"/>
        </pc:sldMkLst>
        <pc:graphicFrameChg chg="modGraphic">
          <ac:chgData name="Asif Muhammad" userId="6b0af2cb-2f76-400b-94d9-178b55ef4f85" providerId="ADAL" clId="{5D4D65A9-C946-4A68-A368-AD8FF329DC2F}" dt="2023-04-16T09:45:07.303" v="8" actId="20577"/>
          <ac:graphicFrameMkLst>
            <pc:docMk/>
            <pc:sldMk cId="0" sldId="265"/>
            <ac:graphicFrameMk id="220" creationId="{00000000-0000-0000-0000-000000000000}"/>
          </ac:graphicFrameMkLst>
        </pc:graphicFrameChg>
      </pc:sldChg>
      <pc:sldChg chg="modSp mod">
        <pc:chgData name="Asif Muhammad" userId="6b0af2cb-2f76-400b-94d9-178b55ef4f85" providerId="ADAL" clId="{5D4D65A9-C946-4A68-A368-AD8FF329DC2F}" dt="2023-04-16T09:53:21.052" v="11" actId="20577"/>
        <pc:sldMkLst>
          <pc:docMk/>
          <pc:sldMk cId="0" sldId="271"/>
        </pc:sldMkLst>
        <pc:graphicFrameChg chg="modGraphic">
          <ac:chgData name="Asif Muhammad" userId="6b0af2cb-2f76-400b-94d9-178b55ef4f85" providerId="ADAL" clId="{5D4D65A9-C946-4A68-A368-AD8FF329DC2F}" dt="2023-04-16T09:53:21.052" v="11" actId="20577"/>
          <ac:graphicFrameMkLst>
            <pc:docMk/>
            <pc:sldMk cId="0" sldId="271"/>
            <ac:graphicFrameMk id="270" creationId="{00000000-0000-0000-0000-000000000000}"/>
          </ac:graphicFrameMkLst>
        </pc:graphicFrameChg>
      </pc:sldChg>
      <pc:sldChg chg="modSp mod">
        <pc:chgData name="Asif Muhammad" userId="6b0af2cb-2f76-400b-94d9-178b55ef4f85" providerId="ADAL" clId="{5D4D65A9-C946-4A68-A368-AD8FF329DC2F}" dt="2023-04-16T09:54:49.308" v="28" actId="20577"/>
        <pc:sldMkLst>
          <pc:docMk/>
          <pc:sldMk cId="0" sldId="274"/>
        </pc:sldMkLst>
        <pc:spChg chg="mod">
          <ac:chgData name="Asif Muhammad" userId="6b0af2cb-2f76-400b-94d9-178b55ef4f85" providerId="ADAL" clId="{5D4D65A9-C946-4A68-A368-AD8FF329DC2F}" dt="2023-04-16T09:54:49.308" v="28" actId="20577"/>
          <ac:spMkLst>
            <pc:docMk/>
            <pc:sldMk cId="0" sldId="274"/>
            <ac:spMk id="2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A375-9362-DC5C-E4FC-0B40407D74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45548E-6A45-FDAC-C9D6-2D5275E365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0770CC3-1FA6-79EC-7CDF-D2F4747E251B}"/>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C273CB86-AFC1-2748-59F8-6DAD0475BA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C9F6EF-0591-DE65-9154-6AA2D4BE79EB}"/>
              </a:ext>
            </a:extLst>
          </p:cNvPr>
          <p:cNvSpPr>
            <a:spLocks noGrp="1"/>
          </p:cNvSpPr>
          <p:nvPr>
            <p:ph type="sldNum" sz="quarter" idx="12"/>
          </p:nvPr>
        </p:nvSpPr>
        <p:spPr/>
        <p:txBody>
          <a:bodyPr/>
          <a:lstStyle/>
          <a:p>
            <a:fld id="{02555CE9-EB99-4587-93D6-7BC40CF3AF14}" type="slidenum">
              <a:rPr lang="en-GB" smtClean="0"/>
              <a:t>‹#›</a:t>
            </a:fld>
            <a:endParaRPr lang="en-GB"/>
          </a:p>
        </p:txBody>
      </p:sp>
    </p:spTree>
    <p:extLst>
      <p:ext uri="{BB962C8B-B14F-4D97-AF65-F5344CB8AC3E}">
        <p14:creationId xmlns:p14="http://schemas.microsoft.com/office/powerpoint/2010/main" val="162685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A219-1BF7-53EC-1D3A-ACF3B6CBAE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9F4FB7-21FC-B044-1482-1806236D2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C1DDF5-9D37-CBF7-9F6B-A8DDD1D2039A}"/>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9FC8F6E7-9B92-D80E-4B6F-BB592B7730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95A132-8D19-0467-CE25-782542E5673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1141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739BE-C9EA-7E1C-77FF-95ACF64C14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D5387CE-3417-5BA9-3013-E43AD40AC1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2410CC-C14D-F8AF-110D-46359FBE0252}"/>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5D9669B6-9A2E-CA84-EA31-796DD9BF49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95D687-BB47-A2CE-AD94-5C84BCFDC3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9146051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5AB3-53C1-BE21-6227-D057C5E9CF9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527E2F-1DBF-ACC9-03EA-9AC3784D0B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5A892CC-AA78-F56B-407C-D83CE4B20F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8A66422-4613-5707-9F26-7F4688E27FF7}"/>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6" name="Footer Placeholder 5">
            <a:extLst>
              <a:ext uri="{FF2B5EF4-FFF2-40B4-BE49-F238E27FC236}">
                <a16:creationId xmlns:a16="http://schemas.microsoft.com/office/drawing/2014/main" id="{AF972BB2-3C22-1610-189A-C9DFED1AEA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A04B3E-333A-39B5-7873-51C2849B57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9441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5F832-A3E0-9942-4F11-2DAAA605550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E18C7B1-37C6-9D30-1161-AD963CF1B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BBE762-B906-6660-CB90-7536E4A2BF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E9F1A14-5338-576F-3C3B-06490B35EE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40457-A1A8-66C7-6271-F0383D4AF2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0DEE0B8-3EBA-2EF9-A7BF-0985C8EFC3DC}"/>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8" name="Footer Placeholder 7">
            <a:extLst>
              <a:ext uri="{FF2B5EF4-FFF2-40B4-BE49-F238E27FC236}">
                <a16:creationId xmlns:a16="http://schemas.microsoft.com/office/drawing/2014/main" id="{97048BD6-8B24-8676-9A19-B58BDA92DD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4D0FA5-3E68-3AD9-B233-ABD41E7CF9F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01900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41F7-E1AE-5B4C-CBAD-70373202323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A47DF27-A18B-F960-968D-BE0094BD4468}"/>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4" name="Footer Placeholder 3">
            <a:extLst>
              <a:ext uri="{FF2B5EF4-FFF2-40B4-BE49-F238E27FC236}">
                <a16:creationId xmlns:a16="http://schemas.microsoft.com/office/drawing/2014/main" id="{2527BBFC-0A3D-2798-4621-C070B1EF65F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F7542D8-459E-EDC4-2885-C5D1691BE5F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45343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71138-5C7D-517C-74FB-85CA4008B4B0}"/>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3" name="Footer Placeholder 2">
            <a:extLst>
              <a:ext uri="{FF2B5EF4-FFF2-40B4-BE49-F238E27FC236}">
                <a16:creationId xmlns:a16="http://schemas.microsoft.com/office/drawing/2014/main" id="{10A0A554-174F-6772-80DD-BD112FE6959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D68576B-D4BC-B0FA-C668-9980FFF54F6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3457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F998-CBB6-0701-8F6C-63253186B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B6E326D-40EE-4B2B-2866-43083A1748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855C83B-516A-9631-7A29-37A1BB58A8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9CB655-AAC5-4E06-D77A-22F01B954BD8}"/>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6" name="Footer Placeholder 5">
            <a:extLst>
              <a:ext uri="{FF2B5EF4-FFF2-40B4-BE49-F238E27FC236}">
                <a16:creationId xmlns:a16="http://schemas.microsoft.com/office/drawing/2014/main" id="{0C3EEDE8-B9E0-1EA7-8753-0D705F357A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E7BABD-581F-B1C4-A495-9FEE5CB9556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5868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FDA2-261E-EF67-2525-7BB81850C8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496F13D-E0F3-7DA6-2733-379816BD0B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1E42911-3E73-0D19-F24B-0D1E420512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74D46-C80D-8A56-AE03-6EFB54CAFD8E}"/>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6" name="Footer Placeholder 5">
            <a:extLst>
              <a:ext uri="{FF2B5EF4-FFF2-40B4-BE49-F238E27FC236}">
                <a16:creationId xmlns:a16="http://schemas.microsoft.com/office/drawing/2014/main" id="{49FF9C4C-C6CC-A4E6-AA4C-E35B57B3A56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C3D73D9-CCE0-F5BC-4F2B-850AC62F1B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9664724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EAAD-762B-BF92-C13F-46DE388D38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B462A1F-9B30-241C-4AC9-9DB6863AF5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E73BB8-C4A6-3E7D-715C-96F8CD532FD6}"/>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76582611-B559-18F0-191B-7C2B90876B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7CE378-091B-4226-DCE7-7E9061021C2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6701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C8141F-23FA-ABEC-630C-B40EECD5F6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288FD9-DCF7-2108-E46A-6DE4963FAF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B95560-AE93-503D-F545-1D129123F79C}"/>
              </a:ext>
            </a:extLst>
          </p:cNvPr>
          <p:cNvSpPr>
            <a:spLocks noGrp="1"/>
          </p:cNvSpPr>
          <p:nvPr>
            <p:ph type="dt" sz="half" idx="10"/>
          </p:nvPr>
        </p:nvSpPr>
        <p:spPr/>
        <p:txBody>
          <a:body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D4F49CD3-1F0C-EEF4-FC96-84C58DFBA0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7829A3-FDDF-FCA9-1C76-76E7390B16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01985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945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5041F-AB35-E66E-3E5B-5A5927553F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D50B75-9041-553B-D7AC-B756B0EB2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E270E5-50EB-C750-227F-F60F754FEA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6067CC-6C4E-4501-BC9A-7B62B2D0930C}" type="datetimeFigureOut">
              <a:rPr lang="en-GB" smtClean="0"/>
              <a:t>16/04/2023</a:t>
            </a:fld>
            <a:endParaRPr lang="en-GB"/>
          </a:p>
        </p:txBody>
      </p:sp>
      <p:sp>
        <p:nvSpPr>
          <p:cNvPr id="5" name="Footer Placeholder 4">
            <a:extLst>
              <a:ext uri="{FF2B5EF4-FFF2-40B4-BE49-F238E27FC236}">
                <a16:creationId xmlns:a16="http://schemas.microsoft.com/office/drawing/2014/main" id="{67B72B78-7ADB-1B93-A3AD-D42746D8AA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B9D6074-017F-4836-21FC-A09C1A666A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1646608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mongodb.com/"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www.mongodb.com/cloud/atla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www.mongodb.com/docs/manual/tutorial/query-documents/"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8"/>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Shape 164">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9" name="Google Shape;149;p20"/>
          <p:cNvSpPr txBox="1">
            <a:spLocks noGrp="1"/>
          </p:cNvSpPr>
          <p:nvPr>
            <p:ph type="ctrTitle"/>
          </p:nvPr>
        </p:nvSpPr>
        <p:spPr>
          <a:xfrm>
            <a:off x="1314824" y="735106"/>
            <a:ext cx="10053763" cy="2928470"/>
          </a:xfrm>
          <a:prstGeom prst="rect">
            <a:avLst/>
          </a:prstGeom>
        </p:spPr>
        <p:txBody>
          <a:bodyPr spcFirstLastPara="1" lIns="91425" tIns="45700" rIns="91425" bIns="45700" anchor="b" anchorCtr="0">
            <a:normAutofit/>
          </a:bodyPr>
          <a:lstStyle/>
          <a:p>
            <a:pPr marL="0" marR="0" lvl="0" indent="0" algn="l" rtl="0">
              <a:spcBef>
                <a:spcPts val="0"/>
              </a:spcBef>
              <a:spcAft>
                <a:spcPts val="0"/>
              </a:spcAft>
              <a:buClr>
                <a:srgbClr val="FFFFFF"/>
              </a:buClr>
              <a:buSzPts val="7200"/>
              <a:buFont typeface="Arial"/>
              <a:buNone/>
            </a:pPr>
            <a:r>
              <a:rPr lang="en-US" sz="4800" dirty="0">
                <a:solidFill>
                  <a:srgbClr val="FFFFFF"/>
                </a:solidFill>
              </a:rPr>
              <a:t>No SQL: MongoDB</a:t>
            </a:r>
          </a:p>
        </p:txBody>
      </p:sp>
      <p:sp>
        <p:nvSpPr>
          <p:cNvPr id="150" name="Google Shape;150;p20"/>
          <p:cNvSpPr txBox="1">
            <a:spLocks noGrp="1"/>
          </p:cNvSpPr>
          <p:nvPr>
            <p:ph type="subTitle" idx="1"/>
          </p:nvPr>
        </p:nvSpPr>
        <p:spPr>
          <a:xfrm>
            <a:off x="1350682" y="4870824"/>
            <a:ext cx="10005951" cy="1458258"/>
          </a:xfrm>
          <a:prstGeom prst="rect">
            <a:avLst/>
          </a:prstGeom>
        </p:spPr>
        <p:txBody>
          <a:bodyPr spcFirstLastPara="1" lIns="91425" tIns="45700" rIns="91425" bIns="45700" anchor="ctr" anchorCtr="0">
            <a:normAutofit/>
          </a:bodyPr>
          <a:lstStyle/>
          <a:p>
            <a:pPr marL="0" lvl="0" indent="0" algn="l" rtl="0">
              <a:spcBef>
                <a:spcPts val="0"/>
              </a:spcBef>
              <a:spcAft>
                <a:spcPts val="600"/>
              </a:spcAft>
              <a:buSzPts val="2400"/>
              <a:buNone/>
            </a:pPr>
            <a:r>
              <a:rPr lang="en-US"/>
              <a:t>MEAN/MERN STACK</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63" name="Google Shape;163;p2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1400"/>
              </a:spcBef>
              <a:spcAft>
                <a:spcPts val="0"/>
              </a:spcAft>
              <a:buSzPts val="1800"/>
              <a:buNone/>
            </a:pPr>
            <a:endParaRPr/>
          </a:p>
          <a:p>
            <a:pPr marL="384048" lvl="1" indent="-144780" algn="l" rtl="0">
              <a:lnSpc>
                <a:spcPct val="100000"/>
              </a:lnSpc>
              <a:spcBef>
                <a:spcPts val="0"/>
              </a:spcBef>
              <a:spcAft>
                <a:spcPts val="0"/>
              </a:spcAft>
              <a:buClr>
                <a:srgbClr val="000000"/>
              </a:buClr>
              <a:buSzPts val="1200"/>
              <a:buFont typeface="Times New Roman"/>
              <a:buChar char="►"/>
            </a:pPr>
            <a:r>
              <a:rPr lang="en-US" sz="2000"/>
              <a:t>Learn MongoDB</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Create Database</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Create Collection</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Insert</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Find</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Query</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Delete</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Drop Collection</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MongoDB Update</a:t>
            </a:r>
            <a:endParaRPr sz="2000"/>
          </a:p>
          <a:p>
            <a:pPr marL="914400" lvl="0" indent="0" algn="l" rtl="0">
              <a:lnSpc>
                <a:spcPct val="100000"/>
              </a:lnSpc>
              <a:spcBef>
                <a:spcPts val="0"/>
              </a:spcBef>
              <a:spcAft>
                <a:spcPts val="0"/>
              </a:spcAft>
              <a:buSzPts val="1800"/>
              <a:buNone/>
            </a:pPr>
            <a:endParaRPr sz="2000"/>
          </a:p>
          <a:p>
            <a:pPr marL="914400" lvl="0" indent="0" algn="l" rtl="0">
              <a:lnSpc>
                <a:spcPct val="100000"/>
              </a:lnSpc>
              <a:spcBef>
                <a:spcPts val="0"/>
              </a:spcBef>
              <a:spcAft>
                <a:spcPts val="0"/>
              </a:spcAft>
              <a:buSzPts val="1800"/>
              <a:buNone/>
            </a:pPr>
            <a:endParaRPr sz="2000"/>
          </a:p>
          <a:p>
            <a:pPr marL="0" lvl="0" indent="0" algn="l" rtl="0">
              <a:lnSpc>
                <a:spcPct val="100000"/>
              </a:lnSpc>
              <a:spcBef>
                <a:spcPts val="0"/>
              </a:spcBef>
              <a:spcAft>
                <a:spcPts val="0"/>
              </a:spcAft>
              <a:buSzPts val="1800"/>
              <a:buNone/>
            </a:pPr>
            <a:endParaRPr sz="2000"/>
          </a:p>
          <a:p>
            <a:pPr marL="914400"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p:txBody>
      </p:sp>
      <p:sp>
        <p:nvSpPr>
          <p:cNvPr id="164" name="Google Shape;164;p2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65" name="Google Shape;165;p2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80" name="Google Shape;180;p2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177" name="Google Shape;177;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78" name="Google Shape;178;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graphicFrame>
        <p:nvGraphicFramePr>
          <p:cNvPr id="179" name="Google Shape;179;p24"/>
          <p:cNvGraphicFramePr/>
          <p:nvPr/>
        </p:nvGraphicFramePr>
        <p:xfrm>
          <a:off x="1018013" y="1814351"/>
          <a:ext cx="10155975" cy="493265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1019225">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Introduction</a:t>
                      </a:r>
                      <a:endParaRPr sz="1200" b="1" u="sng"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200" u="none" strike="noStrike" cap="none">
                          <a:latin typeface="Times New Roman"/>
                          <a:ea typeface="Times New Roman"/>
                          <a:cs typeface="Times New Roman"/>
                          <a:sym typeface="Times New Roman"/>
                        </a:rPr>
                        <a:t>MongoDB is a No SQL database. It is an open-source, cross-platform, document-oriented database written in C++.</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200" u="none" strike="noStrike" cap="none">
                          <a:latin typeface="Times New Roman"/>
                          <a:ea typeface="Times New Roman"/>
                          <a:cs typeface="Times New Roman"/>
                          <a:sym typeface="Times New Roman"/>
                        </a:rPr>
                        <a:t>It is an open-source document database that provides high performance, high availability, and automatic scaling.</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200" u="none" strike="noStrike" cap="none">
                          <a:latin typeface="Times New Roman"/>
                          <a:ea typeface="Times New Roman"/>
                          <a:cs typeface="Times New Roman"/>
                          <a:sym typeface="Times New Roman"/>
                        </a:rPr>
                        <a:t>In simple words, you can say that - Mongo DB is a document-oriented database. It is an open source product, developed and supported by a company named 10gen.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200" u="none" strike="noStrike" cap="none">
                          <a:latin typeface="Times New Roman"/>
                          <a:ea typeface="Times New Roman"/>
                          <a:cs typeface="Times New Roman"/>
                          <a:sym typeface="Times New Roman"/>
                        </a:rPr>
                        <a:t>MongoDB is a cross-platform, document-oriented database that provides, high performance, high availability, and easy scalability. </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200" u="none" strike="noStrike" cap="none">
                          <a:latin typeface="Times New Roman"/>
                          <a:ea typeface="Times New Roman"/>
                          <a:cs typeface="Times New Roman"/>
                          <a:sym typeface="Times New Roman"/>
                        </a:rPr>
                        <a:t>MongoDB works on concept of collection and document.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Installation:</a:t>
                      </a:r>
                      <a:endParaRPr sz="1200" b="1" u="sng" strike="noStrike" cap="none">
                        <a:latin typeface="Times New Roman"/>
                        <a:ea typeface="Times New Roman"/>
                        <a:cs typeface="Times New Roman"/>
                        <a:sym typeface="Times New Roman"/>
                      </a:endParaRPr>
                    </a:p>
                    <a:p>
                      <a:pPr marL="457200" marR="0" lvl="0" indent="-317500" algn="l" rtl="0">
                        <a:lnSpc>
                          <a:spcPct val="100000"/>
                        </a:lnSpc>
                        <a:spcBef>
                          <a:spcPts val="1440"/>
                        </a:spcBef>
                        <a:spcAft>
                          <a:spcPts val="0"/>
                        </a:spcAft>
                        <a:buClr>
                          <a:srgbClr val="000000"/>
                        </a:buClr>
                        <a:buSzPts val="1400"/>
                        <a:buFont typeface="Arial"/>
                        <a:buChar char="●"/>
                      </a:pPr>
                      <a:r>
                        <a:rPr lang="en-US" sz="1200" u="none" strike="noStrike" cap="none">
                          <a:latin typeface="Times New Roman"/>
                          <a:ea typeface="Times New Roman"/>
                          <a:cs typeface="Times New Roman"/>
                          <a:sym typeface="Times New Roman"/>
                        </a:rPr>
                        <a:t>Download a free MongoDB database at </a:t>
                      </a:r>
                      <a:r>
                        <a:rPr lang="en-US" sz="1200" u="sng" strike="noStrike" cap="none">
                          <a:solidFill>
                            <a:schemeClr val="hlink"/>
                          </a:solidFill>
                          <a:latin typeface="Times New Roman"/>
                          <a:ea typeface="Times New Roman"/>
                          <a:cs typeface="Times New Roman"/>
                          <a:sym typeface="Times New Roman"/>
                          <a:hlinkClick r:id="rId3"/>
                        </a:rPr>
                        <a:t>https://www.mongodb.com</a:t>
                      </a:r>
                      <a:r>
                        <a:rPr lang="en-US" sz="1150" u="none" strike="noStrike" cap="none">
                          <a:latin typeface="Verdana"/>
                          <a:ea typeface="Verdana"/>
                          <a:cs typeface="Verdana"/>
                          <a:sym typeface="Verdana"/>
                        </a:rPr>
                        <a:t>.</a:t>
                      </a:r>
                      <a:endParaRPr sz="1150" u="none" strike="noStrike" cap="none">
                        <a:latin typeface="Verdana"/>
                        <a:ea typeface="Verdana"/>
                        <a:cs typeface="Verdana"/>
                        <a:sym typeface="Verdana"/>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Or get started right away with a MongoDB cloud service at </a:t>
                      </a:r>
                      <a:r>
                        <a:rPr lang="en-US" sz="1200" u="sng" strike="noStrike" cap="none">
                          <a:solidFill>
                            <a:schemeClr val="hlink"/>
                          </a:solidFill>
                          <a:latin typeface="Times New Roman"/>
                          <a:ea typeface="Times New Roman"/>
                          <a:cs typeface="Times New Roman"/>
                          <a:sym typeface="Times New Roman"/>
                          <a:hlinkClick r:id="rId4"/>
                        </a:rPr>
                        <a:t>https://www.mongodb.com/cloud/atlas</a:t>
                      </a:r>
                      <a:r>
                        <a:rPr lang="en-US" sz="1200" u="none" strike="noStrike" cap="none">
                          <a:latin typeface="Times New Roman"/>
                          <a:ea typeface="Times New Roman"/>
                          <a:cs typeface="Times New Roman"/>
                          <a:sym typeface="Times New Roman"/>
                        </a:rPr>
                        <a: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Database</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Database is a physical container for collections. Each database gets its own set of files on the file system. A single MongoDB server typically has multiple databases.</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Collection</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Collection is a group of MongoDB documents. It is the equivalent of an RDBMS table. A collection exists within a single database. Collections do not enforce a schema. Documents within a collection can have different fields. Typically, all documents in a collection are of similar or related purpose.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Document</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 document is a set of key-value pairs. Documents have dynamic schema. Dynamic schema means that documents in the same collection do not need to have the same set of fields or structure, and common fields in a collection's documents may hold different types of data.</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8" name="Google Shape;188;p2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185" name="Google Shape;185;p2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86" name="Google Shape;186;p2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graphicFrame>
        <p:nvGraphicFramePr>
          <p:cNvPr id="187" name="Google Shape;187;p25"/>
          <p:cNvGraphicFramePr/>
          <p:nvPr/>
        </p:nvGraphicFramePr>
        <p:xfrm>
          <a:off x="1018013" y="1814351"/>
          <a:ext cx="10155975" cy="36573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following table shows the relationship of RDBMS terminology with MongoDB.</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graphicFrame>
        <p:nvGraphicFramePr>
          <p:cNvPr id="189" name="Google Shape;189;p25"/>
          <p:cNvGraphicFramePr/>
          <p:nvPr/>
        </p:nvGraphicFramePr>
        <p:xfrm>
          <a:off x="2591725" y="2549900"/>
          <a:ext cx="6101075" cy="2529840"/>
        </p:xfrm>
        <a:graphic>
          <a:graphicData uri="http://schemas.openxmlformats.org/drawingml/2006/table">
            <a:tbl>
              <a:tblPr bandRow="1">
                <a:noFill/>
                <a:tableStyleId>{5CE8269A-3006-482C-87DF-B5F962FD71D5}</a:tableStyleId>
              </a:tblPr>
              <a:tblGrid>
                <a:gridCol w="3045450">
                  <a:extLst>
                    <a:ext uri="{9D8B030D-6E8A-4147-A177-3AD203B41FA5}">
                      <a16:colId xmlns:a16="http://schemas.microsoft.com/office/drawing/2014/main" val="20000"/>
                    </a:ext>
                  </a:extLst>
                </a:gridCol>
                <a:gridCol w="3055625">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RDBMS</a:t>
                      </a:r>
                      <a:endParaRPr sz="1200" b="1"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MongoDB</a:t>
                      </a:r>
                      <a:endParaRPr sz="1200" b="1"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Database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Database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Table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Collection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Tuple/Row</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Document</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column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Field</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Table Join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Embedded Documents</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Primary Key</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Primary Key (Default key _id provided by MongoDB itself)</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7" name="Google Shape;197;p2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194" name="Google Shape;194;p2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95" name="Google Shape;195;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graphicFrame>
        <p:nvGraphicFramePr>
          <p:cNvPr id="196" name="Google Shape;196;p26"/>
          <p:cNvGraphicFramePr/>
          <p:nvPr/>
        </p:nvGraphicFramePr>
        <p:xfrm>
          <a:off x="1018013" y="1814351"/>
          <a:ext cx="10155975" cy="432810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Sample Document</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Following example shows the document structure of a blog site, which is simply a comma separated key value pair.</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_id</a:t>
                      </a: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ObjectId</a:t>
                      </a:r>
                      <a:r>
                        <a:rPr lang="en-US" sz="1050" u="none" strike="noStrike" cap="none">
                          <a:solidFill>
                            <a:srgbClr val="D4D4D4"/>
                          </a:solidFill>
                          <a:latin typeface="Consolas"/>
                          <a:ea typeface="Consolas"/>
                          <a:cs typeface="Consolas"/>
                          <a:sym typeface="Consolas"/>
                        </a:rPr>
                        <a:t>(7</a:t>
                      </a:r>
                      <a:r>
                        <a:rPr lang="en-US" sz="1050" u="none" strike="noStrike" cap="none">
                          <a:solidFill>
                            <a:srgbClr val="9CDCFE"/>
                          </a:solidFill>
                          <a:latin typeface="Consolas"/>
                          <a:ea typeface="Consolas"/>
                          <a:cs typeface="Consolas"/>
                          <a:sym typeface="Consolas"/>
                        </a:rPr>
                        <a:t>df78ad8902c</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title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'MongoDB Overview'</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description</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'MongoDB is no sql database'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'http://www.something.com'</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tags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'database'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'NoSQL'</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likes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100</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8C8C8"/>
                          </a:solidFill>
                          <a:latin typeface="Consolas"/>
                          <a:ea typeface="Consolas"/>
                          <a:cs typeface="Consolas"/>
                          <a:sym typeface="Consolas"/>
                        </a:rPr>
                        <a:t>comments</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user:</a:t>
                      </a:r>
                      <a:r>
                        <a:rPr lang="en-US" sz="1050" u="none" strike="noStrike" cap="none">
                          <a:solidFill>
                            <a:srgbClr val="CE9178"/>
                          </a:solidFill>
                          <a:latin typeface="Consolas"/>
                          <a:ea typeface="Consolas"/>
                          <a:cs typeface="Consolas"/>
                          <a:sym typeface="Consolas"/>
                        </a:rPr>
                        <a:t>'user1'</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message: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'My first comment'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dateCreated:</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Date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2011</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20</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2</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15</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like:</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0</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user:</a:t>
                      </a:r>
                      <a:r>
                        <a:rPr lang="en-US" sz="1050" u="none" strike="noStrike" cap="none">
                          <a:solidFill>
                            <a:srgbClr val="CE9178"/>
                          </a:solidFill>
                          <a:latin typeface="Consolas"/>
                          <a:ea typeface="Consolas"/>
                          <a:cs typeface="Consolas"/>
                          <a:sym typeface="Consolas"/>
                        </a:rPr>
                        <a:t>'user2'</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message: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'My second comments'</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dateCreated:</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Date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2011</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25</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7</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45</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like:</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5</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5" name="Google Shape;205;p2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02" name="Google Shape;202;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03" name="Google Shape;203;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graphicFrame>
        <p:nvGraphicFramePr>
          <p:cNvPr id="204" name="Google Shape;204;p27"/>
          <p:cNvGraphicFramePr/>
          <p:nvPr>
            <p:extLst>
              <p:ext uri="{D42A27DB-BD31-4B8C-83A1-F6EECF244321}">
                <p14:modId xmlns:p14="http://schemas.microsoft.com/office/powerpoint/2010/main" val="855977099"/>
              </p:ext>
            </p:extLst>
          </p:nvPr>
        </p:nvGraphicFramePr>
        <p:xfrm>
          <a:off x="1018013" y="1814351"/>
          <a:ext cx="10155975" cy="440433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Advantages of MongoDB over RDBMS</a:t>
                      </a:r>
                      <a:endParaRPr sz="1400" b="1" u="none" strike="noStrike" cap="none" dirty="0">
                        <a:latin typeface="Times New Roman"/>
                        <a:ea typeface="Times New Roman"/>
                        <a:cs typeface="Times New Roman"/>
                        <a:sym typeface="Times New Roman"/>
                      </a:endParaRPr>
                    </a:p>
                    <a:p>
                      <a:pPr marL="885825" marR="0" lvl="0" indent="-292100" algn="just" rtl="0">
                        <a:lnSpc>
                          <a:spcPct val="100000"/>
                        </a:lnSpc>
                        <a:spcBef>
                          <a:spcPts val="600"/>
                        </a:spcBef>
                        <a:spcAft>
                          <a:spcPts val="0"/>
                        </a:spcAft>
                        <a:buClr>
                          <a:srgbClr val="000000"/>
                        </a:buClr>
                        <a:buSzPts val="1000"/>
                        <a:buFont typeface="Noto Sans Symbols"/>
                        <a:buChar char="●"/>
                      </a:pPr>
                      <a:r>
                        <a:rPr lang="en-US" sz="1400" u="none" strike="noStrike" cap="none" dirty="0">
                          <a:latin typeface="Gungsuh"/>
                          <a:ea typeface="Gungsuh"/>
                          <a:cs typeface="Gungsuh"/>
                          <a:sym typeface="Gungsuh"/>
                        </a:rPr>
                        <a:t>Schema less − MongoDB is a document database in which one collection holds different documents. Number of fields, content and size of the document can differ from one document to another.</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Structure of a single object is clear.</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No complex joins.</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Deep query-ability. MongoDB supports dynamic queries on documents using a document-based query language that's nearly as powerful as SQL.</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Gungsuh"/>
                          <a:ea typeface="Gungsuh"/>
                          <a:cs typeface="Gungsuh"/>
                          <a:sym typeface="Gungsuh"/>
                        </a:rPr>
                        <a:t>Ease of scale-out − MongoDB is easy to scale.</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Conversion/mapping of application objects to database objects not needed.</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Uses internal memory for storing the (windowed) working set, enabling faster access of data.</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Why Use MongoDB?</a:t>
                      </a:r>
                      <a:endParaRPr sz="1400" b="1" u="none" strike="noStrike" cap="none" dirty="0">
                        <a:latin typeface="Times New Roman"/>
                        <a:ea typeface="Times New Roman"/>
                        <a:cs typeface="Times New Roman"/>
                        <a:sym typeface="Times New Roman"/>
                      </a:endParaRPr>
                    </a:p>
                    <a:p>
                      <a:pPr marL="885825" marR="0" lvl="0" indent="-292100" algn="just" rtl="0">
                        <a:lnSpc>
                          <a:spcPct val="100000"/>
                        </a:lnSpc>
                        <a:spcBef>
                          <a:spcPts val="600"/>
                        </a:spcBef>
                        <a:spcAft>
                          <a:spcPts val="0"/>
                        </a:spcAft>
                        <a:buClr>
                          <a:srgbClr val="000000"/>
                        </a:buClr>
                        <a:buSzPts val="1000"/>
                        <a:buFont typeface="Noto Sans Symbols"/>
                        <a:buChar char="●"/>
                      </a:pPr>
                      <a:r>
                        <a:rPr lang="en-US" sz="1400" u="none" strike="noStrike" cap="none" dirty="0">
                          <a:latin typeface="Gungsuh"/>
                          <a:ea typeface="Gungsuh"/>
                          <a:cs typeface="Gungsuh"/>
                          <a:sym typeface="Gungsuh"/>
                        </a:rPr>
                        <a:t>Document Oriented Storage − Data is stored in the form of JSON style documents.</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Index on any attribute</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Replication and high availability</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Rich queries</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Fast in-place updates</a:t>
                      </a:r>
                      <a:endParaRPr sz="1400" u="none" strike="noStrike" cap="none" dirty="0">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400" u="none" strike="noStrike" cap="none" dirty="0">
                          <a:latin typeface="Times New Roman"/>
                          <a:ea typeface="Times New Roman"/>
                          <a:cs typeface="Times New Roman"/>
                          <a:sym typeface="Times New Roman"/>
                        </a:rPr>
                        <a:t>Professional support by MongoDB</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3" name="Google Shape;213;p2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10" name="Google Shape;210;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1" name="Google Shape;211;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graphicFrame>
        <p:nvGraphicFramePr>
          <p:cNvPr id="212" name="Google Shape;212;p28"/>
          <p:cNvGraphicFramePr/>
          <p:nvPr/>
        </p:nvGraphicFramePr>
        <p:xfrm>
          <a:off x="1018013" y="1814351"/>
          <a:ext cx="10155975" cy="406570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The </a:t>
                      </a:r>
                      <a:r>
                        <a:rPr lang="en-US" sz="1200" b="1" u="sng" strike="noStrike" cap="none">
                          <a:solidFill>
                            <a:srgbClr val="4F81BD"/>
                          </a:solidFill>
                          <a:latin typeface="Times New Roman"/>
                          <a:ea typeface="Times New Roman"/>
                          <a:cs typeface="Times New Roman"/>
                          <a:sym typeface="Times New Roman"/>
                        </a:rPr>
                        <a:t>use </a:t>
                      </a:r>
                      <a:r>
                        <a:rPr lang="en-US" sz="1200" b="1" u="sng" strike="noStrike" cap="none">
                          <a:latin typeface="Times New Roman"/>
                          <a:ea typeface="Times New Roman"/>
                          <a:cs typeface="Times New Roman"/>
                          <a:sym typeface="Times New Roman"/>
                        </a:rPr>
                        <a:t>Command</a:t>
                      </a:r>
                      <a:endParaRPr sz="1200" b="1" u="sng" strike="noStrike" cap="none">
                        <a:latin typeface="Times New Roman"/>
                        <a:ea typeface="Times New Roman"/>
                        <a:cs typeface="Times New Roman"/>
                        <a:sym typeface="Times New Roman"/>
                      </a:endParaRPr>
                    </a:p>
                    <a:p>
                      <a:pPr marL="457200" marR="0" lvl="0" indent="-292100" algn="just" rtl="0">
                        <a:lnSpc>
                          <a:spcPct val="100000"/>
                        </a:lnSpc>
                        <a:spcBef>
                          <a:spcPts val="600"/>
                        </a:spcBef>
                        <a:spcAft>
                          <a:spcPts val="0"/>
                        </a:spcAft>
                        <a:buClr>
                          <a:srgbClr val="000000"/>
                        </a:buClr>
                        <a:buSzPts val="1000"/>
                        <a:buFont typeface="Noto Sans Symbols"/>
                        <a:buChar char="●"/>
                      </a:pPr>
                      <a:r>
                        <a:rPr lang="en-US" sz="1200" u="none" strike="noStrike" cap="none">
                          <a:latin typeface="Times New Roman"/>
                          <a:ea typeface="Times New Roman"/>
                          <a:cs typeface="Times New Roman"/>
                          <a:sym typeface="Times New Roman"/>
                        </a:rPr>
                        <a:t>MongoDB use </a:t>
                      </a:r>
                      <a:r>
                        <a:rPr lang="en-US" sz="1200" b="1" u="none" strike="noStrike" cap="none">
                          <a:latin typeface="Times New Roman"/>
                          <a:ea typeface="Times New Roman"/>
                          <a:cs typeface="Times New Roman"/>
                          <a:sym typeface="Times New Roman"/>
                        </a:rPr>
                        <a:t>DATABASE_NAME</a:t>
                      </a:r>
                      <a:r>
                        <a:rPr lang="en-US" sz="1200" u="none" strike="noStrike" cap="none">
                          <a:latin typeface="Times New Roman"/>
                          <a:ea typeface="Times New Roman"/>
                          <a:cs typeface="Times New Roman"/>
                          <a:sym typeface="Times New Roman"/>
                        </a:rPr>
                        <a:t> is used to create database. The command will create a new database if it doesn't exist, otherwise it will return the existing database.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Syntax</a:t>
                      </a:r>
                      <a:endParaRPr sz="1200" b="1" u="none" strike="noStrike" cap="none">
                        <a:latin typeface="Times New Roman"/>
                        <a:ea typeface="Times New Roman"/>
                        <a:cs typeface="Times New Roman"/>
                        <a:sym typeface="Times New Roman"/>
                      </a:endParaRPr>
                    </a:p>
                    <a:p>
                      <a:pPr marL="457200" marR="0" lvl="0" indent="-292100" algn="just" rtl="0">
                        <a:lnSpc>
                          <a:spcPct val="100000"/>
                        </a:lnSpc>
                        <a:spcBef>
                          <a:spcPts val="600"/>
                        </a:spcBef>
                        <a:spcAft>
                          <a:spcPts val="0"/>
                        </a:spcAft>
                        <a:buClr>
                          <a:srgbClr val="000000"/>
                        </a:buClr>
                        <a:buSzPts val="1000"/>
                        <a:buFont typeface="Noto Sans Symbols"/>
                        <a:buChar char="●"/>
                      </a:pPr>
                      <a:r>
                        <a:rPr lang="en-US" sz="1200" u="none" strike="noStrike" cap="none">
                          <a:latin typeface="Gungsuh"/>
                          <a:ea typeface="Gungsuh"/>
                          <a:cs typeface="Gungsuh"/>
                          <a:sym typeface="Gungsuh"/>
                        </a:rPr>
                        <a:t>Basic syntax of use DATABASE statement is as follows −</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DATABASE_NAME</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i="1" u="none" strike="noStrike" cap="none">
                          <a:latin typeface="Times New Roman"/>
                          <a:ea typeface="Times New Roman"/>
                          <a:cs typeface="Times New Roman"/>
                          <a:sym typeface="Times New Roman"/>
                        </a:rPr>
                        <a:t>Example</a:t>
                      </a:r>
                      <a:endParaRPr sz="1200" i="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you want to use a database with name &lt;</a:t>
                      </a:r>
                      <a:r>
                        <a:rPr lang="en-US" sz="1200" b="1" u="none" strike="noStrike" cap="none">
                          <a:latin typeface="Times New Roman"/>
                          <a:ea typeface="Times New Roman"/>
                          <a:cs typeface="Times New Roman"/>
                          <a:sym typeface="Times New Roman"/>
                        </a:rPr>
                        <a:t>mydb</a:t>
                      </a:r>
                      <a:r>
                        <a:rPr lang="en-US" sz="1200" u="none" strike="noStrike" cap="none">
                          <a:latin typeface="Times New Roman"/>
                          <a:ea typeface="Times New Roman"/>
                          <a:cs typeface="Times New Roman"/>
                          <a:sym typeface="Times New Roman"/>
                        </a:rPr>
                        <a:t>&gt;, then use </a:t>
                      </a:r>
                      <a:r>
                        <a:rPr lang="en-US" sz="1200" b="1" u="none" strike="noStrike" cap="none">
                          <a:latin typeface="Times New Roman"/>
                          <a:ea typeface="Times New Roman"/>
                          <a:cs typeface="Times New Roman"/>
                          <a:sym typeface="Times New Roman"/>
                        </a:rPr>
                        <a:t>DATABASE</a:t>
                      </a:r>
                      <a:r>
                        <a:rPr lang="en-US" sz="1200" u="none" strike="noStrike" cap="none">
                          <a:latin typeface="Gungsuh"/>
                          <a:ea typeface="Gungsuh"/>
                          <a:cs typeface="Gungsuh"/>
                          <a:sym typeface="Gungsuh"/>
                        </a:rPr>
                        <a:t> statement would be as follows −</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mydb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switched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to</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mydb</a:t>
                      </a:r>
                      <a:endParaRPr sz="1200" i="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check your currently selected database, use the command db</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mydb</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you want to check your databases list, use the command show dbs.</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21" name="Google Shape;221;p29"/>
          <p:cNvSpPr txBox="1">
            <a:spLocks noGrp="1"/>
          </p:cNvSpPr>
          <p:nvPr>
            <p:ph type="title"/>
          </p:nvPr>
        </p:nvSpPr>
        <p:spPr>
          <a:xfrm>
            <a:off x="1066788" y="66308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18" name="Google Shape;218;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9" name="Google Shape;219;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graphicFrame>
        <p:nvGraphicFramePr>
          <p:cNvPr id="220" name="Google Shape;220;p29"/>
          <p:cNvGraphicFramePr/>
          <p:nvPr>
            <p:extLst>
              <p:ext uri="{D42A27DB-BD31-4B8C-83A1-F6EECF244321}">
                <p14:modId xmlns:p14="http://schemas.microsoft.com/office/powerpoint/2010/main" val="3970877319"/>
              </p:ext>
            </p:extLst>
          </p:nvPr>
        </p:nvGraphicFramePr>
        <p:xfrm>
          <a:off x="1018013" y="1340139"/>
          <a:ext cx="10155975" cy="474899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The </a:t>
                      </a:r>
                      <a:r>
                        <a:rPr lang="en-US" sz="1200" b="1" u="sng" strike="noStrike" cap="none" dirty="0" err="1">
                          <a:latin typeface="Times New Roman"/>
                          <a:ea typeface="Times New Roman"/>
                          <a:cs typeface="Times New Roman"/>
                          <a:sym typeface="Times New Roman"/>
                        </a:rPr>
                        <a:t>dropDatabase</a:t>
                      </a:r>
                      <a:r>
                        <a:rPr lang="en-US" sz="1200" b="1" u="sng" strike="noStrike" cap="none" dirty="0">
                          <a:latin typeface="Times New Roman"/>
                          <a:ea typeface="Times New Roman"/>
                          <a:cs typeface="Times New Roman"/>
                          <a:sym typeface="Times New Roman"/>
                        </a:rPr>
                        <a:t>() Method</a:t>
                      </a:r>
                      <a:endParaRPr sz="1200" b="1" u="sng" strike="noStrike" cap="none" dirty="0">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MongoDB </a:t>
                      </a:r>
                      <a:r>
                        <a:rPr lang="en-US" sz="1200" b="1" u="none" strike="noStrike" cap="none" dirty="0" err="1">
                          <a:latin typeface="Times New Roman"/>
                          <a:ea typeface="Times New Roman"/>
                          <a:cs typeface="Times New Roman"/>
                          <a:sym typeface="Times New Roman"/>
                        </a:rPr>
                        <a:t>db.dropDatabase</a:t>
                      </a:r>
                      <a:r>
                        <a:rPr lang="en-US" sz="1200" b="1" u="none" strike="noStrike" cap="none" dirty="0">
                          <a:latin typeface="Times New Roman"/>
                          <a:ea typeface="Times New Roman"/>
                          <a:cs typeface="Times New Roman"/>
                          <a:sym typeface="Times New Roman"/>
                        </a:rPr>
                        <a:t>()</a:t>
                      </a:r>
                      <a:r>
                        <a:rPr lang="en-US" sz="1200" u="none" strike="noStrike" cap="none" dirty="0">
                          <a:latin typeface="Times New Roman"/>
                          <a:ea typeface="Times New Roman"/>
                          <a:cs typeface="Times New Roman"/>
                          <a:sym typeface="Times New Roman"/>
                        </a:rPr>
                        <a:t> command is used to drop an existing database.</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dirty="0">
                          <a:solidFill>
                            <a:srgbClr val="434343"/>
                          </a:solidFill>
                          <a:latin typeface="Times New Roman"/>
                          <a:ea typeface="Times New Roman"/>
                          <a:cs typeface="Times New Roman"/>
                          <a:sym typeface="Times New Roman"/>
                        </a:rPr>
                        <a:t>Syntax</a:t>
                      </a:r>
                      <a:endParaRPr sz="1200" u="none" strike="noStrike" cap="none" dirty="0">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Basic syntax of </a:t>
                      </a:r>
                      <a:r>
                        <a:rPr lang="en-US" sz="1200" b="1" u="none" strike="noStrike" cap="none" dirty="0" err="1">
                          <a:latin typeface="Times New Roman"/>
                          <a:ea typeface="Times New Roman"/>
                          <a:cs typeface="Times New Roman"/>
                          <a:sym typeface="Times New Roman"/>
                        </a:rPr>
                        <a:t>dropDatabase</a:t>
                      </a:r>
                      <a:r>
                        <a:rPr lang="en-US" sz="1200" b="1" u="none" strike="noStrike" cap="none" dirty="0">
                          <a:latin typeface="Times New Roman"/>
                          <a:ea typeface="Times New Roman"/>
                          <a:cs typeface="Times New Roman"/>
                          <a:sym typeface="Times New Roman"/>
                        </a:rPr>
                        <a:t>()</a:t>
                      </a:r>
                      <a:r>
                        <a:rPr lang="en-US" sz="1200" u="none" strike="noStrike" cap="none" dirty="0">
                          <a:latin typeface="Gungsuh"/>
                          <a:ea typeface="Gungsuh"/>
                          <a:cs typeface="Gungsuh"/>
                          <a:sym typeface="Gungsuh"/>
                        </a:rPr>
                        <a:t> command is as follows </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dropDatabase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This will delete the selected database. If you have not selected any database, then it will delete default 'test' database.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i="1" u="none" strike="noStrike" cap="none">
                          <a:latin typeface="Times New Roman"/>
                          <a:ea typeface="Times New Roman"/>
                          <a:cs typeface="Times New Roman"/>
                          <a:sym typeface="Times New Roman"/>
                        </a:rPr>
                        <a:t>Example</a:t>
                      </a:r>
                      <a:endParaRPr sz="1200" i="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First, check the list of available databases by using the command, </a:t>
                      </a:r>
                      <a:r>
                        <a:rPr lang="en-US" sz="1200" b="1" u="none" strike="noStrike" cap="none">
                          <a:latin typeface="Times New Roman"/>
                          <a:ea typeface="Times New Roman"/>
                          <a:cs typeface="Times New Roman"/>
                          <a:sym typeface="Times New Roman"/>
                        </a:rPr>
                        <a:t>show dbs</a:t>
                      </a:r>
                      <a:r>
                        <a:rPr lang="en-US" sz="1200" u="none" strike="noStrike" cap="none">
                          <a:latin typeface="Times New Roman"/>
                          <a:ea typeface="Times New Roman"/>
                          <a:cs typeface="Times New Roman"/>
                          <a:sym typeface="Times New Roman"/>
                        </a:rPr>
                        <a:t>.</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show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local</a:t>
                      </a:r>
                      <a:r>
                        <a:rPr lang="en-US" sz="1050" u="none" strike="noStrike" cap="none">
                          <a:solidFill>
                            <a:srgbClr val="D4D4D4"/>
                          </a:solidFill>
                          <a:latin typeface="Consolas"/>
                          <a:ea typeface="Consolas"/>
                          <a:cs typeface="Consolas"/>
                          <a:sym typeface="Consolas"/>
                        </a:rPr>
                        <a:t>      0.78125</a:t>
                      </a:r>
                      <a:r>
                        <a:rPr lang="en-US" sz="1050" u="none" strike="noStrike" cap="none">
                          <a:solidFill>
                            <a:srgbClr val="4FC1FF"/>
                          </a:solidFill>
                          <a:latin typeface="Consolas"/>
                          <a:ea typeface="Consolas"/>
                          <a:cs typeface="Consolas"/>
                          <a:sym typeface="Consolas"/>
                        </a:rPr>
                        <a:t>GB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       0.23012</a:t>
                      </a:r>
                      <a:r>
                        <a:rPr lang="en-US" sz="1050" u="none" strike="noStrike" cap="none">
                          <a:solidFill>
                            <a:srgbClr val="4FC1FF"/>
                          </a:solidFill>
                          <a:latin typeface="Consolas"/>
                          <a:ea typeface="Consolas"/>
                          <a:cs typeface="Consolas"/>
                          <a:sym typeface="Consolas"/>
                        </a:rPr>
                        <a:t>GB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test</a:t>
                      </a:r>
                      <a:r>
                        <a:rPr lang="en-US" sz="1050" u="none" strike="noStrike" cap="none">
                          <a:solidFill>
                            <a:srgbClr val="D4D4D4"/>
                          </a:solidFill>
                          <a:latin typeface="Consolas"/>
                          <a:ea typeface="Consolas"/>
                          <a:cs typeface="Consolas"/>
                          <a:sym typeface="Consolas"/>
                        </a:rPr>
                        <a:t>       0.23012</a:t>
                      </a:r>
                      <a:r>
                        <a:rPr lang="en-US" sz="1050" u="none" strike="noStrike" cap="none">
                          <a:solidFill>
                            <a:srgbClr val="4FC1FF"/>
                          </a:solidFill>
                          <a:latin typeface="Consolas"/>
                          <a:ea typeface="Consolas"/>
                          <a:cs typeface="Consolas"/>
                          <a:sym typeface="Consolas"/>
                        </a:rPr>
                        <a:t>GB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you want to delete new database &lt;</a:t>
                      </a:r>
                      <a:r>
                        <a:rPr lang="en-US" sz="1200" b="1" u="none" strike="noStrike" cap="none">
                          <a:latin typeface="Times New Roman"/>
                          <a:ea typeface="Times New Roman"/>
                          <a:cs typeface="Times New Roman"/>
                          <a:sym typeface="Times New Roman"/>
                        </a:rPr>
                        <a:t>mydb</a:t>
                      </a:r>
                      <a:r>
                        <a:rPr lang="en-US" sz="1200" u="none" strike="noStrike" cap="none">
                          <a:latin typeface="Times New Roman"/>
                          <a:ea typeface="Times New Roman"/>
                          <a:cs typeface="Times New Roman"/>
                          <a:sym typeface="Times New Roman"/>
                        </a:rPr>
                        <a:t>&gt;, then </a:t>
                      </a:r>
                      <a:r>
                        <a:rPr lang="en-US" sz="1200" b="1" u="none" strike="noStrike" cap="none">
                          <a:latin typeface="Times New Roman"/>
                          <a:ea typeface="Times New Roman"/>
                          <a:cs typeface="Times New Roman"/>
                          <a:sym typeface="Times New Roman"/>
                        </a:rPr>
                        <a:t>dropDatabase</a:t>
                      </a:r>
                      <a:r>
                        <a:rPr lang="en-US" sz="1200" u="none" strike="noStrike" cap="none">
                          <a:latin typeface="Gungsuh"/>
                          <a:ea typeface="Gungsuh"/>
                          <a:cs typeface="Gungsuh"/>
                          <a:sym typeface="Gungsuh"/>
                        </a:rPr>
                        <a:t>() command would be as follows −</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a:t>
                      </a:r>
                      <a:r>
                        <a:rPr lang="en-US" sz="1050" u="none" strike="noStrike" cap="none" dirty="0">
                          <a:solidFill>
                            <a:srgbClr val="9CDCFE"/>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mydb</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switched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to</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db</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mydb</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a:t>
                      </a:r>
                      <a:r>
                        <a:rPr lang="en-US" sz="1050" u="none" strike="noStrike" cap="none" dirty="0" err="1">
                          <a:solidFill>
                            <a:srgbClr val="9CDCFE"/>
                          </a:solidFill>
                          <a:latin typeface="Consolas"/>
                          <a:ea typeface="Consolas"/>
                          <a:cs typeface="Consolas"/>
                          <a:sym typeface="Consolas"/>
                        </a:rPr>
                        <a:t>db</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dropDatabase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 </a:t>
                      </a:r>
                      <a:r>
                        <a:rPr lang="en-US" sz="1050" u="none" strike="noStrike" cap="none" dirty="0">
                          <a:solidFill>
                            <a:srgbClr val="CE9178"/>
                          </a:solidFill>
                          <a:latin typeface="Consolas"/>
                          <a:ea typeface="Consolas"/>
                          <a:cs typeface="Consolas"/>
                          <a:sym typeface="Consolas"/>
                        </a:rPr>
                        <a:t>"dropped"</a:t>
                      </a:r>
                      <a:r>
                        <a:rPr lang="en-US" sz="1050" u="none" strike="noStrike" cap="none" dirty="0">
                          <a:solidFill>
                            <a:srgbClr val="9CDCFE"/>
                          </a:solidFill>
                          <a:latin typeface="Consolas"/>
                          <a:ea typeface="Consolas"/>
                          <a:cs typeface="Consolas"/>
                          <a:sym typeface="Consolas"/>
                        </a:rPr>
                        <a:t> :</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mydb</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"ok"</a:t>
                      </a:r>
                      <a:r>
                        <a:rPr lang="en-US" sz="1050" u="none" strike="noStrike" cap="none" dirty="0">
                          <a:solidFill>
                            <a:srgbClr val="9CDCFE"/>
                          </a:solidFill>
                          <a:latin typeface="Consolas"/>
                          <a:ea typeface="Consolas"/>
                          <a:cs typeface="Consolas"/>
                          <a:sym typeface="Consolas"/>
                        </a:rPr>
                        <a:t> :</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B5CEA8"/>
                          </a:solidFill>
                          <a:latin typeface="Consolas"/>
                          <a:ea typeface="Consolas"/>
                          <a:cs typeface="Consolas"/>
                          <a:sym typeface="Consolas"/>
                        </a:rPr>
                        <a:t>1</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9" name="Google Shape;229;p30"/>
          <p:cNvSpPr txBox="1">
            <a:spLocks noGrp="1"/>
          </p:cNvSpPr>
          <p:nvPr>
            <p:ph type="title"/>
          </p:nvPr>
        </p:nvSpPr>
        <p:spPr>
          <a:xfrm>
            <a:off x="1066788" y="66308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26" name="Google Shape;226;p3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27" name="Google Shape;227;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graphicFrame>
        <p:nvGraphicFramePr>
          <p:cNvPr id="228" name="Google Shape;228;p30"/>
          <p:cNvGraphicFramePr/>
          <p:nvPr/>
        </p:nvGraphicFramePr>
        <p:xfrm>
          <a:off x="1018013" y="1340139"/>
          <a:ext cx="10155975" cy="188650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The createCollection() Method</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MongoDB </a:t>
                      </a:r>
                      <a:r>
                        <a:rPr lang="en-US" sz="1200" b="1" u="none" strike="noStrike" cap="none">
                          <a:latin typeface="Times New Roman"/>
                          <a:ea typeface="Times New Roman"/>
                          <a:cs typeface="Times New Roman"/>
                          <a:sym typeface="Times New Roman"/>
                        </a:rPr>
                        <a:t>db.createCollection</a:t>
                      </a:r>
                      <a:r>
                        <a:rPr lang="en-US" sz="1200" u="none" strike="noStrike" cap="none">
                          <a:latin typeface="Times New Roman"/>
                          <a:ea typeface="Times New Roman"/>
                          <a:cs typeface="Times New Roman"/>
                          <a:sym typeface="Times New Roman"/>
                        </a:rPr>
                        <a:t>(name, options) is used to create collection.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Syntax</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Basic syntax of </a:t>
                      </a:r>
                      <a:r>
                        <a:rPr lang="en-US" sz="1200" b="1" u="none" strike="noStrike" cap="none">
                          <a:latin typeface="Times New Roman"/>
                          <a:ea typeface="Times New Roman"/>
                          <a:cs typeface="Times New Roman"/>
                          <a:sym typeface="Times New Roman"/>
                        </a:rPr>
                        <a:t>createCollection</a:t>
                      </a:r>
                      <a:r>
                        <a:rPr lang="en-US" sz="1200" u="none" strike="noStrike" cap="none">
                          <a:latin typeface="Times New Roman"/>
                          <a:ea typeface="Times New Roman"/>
                          <a:cs typeface="Times New Roman"/>
                          <a:sym typeface="Times New Roman"/>
                        </a:rPr>
                        <a:t>() command is as follows:-</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options</a:t>
                      </a:r>
                      <a:r>
                        <a:rPr lang="en-US" sz="1050" u="none" strike="noStrike" cap="none">
                          <a:solidFill>
                            <a:srgbClr val="D4D4D4"/>
                          </a:solidFill>
                          <a:latin typeface="Consolas"/>
                          <a:ea typeface="Consolas"/>
                          <a:cs typeface="Consolas"/>
                          <a:sym typeface="Consolas"/>
                        </a:rPr>
                        <a:t>)</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In the command, name is name of collection to be created. Options is a document and is used to specify configuration of collection.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230" name="Google Shape;230;p30"/>
          <p:cNvGraphicFramePr/>
          <p:nvPr/>
        </p:nvGraphicFramePr>
        <p:xfrm>
          <a:off x="3205050" y="3428075"/>
          <a:ext cx="6101075" cy="1188720"/>
        </p:xfrm>
        <a:graphic>
          <a:graphicData uri="http://schemas.openxmlformats.org/drawingml/2006/table">
            <a:tbl>
              <a:tblPr bandRow="1">
                <a:noFill/>
                <a:tableStyleId>{5CE8269A-3006-482C-87DF-B5F962FD71D5}</a:tableStyleId>
              </a:tblPr>
              <a:tblGrid>
                <a:gridCol w="1522725">
                  <a:extLst>
                    <a:ext uri="{9D8B030D-6E8A-4147-A177-3AD203B41FA5}">
                      <a16:colId xmlns:a16="http://schemas.microsoft.com/office/drawing/2014/main" val="20000"/>
                    </a:ext>
                  </a:extLst>
                </a:gridCol>
                <a:gridCol w="1522725">
                  <a:extLst>
                    <a:ext uri="{9D8B030D-6E8A-4147-A177-3AD203B41FA5}">
                      <a16:colId xmlns:a16="http://schemas.microsoft.com/office/drawing/2014/main" val="20001"/>
                    </a:ext>
                  </a:extLst>
                </a:gridCol>
                <a:gridCol w="3055625">
                  <a:extLst>
                    <a:ext uri="{9D8B030D-6E8A-4147-A177-3AD203B41FA5}">
                      <a16:colId xmlns:a16="http://schemas.microsoft.com/office/drawing/2014/main" val="20002"/>
                    </a:ext>
                  </a:extLst>
                </a:gridCol>
              </a:tblGrid>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Parameter</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Type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Name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String</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Name of the collection to be created</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Options</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Document</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(Optional) Specify options about memory size and indexing</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8" name="Google Shape;238;p31"/>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35" name="Google Shape;235;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36" name="Google Shape;236;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graphicFrame>
        <p:nvGraphicFramePr>
          <p:cNvPr id="237" name="Google Shape;237;p31"/>
          <p:cNvGraphicFramePr/>
          <p:nvPr/>
        </p:nvGraphicFramePr>
        <p:xfrm>
          <a:off x="1018000" y="1925588"/>
          <a:ext cx="10155975" cy="54861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Gungsuh"/>
                          <a:ea typeface="Gungsuh"/>
                          <a:cs typeface="Gungsuh"/>
                          <a:sym typeface="Gungsuh"/>
                        </a:rPr>
                        <a:t>Options parameter is optional, so you need to specify only the name of the collection. Following is the list of options you can use −</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graphicFrame>
        <p:nvGraphicFramePr>
          <p:cNvPr id="239" name="Google Shape;239;p31"/>
          <p:cNvGraphicFramePr/>
          <p:nvPr/>
        </p:nvGraphicFramePr>
        <p:xfrm>
          <a:off x="2173550" y="2452325"/>
          <a:ext cx="6101075" cy="2956560"/>
        </p:xfrm>
        <a:graphic>
          <a:graphicData uri="http://schemas.openxmlformats.org/drawingml/2006/table">
            <a:tbl>
              <a:tblPr bandRow="1">
                <a:noFill/>
                <a:tableStyleId>{5CE8269A-3006-482C-87DF-B5F962FD71D5}</a:tableStyleId>
              </a:tblPr>
              <a:tblGrid>
                <a:gridCol w="951225">
                  <a:extLst>
                    <a:ext uri="{9D8B030D-6E8A-4147-A177-3AD203B41FA5}">
                      <a16:colId xmlns:a16="http://schemas.microsoft.com/office/drawing/2014/main" val="20000"/>
                    </a:ext>
                  </a:extLst>
                </a:gridCol>
                <a:gridCol w="913775">
                  <a:extLst>
                    <a:ext uri="{9D8B030D-6E8A-4147-A177-3AD203B41FA5}">
                      <a16:colId xmlns:a16="http://schemas.microsoft.com/office/drawing/2014/main" val="20001"/>
                    </a:ext>
                  </a:extLst>
                </a:gridCol>
                <a:gridCol w="4236075">
                  <a:extLst>
                    <a:ext uri="{9D8B030D-6E8A-4147-A177-3AD203B41FA5}">
                      <a16:colId xmlns:a16="http://schemas.microsoft.com/office/drawing/2014/main" val="20002"/>
                    </a:ext>
                  </a:extLst>
                </a:gridCol>
              </a:tblGrid>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Field</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B5CEA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Type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B5CEA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B5CEA8"/>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capped</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Boolean</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(Optional) If true, enables a capped collection. Capped collection is a fixed size collection that automatically overwrites its oldest entries when it reaches its maximum size. If you specify true, you need to specify size parameter also.</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autoIndexId</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Boolean</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(Optional) If true, automatically create index on _id field.s Default value is false.</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size</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number</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(Optional) Specifies a maximum size in bytes for a capped collection. If capped is true, then you need to specify this field also.</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max</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number</a:t>
                      </a:r>
                      <a:endParaRPr sz="1200" u="none" strike="noStrike" cap="none">
                        <a:latin typeface="Times New Roman"/>
                        <a:ea typeface="Times New Roman"/>
                        <a:cs typeface="Times New Roman"/>
                        <a:sym typeface="Times New Roman"/>
                      </a:endParaRPr>
                    </a:p>
                  </a:txBody>
                  <a:tcPr marL="76200" marR="76200" marT="76200" marB="7620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(Optional) Specifies the maximum number of documents allowed in the capped collection.</a:t>
                      </a:r>
                      <a:endParaRPr sz="1200" u="none" strike="noStrike" cap="none">
                        <a:latin typeface="Times New Roman"/>
                        <a:ea typeface="Times New Roman"/>
                        <a:cs typeface="Times New Roman"/>
                        <a:sym typeface="Times New Roman"/>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7" name="Google Shape;247;p32"/>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44" name="Google Shape;244;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45" name="Google Shape;245;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graphicFrame>
        <p:nvGraphicFramePr>
          <p:cNvPr id="246" name="Google Shape;246;p32"/>
          <p:cNvGraphicFramePr/>
          <p:nvPr/>
        </p:nvGraphicFramePr>
        <p:xfrm>
          <a:off x="1017988" y="1642464"/>
          <a:ext cx="10155975" cy="457690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While inserting the document, MongoDB first checks size field of capped collection, then it checks max field.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i="1" u="none" strike="noStrike" cap="none">
                          <a:latin typeface="Times New Roman"/>
                          <a:ea typeface="Times New Roman"/>
                          <a:cs typeface="Times New Roman"/>
                          <a:sym typeface="Times New Roman"/>
                        </a:rPr>
                        <a:t>Examples</a:t>
                      </a:r>
                      <a:endParaRPr sz="1200" i="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Basic syntax of createCollection() method without options is as follows:-</a:t>
                      </a:r>
                      <a:endParaRPr sz="1200" u="none" strike="noStrike" cap="none">
                        <a:latin typeface="Gungsuh"/>
                        <a:ea typeface="Gungsuh"/>
                        <a:cs typeface="Gungsuh"/>
                        <a:sym typeface="Gungsuh"/>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test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switched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to</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test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"mycollection"</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"ok"</a:t>
                      </a:r>
                      <a:r>
                        <a:rPr lang="en-US" sz="1050" u="none" strike="noStrike" cap="none">
                          <a:solidFill>
                            <a:srgbClr val="D4D4D4"/>
                          </a:solidFill>
                          <a:latin typeface="Consolas"/>
                          <a:ea typeface="Consolas"/>
                          <a:cs typeface="Consolas"/>
                          <a:sym typeface="Consolas"/>
                        </a:rPr>
                        <a:t> :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You can check the created collection by using the command show collections.</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show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collections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mycollection</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system</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indexes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Gungsuh"/>
                          <a:ea typeface="Gungsuh"/>
                          <a:cs typeface="Gungsuh"/>
                          <a:sym typeface="Gungsuh"/>
                        </a:rPr>
                        <a:t>The following example shows the syntax of createCollection() method with few important options −</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"mycol"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capped :</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true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autoIndexID :</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true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size :</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6142800</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max :</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10000</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"ok"</a:t>
                      </a:r>
                      <a:r>
                        <a:rPr lang="en-US" sz="1050" u="none" strike="noStrike" cap="none">
                          <a:solidFill>
                            <a:srgbClr val="D4D4D4"/>
                          </a:solidFill>
                          <a:latin typeface="Consolas"/>
                          <a:ea typeface="Consolas"/>
                          <a:cs typeface="Consolas"/>
                          <a:sym typeface="Consolas"/>
                        </a:rPr>
                        <a:t> : </a:t>
                      </a:r>
                      <a:r>
                        <a:rPr lang="en-US" sz="1050" u="none" strike="noStrike" cap="none">
                          <a:solidFill>
                            <a:srgbClr val="B5CEA8"/>
                          </a:solidFill>
                          <a:latin typeface="Consolas"/>
                          <a:ea typeface="Consolas"/>
                          <a:cs typeface="Consolas"/>
                          <a:sym typeface="Consolas"/>
                        </a:rPr>
                        <a:t>0</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"errmsg"</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"BSON field 'create.autoIndexID' is an unknown field."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"code"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B5CEA8"/>
                          </a:solidFill>
                          <a:latin typeface="Consolas"/>
                          <a:ea typeface="Consolas"/>
                          <a:cs typeface="Consolas"/>
                          <a:sym typeface="Consolas"/>
                        </a:rPr>
                        <a:t>40415</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"codeName"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"Location40415"</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&gt;</a:t>
                      </a:r>
                      <a:endParaRPr sz="1200" u="none" strike="noStrike" cap="none">
                        <a:latin typeface="Gungsuh"/>
                        <a:ea typeface="Gungsuh"/>
                        <a:cs typeface="Gungsuh"/>
                        <a:sym typeface="Gungsuh"/>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5" name="Google Shape;255;p33"/>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52" name="Google Shape;252;p3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3" name="Google Shape;253;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graphicFrame>
        <p:nvGraphicFramePr>
          <p:cNvPr id="254" name="Google Shape;254;p33"/>
          <p:cNvGraphicFramePr/>
          <p:nvPr/>
        </p:nvGraphicFramePr>
        <p:xfrm>
          <a:off x="1017975" y="1925588"/>
          <a:ext cx="10155975" cy="415717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In MongoDB, you don't need to create collection. MongoDB creates collection automatically, when you insert some document.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new_collection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insert</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"name"</a:t>
                      </a:r>
                      <a:r>
                        <a:rPr lang="en-US" sz="1050" u="none" strike="noStrike" cap="none">
                          <a:solidFill>
                            <a:srgbClr val="9CDCFE"/>
                          </a:solidFill>
                          <a:latin typeface="Consolas"/>
                          <a:ea typeface="Consolas"/>
                          <a:cs typeface="Consolas"/>
                          <a:sym typeface="Consolas"/>
                        </a:rPr>
                        <a:t> :</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"Hello"</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CDCAA"/>
                          </a:solidFill>
                          <a:latin typeface="Consolas"/>
                          <a:ea typeface="Consolas"/>
                          <a:cs typeface="Consolas"/>
                          <a:sym typeface="Consolas"/>
                        </a:rPr>
                        <a:t>WriteResult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"nInserted"</a:t>
                      </a:r>
                      <a:r>
                        <a:rPr lang="en-US" sz="1050" u="none" strike="noStrike" cap="none">
                          <a:solidFill>
                            <a:srgbClr val="9CDCFE"/>
                          </a:solidFill>
                          <a:latin typeface="Consolas"/>
                          <a:ea typeface="Consolas"/>
                          <a:cs typeface="Consolas"/>
                          <a:sym typeface="Consolas"/>
                        </a:rPr>
                        <a:t> :</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The drop() Method</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MongoDB's db.collection.drop() is used to drop a collection from the database.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a:solidFill>
                            <a:srgbClr val="434343"/>
                          </a:solidFill>
                          <a:latin typeface="Times New Roman"/>
                          <a:ea typeface="Times New Roman"/>
                          <a:cs typeface="Times New Roman"/>
                          <a:sym typeface="Times New Roman"/>
                        </a:rPr>
                        <a:t>Syntax</a:t>
                      </a:r>
                      <a:endParaRPr sz="1200" b="1" u="none" strike="noStrike" cap="none">
                        <a:solidFill>
                          <a:srgbClr val="434343"/>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Basic syntax of drop() command is as follows: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drop</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Example</a:t>
                      </a:r>
                      <a:endParaRPr sz="1200"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First, check the available collections into your database mydb.</a:t>
                      </a:r>
                      <a:endParaRPr sz="1200" u="none" strike="noStrike" cap="none">
                        <a:latin typeface="Gungsuh"/>
                        <a:ea typeface="Gungsuh"/>
                        <a:cs typeface="Gungsuh"/>
                        <a:sym typeface="Gungsuh"/>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mydb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switched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to</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mydb</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show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collections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mycol</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mycollection</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3" name="Google Shape;263;p34"/>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60" name="Google Shape;260;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1" name="Google Shape;261;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graphicFrame>
        <p:nvGraphicFramePr>
          <p:cNvPr id="262" name="Google Shape;262;p34"/>
          <p:cNvGraphicFramePr/>
          <p:nvPr/>
        </p:nvGraphicFramePr>
        <p:xfrm>
          <a:off x="1017975" y="1925588"/>
          <a:ext cx="10155975" cy="362374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Now drop the collection with the name mycollection.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drop</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true</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Again check the list of collections into database.</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show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collections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mycol</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drop() method will return true, if the selected collection is dropped successfully, otherwise it will return false.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The insert() Method</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insert data into MongoDB collection, you need to use MongoDB's insert() or save()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Syntax</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basic syntax of insert() command is as follows:</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insert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document</a:t>
                      </a:r>
                      <a:r>
                        <a:rPr lang="en-US" sz="1050" u="none" strike="noStrike" cap="none">
                          <a:solidFill>
                            <a:srgbClr val="D4D4D4"/>
                          </a:solidFill>
                          <a:latin typeface="Consolas"/>
                          <a:ea typeface="Consolas"/>
                          <a:cs typeface="Consolas"/>
                          <a:sym typeface="Consolas"/>
                        </a:rPr>
                        <a:t>)</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71" name="Google Shape;271;p35"/>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68" name="Google Shape;268;p3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9" name="Google Shape;269;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graphicFrame>
        <p:nvGraphicFramePr>
          <p:cNvPr id="270" name="Google Shape;270;p35"/>
          <p:cNvGraphicFramePr/>
          <p:nvPr>
            <p:extLst>
              <p:ext uri="{D42A27DB-BD31-4B8C-83A1-F6EECF244321}">
                <p14:modId xmlns:p14="http://schemas.microsoft.com/office/powerpoint/2010/main" val="1594942299"/>
              </p:ext>
            </p:extLst>
          </p:nvPr>
        </p:nvGraphicFramePr>
        <p:xfrm>
          <a:off x="1017975" y="1925588"/>
          <a:ext cx="10155975" cy="413628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Query Documents:</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The find() Method</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query data from MongoDB collection, you need to use MongoDB's find()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Syntax</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basic syntax of find() method is as follows: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just"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find() method will display all the documents in a non-structured way.</a:t>
                      </a:r>
                      <a:endParaRPr sz="1200" u="none" strike="noStrike" cap="none" dirty="0">
                        <a:latin typeface="Times New Roman"/>
                        <a:ea typeface="Times New Roman"/>
                        <a:cs typeface="Times New Roman"/>
                        <a:sym typeface="Times New Roman"/>
                      </a:endParaRPr>
                    </a:p>
                    <a:p>
                      <a:pPr marL="0" marR="0" lvl="0" indent="0" algn="just" rtl="0">
                        <a:lnSpc>
                          <a:spcPct val="100000"/>
                        </a:lnSpc>
                        <a:spcBef>
                          <a:spcPts val="72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For more details on Query Documents visit MongoDB </a:t>
                      </a:r>
                      <a:r>
                        <a:rPr lang="en-US" sz="1200" u="sng" strike="noStrike" cap="none" dirty="0">
                          <a:solidFill>
                            <a:schemeClr val="hlink"/>
                          </a:solidFill>
                          <a:latin typeface="Times New Roman"/>
                          <a:ea typeface="Times New Roman"/>
                          <a:cs typeface="Times New Roman"/>
                          <a:sym typeface="Times New Roman"/>
                          <a:hlinkClick r:id="rId3"/>
                        </a:rPr>
                        <a:t>official documentation</a:t>
                      </a:r>
                      <a:r>
                        <a:rPr lang="en-US" sz="1200" u="none" strike="noStrike" cap="none" dirty="0">
                          <a:latin typeface="Times New Roman"/>
                          <a:ea typeface="Times New Roman"/>
                          <a:cs typeface="Times New Roman"/>
                          <a:sym typeface="Times New Roman"/>
                        </a:rPr>
                        <a:t>.</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180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MongoDB Update() Method</a:t>
                      </a:r>
                      <a:endParaRPr sz="1200" b="1" u="sng" strike="noStrike" cap="none" dirty="0">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The update() method deletes the values in the existing document.</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Syntax</a:t>
                      </a:r>
                      <a:endParaRPr sz="1200" b="1" u="none" strike="noStrike" cap="none" dirty="0">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The basic syntax of update() method is as follows:</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a:t>
                      </a:r>
                      <a:r>
                        <a:rPr lang="en-US" sz="1050" u="none" strike="noStrike" cap="none" dirty="0" err="1">
                          <a:solidFill>
                            <a:srgbClr val="9CDCFE"/>
                          </a:solidFill>
                          <a:latin typeface="Consolas"/>
                          <a:ea typeface="Consolas"/>
                          <a:cs typeface="Consolas"/>
                          <a:sym typeface="Consolas"/>
                        </a:rPr>
                        <a:t>db</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4FC1FF"/>
                          </a:solidFill>
                          <a:latin typeface="Consolas"/>
                          <a:ea typeface="Consolas"/>
                          <a:cs typeface="Consolas"/>
                          <a:sym typeface="Consolas"/>
                        </a:rPr>
                        <a:t>COLLECTION_NAME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update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SELECTION_CRITERIA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UPDATED_DATA</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9" name="Google Shape;279;p36"/>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76" name="Google Shape;276;p3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77" name="Google Shape;277;p3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graphicFrame>
        <p:nvGraphicFramePr>
          <p:cNvPr id="278" name="Google Shape;278;p36"/>
          <p:cNvGraphicFramePr/>
          <p:nvPr/>
        </p:nvGraphicFramePr>
        <p:xfrm>
          <a:off x="1017975" y="1925588"/>
          <a:ext cx="10155975" cy="359018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MongoDB Save() Method</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save() method replaces the existing document with the new document passed in the save()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2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Syntax</a:t>
                      </a:r>
                      <a:endParaRPr sz="1200"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Gungsuh"/>
                          <a:ea typeface="Gungsuh"/>
                          <a:cs typeface="Gungsuh"/>
                          <a:sym typeface="Gungsuh"/>
                        </a:rPr>
                        <a:t>The basic syntax of MongoDB save() method is shown below −</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save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_id:</a:t>
                      </a:r>
                      <a:r>
                        <a:rPr lang="en-US" sz="1050" u="none" strike="noStrike" cap="none">
                          <a:solidFill>
                            <a:srgbClr val="DCDCAA"/>
                          </a:solidFill>
                          <a:latin typeface="Consolas"/>
                          <a:ea typeface="Consolas"/>
                          <a:cs typeface="Consolas"/>
                          <a:sym typeface="Consolas"/>
                        </a:rPr>
                        <a:t>ObjectId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NEW_DATA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The remove() Method</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MongoDB's remove() method is used to remove a document from the collection. remove() method accepts two parameters. One is deletion criteria and second is justOne flag.</a:t>
                      </a:r>
                      <a:endParaRPr sz="1200" u="none" strike="noStrike" cap="none">
                        <a:latin typeface="Times New Roman"/>
                        <a:ea typeface="Times New Roman"/>
                        <a:cs typeface="Times New Roman"/>
                        <a:sym typeface="Times New Roman"/>
                      </a:endParaRPr>
                    </a:p>
                    <a:p>
                      <a:pPr marL="885825" marR="0" lvl="0" indent="-292100" algn="just" rtl="0">
                        <a:lnSpc>
                          <a:spcPct val="100000"/>
                        </a:lnSpc>
                        <a:spcBef>
                          <a:spcPts val="720"/>
                        </a:spcBef>
                        <a:spcAft>
                          <a:spcPts val="0"/>
                        </a:spcAft>
                        <a:buClr>
                          <a:srgbClr val="000000"/>
                        </a:buClr>
                        <a:buSzPts val="1000"/>
                        <a:buFont typeface="Noto Sans Symbols"/>
                        <a:buChar char="●"/>
                      </a:pPr>
                      <a:r>
                        <a:rPr lang="en-US" sz="1200" u="none" strike="noStrike" cap="none">
                          <a:latin typeface="Gungsuh"/>
                          <a:ea typeface="Gungsuh"/>
                          <a:cs typeface="Gungsuh"/>
                          <a:sym typeface="Gungsuh"/>
                        </a:rPr>
                        <a:t>deletion criteria − (Optional) deletion criteria according to documents will be removed.</a:t>
                      </a:r>
                      <a:endParaRPr sz="1200" u="none" strike="noStrike" cap="none">
                        <a:latin typeface="Times New Roman"/>
                        <a:ea typeface="Times New Roman"/>
                        <a:cs typeface="Times New Roman"/>
                        <a:sym typeface="Times New Roman"/>
                      </a:endParaRPr>
                    </a:p>
                    <a:p>
                      <a:pPr marL="885825" marR="0" lvl="0" indent="-292100" algn="just" rtl="0">
                        <a:lnSpc>
                          <a:spcPct val="100000"/>
                        </a:lnSpc>
                        <a:spcBef>
                          <a:spcPts val="0"/>
                        </a:spcBef>
                        <a:spcAft>
                          <a:spcPts val="0"/>
                        </a:spcAft>
                        <a:buClr>
                          <a:srgbClr val="000000"/>
                        </a:buClr>
                        <a:buSzPts val="1000"/>
                        <a:buFont typeface="Noto Sans Symbols"/>
                        <a:buChar char="●"/>
                      </a:pPr>
                      <a:r>
                        <a:rPr lang="en-US" sz="1200" u="none" strike="noStrike" cap="none">
                          <a:latin typeface="Gungsuh"/>
                          <a:ea typeface="Gungsuh"/>
                          <a:cs typeface="Gungsuh"/>
                          <a:sym typeface="Gungsuh"/>
                        </a:rPr>
                        <a:t>justOne − (Optional) if set to true or 1, then remove only one document.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solidFill>
                            <a:srgbClr val="434343"/>
                          </a:solidFill>
                          <a:latin typeface="Times New Roman"/>
                          <a:ea typeface="Times New Roman"/>
                          <a:cs typeface="Times New Roman"/>
                          <a:sym typeface="Times New Roman"/>
                        </a:rPr>
                        <a:t>Syntax</a:t>
                      </a:r>
                      <a:endParaRPr sz="1200" b="1" u="none" strike="noStrike" cap="none">
                        <a:solidFill>
                          <a:srgbClr val="434343"/>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Basic syntax of remove() method is as follows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remove</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DELLETION_CRITTERIA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7" name="Google Shape;287;p37"/>
          <p:cNvSpPr txBox="1">
            <a:spLocks noGrp="1"/>
          </p:cNvSpPr>
          <p:nvPr>
            <p:ph type="title"/>
          </p:nvPr>
        </p:nvSpPr>
        <p:spPr>
          <a:xfrm>
            <a:off x="1066775" y="8867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MongoDB</a:t>
            </a:r>
            <a:endParaRPr sz="2900"/>
          </a:p>
        </p:txBody>
      </p:sp>
      <p:sp>
        <p:nvSpPr>
          <p:cNvPr id="284" name="Google Shape;284;p3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85" name="Google Shape;285;p3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graphicFrame>
        <p:nvGraphicFramePr>
          <p:cNvPr id="286" name="Google Shape;286;p37"/>
          <p:cNvGraphicFramePr/>
          <p:nvPr/>
        </p:nvGraphicFramePr>
        <p:xfrm>
          <a:off x="1017975" y="1925588"/>
          <a:ext cx="10155975" cy="2437650"/>
        </p:xfrm>
        <a:graphic>
          <a:graphicData uri="http://schemas.openxmlformats.org/drawingml/2006/table">
            <a:tbl>
              <a:tblPr>
                <a:noFill/>
                <a:tableStyleId>{5E572A5B-0DF3-4985-88CC-0213D843D923}</a:tableStyleId>
              </a:tblPr>
              <a:tblGrid>
                <a:gridCol w="10155975">
                  <a:extLst>
                    <a:ext uri="{9D8B030D-6E8A-4147-A177-3AD203B41FA5}">
                      <a16:colId xmlns:a16="http://schemas.microsoft.com/office/drawing/2014/main" val="20000"/>
                    </a:ext>
                  </a:extLst>
                </a:gridCol>
              </a:tblGrid>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Remove Only One</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there are multiple records and you want to delete only the first record, then set justOne parameter in remove() method.</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COLLECTION_NAME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remove</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DELETION_CRITERIA</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651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Remove All Documents</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you don't specify deletion criteria, then MongoDB will delete whole documents from the collection. This is equivalent of SQL's truncate command.</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1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mycol</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remove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CDCAA"/>
                          </a:solidFill>
                          <a:latin typeface="Consolas"/>
                          <a:ea typeface="Consolas"/>
                          <a:cs typeface="Consolas"/>
                          <a:sym typeface="Consolas"/>
                        </a:rPr>
                        <a:t>WriteResult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"nRemoved"</a:t>
                      </a:r>
                      <a:r>
                        <a:rPr lang="en-US" sz="1050" u="none" strike="noStrike" cap="none">
                          <a:solidFill>
                            <a:srgbClr val="9CDCFE"/>
                          </a:solidFill>
                          <a:latin typeface="Consolas"/>
                          <a:ea typeface="Consolas"/>
                          <a:cs typeface="Consolas"/>
                          <a:sym typeface="Consolas"/>
                        </a:rPr>
                        <a:t> :</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2</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mycol</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8"/>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a:t>Questions ?</a:t>
            </a:r>
            <a:endParaRPr dirty="0"/>
          </a:p>
        </p:txBody>
      </p:sp>
      <p:sp>
        <p:nvSpPr>
          <p:cNvPr id="293" name="Google Shape;293;p38"/>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MEAN/MERN Stack</a:t>
            </a:r>
            <a:endParaRPr/>
          </a:p>
        </p:txBody>
      </p:sp>
      <p:sp>
        <p:nvSpPr>
          <p:cNvPr id="294" name="Google Shape;294;p38"/>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TotalTime>
  <Words>1939</Words>
  <Application>Microsoft Office PowerPoint</Application>
  <PresentationFormat>Widescreen</PresentationFormat>
  <Paragraphs>279</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Gungsuh</vt:lpstr>
      <vt:lpstr>Arial</vt:lpstr>
      <vt:lpstr>Calibri</vt:lpstr>
      <vt:lpstr>Calibri Light</vt:lpstr>
      <vt:lpstr>Consolas</vt:lpstr>
      <vt:lpstr>Noto Sans Symbols</vt:lpstr>
      <vt:lpstr>Times New Roman</vt:lpstr>
      <vt:lpstr>Verdana</vt:lpstr>
      <vt:lpstr>Office Theme</vt:lpstr>
      <vt:lpstr>No SQL: MongoDB</vt:lpstr>
      <vt:lpstr>Learning Objectives:</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Introduction to MongoDB</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SQL: MongoDB</dc:title>
  <cp:lastModifiedBy>Asif Muhammad</cp:lastModifiedBy>
  <cp:revision>1</cp:revision>
  <dcterms:modified xsi:type="dcterms:W3CDTF">2023-04-16T09:54:50Z</dcterms:modified>
</cp:coreProperties>
</file>