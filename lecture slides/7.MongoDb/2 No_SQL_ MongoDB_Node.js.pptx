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30"/>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Lst>
  <p:sldSz cx="12192000" cy="6858000"/>
  <p:notesSz cx="6858000" cy="9144000"/>
  <p:embeddedFontLst>
    <p:embeddedFont>
      <p:font typeface="Calibri" panose="020F0502020204030204" pitchFamily="34" charset="0"/>
      <p:regular r:id="rId31"/>
      <p:bold r:id="rId32"/>
      <p:italic r:id="rId33"/>
      <p:boldItalic r:id="rId34"/>
    </p:embeddedFont>
    <p:embeddedFont>
      <p:font typeface="Calibri Light" panose="020F0302020204030204" pitchFamily="34" charset="0"/>
      <p:regular r:id="rId35"/>
      <p:italic r:id="rId36"/>
    </p:embeddedFont>
    <p:embeddedFont>
      <p:font typeface="Consolas" panose="020B0609020204030204" pitchFamily="49" charset="0"/>
      <p:regular r:id="rId37"/>
      <p:bold r:id="rId38"/>
      <p:italic r:id="rId39"/>
      <p:boldItalic r:id="rId40"/>
    </p:embeddedFont>
    <p:embeddedFont>
      <p:font typeface="Quattrocento Sans" panose="020B0502050000020003"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3534FC-520D-4F50-B61A-CCC7434E678B}" v="1" dt="2023-04-16T09:55:34.395"/>
  </p1510:revLst>
</p1510:revInfo>
</file>

<file path=ppt/tableStyles.xml><?xml version="1.0" encoding="utf-8"?>
<a:tblStyleLst xmlns:a="http://schemas.openxmlformats.org/drawingml/2006/main" def="{F862C103-036E-41F1-81E8-14694586F0A1}">
  <a:tblStyle styleId="{F862C103-036E-41F1-81E8-14694586F0A1}"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35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653534FC-520D-4F50-B61A-CCC7434E678B}"/>
    <pc:docChg chg="custSel delSld modSld modMainMaster">
      <pc:chgData name="Asif Muhammad" userId="6b0af2cb-2f76-400b-94d9-178b55ef4f85" providerId="ADAL" clId="{653534FC-520D-4F50-B61A-CCC7434E678B}" dt="2023-04-25T07:45:05.562" v="66" actId="33524"/>
      <pc:docMkLst>
        <pc:docMk/>
      </pc:docMkLst>
      <pc:sldChg chg="addSp delSp modSp mod">
        <pc:chgData name="Asif Muhammad" userId="6b0af2cb-2f76-400b-94d9-178b55ef4f85" providerId="ADAL" clId="{653534FC-520D-4F50-B61A-CCC7434E678B}" dt="2023-04-16T09:56:53.064" v="60" actId="478"/>
        <pc:sldMkLst>
          <pc:docMk/>
          <pc:sldMk cId="0" sldId="256"/>
        </pc:sldMkLst>
        <pc:spChg chg="add mod">
          <ac:chgData name="Asif Muhammad" userId="6b0af2cb-2f76-400b-94d9-178b55ef4f85" providerId="ADAL" clId="{653534FC-520D-4F50-B61A-CCC7434E678B}" dt="2023-04-16T09:56:53.064" v="60" actId="478"/>
          <ac:spMkLst>
            <pc:docMk/>
            <pc:sldMk cId="0" sldId="256"/>
            <ac:spMk id="3" creationId="{52F17D1D-DE27-379E-7497-DE940484C6DD}"/>
          </ac:spMkLst>
        </pc:spChg>
        <pc:spChg chg="mod">
          <ac:chgData name="Asif Muhammad" userId="6b0af2cb-2f76-400b-94d9-178b55ef4f85" providerId="ADAL" clId="{653534FC-520D-4F50-B61A-CCC7434E678B}" dt="2023-04-16T09:56:10.453" v="59" actId="6549"/>
          <ac:spMkLst>
            <pc:docMk/>
            <pc:sldMk cId="0" sldId="256"/>
            <ac:spMk id="149" creationId="{00000000-0000-0000-0000-000000000000}"/>
          </ac:spMkLst>
        </pc:spChg>
        <pc:spChg chg="del mod">
          <ac:chgData name="Asif Muhammad" userId="6b0af2cb-2f76-400b-94d9-178b55ef4f85" providerId="ADAL" clId="{653534FC-520D-4F50-B61A-CCC7434E678B}" dt="2023-04-16T09:56:53.064" v="60" actId="478"/>
          <ac:spMkLst>
            <pc:docMk/>
            <pc:sldMk cId="0" sldId="256"/>
            <ac:spMk id="150" creationId="{00000000-0000-0000-0000-000000000000}"/>
          </ac:spMkLst>
        </pc:spChg>
      </pc:sldChg>
      <pc:sldChg chg="modSp del">
        <pc:chgData name="Asif Muhammad" userId="6b0af2cb-2f76-400b-94d9-178b55ef4f85" providerId="ADAL" clId="{653534FC-520D-4F50-B61A-CCC7434E678B}" dt="2023-04-16T09:55:40.284" v="2" actId="47"/>
        <pc:sldMkLst>
          <pc:docMk/>
          <pc:sldMk cId="0" sldId="257"/>
        </pc:sldMkLst>
        <pc:spChg chg="mod">
          <ac:chgData name="Asif Muhammad" userId="6b0af2cb-2f76-400b-94d9-178b55ef4f85" providerId="ADAL" clId="{653534FC-520D-4F50-B61A-CCC7434E678B}" dt="2023-04-16T09:55:34.395" v="0"/>
          <ac:spMkLst>
            <pc:docMk/>
            <pc:sldMk cId="0" sldId="257"/>
            <ac:spMk id="155" creationId="{00000000-0000-0000-0000-000000000000}"/>
          </ac:spMkLst>
        </pc:spChg>
        <pc:spChg chg="mod">
          <ac:chgData name="Asif Muhammad" userId="6b0af2cb-2f76-400b-94d9-178b55ef4f85" providerId="ADAL" clId="{653534FC-520D-4F50-B61A-CCC7434E678B}" dt="2023-04-16T09:55:34.395" v="0"/>
          <ac:spMkLst>
            <pc:docMk/>
            <pc:sldMk cId="0" sldId="257"/>
            <ac:spMk id="156" creationId="{00000000-0000-0000-0000-000000000000}"/>
          </ac:spMkLst>
        </pc:spChg>
        <pc:spChg chg="mod">
          <ac:chgData name="Asif Muhammad" userId="6b0af2cb-2f76-400b-94d9-178b55ef4f85" providerId="ADAL" clId="{653534FC-520D-4F50-B61A-CCC7434E678B}" dt="2023-04-16T09:55:34.395" v="0"/>
          <ac:spMkLst>
            <pc:docMk/>
            <pc:sldMk cId="0" sldId="257"/>
            <ac:spMk id="157" creationId="{00000000-0000-0000-0000-000000000000}"/>
          </ac:spMkLst>
        </pc:spChg>
      </pc:sldChg>
      <pc:sldChg chg="modSp mod">
        <pc:chgData name="Asif Muhammad" userId="6b0af2cb-2f76-400b-94d9-178b55ef4f85" providerId="ADAL" clId="{653534FC-520D-4F50-B61A-CCC7434E678B}" dt="2023-04-16T09:55:34.640" v="1" actId="27636"/>
        <pc:sldMkLst>
          <pc:docMk/>
          <pc:sldMk cId="0" sldId="258"/>
        </pc:sldMkLst>
        <pc:spChg chg="mod">
          <ac:chgData name="Asif Muhammad" userId="6b0af2cb-2f76-400b-94d9-178b55ef4f85" providerId="ADAL" clId="{653534FC-520D-4F50-B61A-CCC7434E678B}" dt="2023-04-16T09:55:34.395" v="0"/>
          <ac:spMkLst>
            <pc:docMk/>
            <pc:sldMk cId="0" sldId="258"/>
            <ac:spMk id="162" creationId="{00000000-0000-0000-0000-000000000000}"/>
          </ac:spMkLst>
        </pc:spChg>
        <pc:spChg chg="mod">
          <ac:chgData name="Asif Muhammad" userId="6b0af2cb-2f76-400b-94d9-178b55ef4f85" providerId="ADAL" clId="{653534FC-520D-4F50-B61A-CCC7434E678B}" dt="2023-04-16T09:55:34.640" v="1" actId="27636"/>
          <ac:spMkLst>
            <pc:docMk/>
            <pc:sldMk cId="0" sldId="258"/>
            <ac:spMk id="163" creationId="{00000000-0000-0000-0000-000000000000}"/>
          </ac:spMkLst>
        </pc:spChg>
        <pc:spChg chg="mod">
          <ac:chgData name="Asif Muhammad" userId="6b0af2cb-2f76-400b-94d9-178b55ef4f85" providerId="ADAL" clId="{653534FC-520D-4F50-B61A-CCC7434E678B}" dt="2023-04-16T09:55:34.395" v="0"/>
          <ac:spMkLst>
            <pc:docMk/>
            <pc:sldMk cId="0" sldId="258"/>
            <ac:spMk id="164" creationId="{00000000-0000-0000-0000-000000000000}"/>
          </ac:spMkLst>
        </pc:spChg>
        <pc:spChg chg="mod">
          <ac:chgData name="Asif Muhammad" userId="6b0af2cb-2f76-400b-94d9-178b55ef4f85" providerId="ADAL" clId="{653534FC-520D-4F50-B61A-CCC7434E678B}" dt="2023-04-16T09:55:34.395" v="0"/>
          <ac:spMkLst>
            <pc:docMk/>
            <pc:sldMk cId="0" sldId="258"/>
            <ac:spMk id="165" creationId="{00000000-0000-0000-0000-000000000000}"/>
          </ac:spMkLst>
        </pc:spChg>
      </pc:sldChg>
      <pc:sldChg chg="modSp del">
        <pc:chgData name="Asif Muhammad" userId="6b0af2cb-2f76-400b-94d9-178b55ef4f85" providerId="ADAL" clId="{653534FC-520D-4F50-B61A-CCC7434E678B}" dt="2023-04-16T09:55:42.036" v="3" actId="47"/>
        <pc:sldMkLst>
          <pc:docMk/>
          <pc:sldMk cId="0" sldId="259"/>
        </pc:sldMkLst>
        <pc:spChg chg="mod">
          <ac:chgData name="Asif Muhammad" userId="6b0af2cb-2f76-400b-94d9-178b55ef4f85" providerId="ADAL" clId="{653534FC-520D-4F50-B61A-CCC7434E678B}" dt="2023-04-16T09:55:34.395" v="0"/>
          <ac:spMkLst>
            <pc:docMk/>
            <pc:sldMk cId="0" sldId="259"/>
            <ac:spMk id="170" creationId="{00000000-0000-0000-0000-000000000000}"/>
          </ac:spMkLst>
        </pc:spChg>
        <pc:spChg chg="mod">
          <ac:chgData name="Asif Muhammad" userId="6b0af2cb-2f76-400b-94d9-178b55ef4f85" providerId="ADAL" clId="{653534FC-520D-4F50-B61A-CCC7434E678B}" dt="2023-04-16T09:55:34.395" v="0"/>
          <ac:spMkLst>
            <pc:docMk/>
            <pc:sldMk cId="0" sldId="259"/>
            <ac:spMk id="171" creationId="{00000000-0000-0000-0000-000000000000}"/>
          </ac:spMkLst>
        </pc:spChg>
        <pc:spChg chg="mod">
          <ac:chgData name="Asif Muhammad" userId="6b0af2cb-2f76-400b-94d9-178b55ef4f85" providerId="ADAL" clId="{653534FC-520D-4F50-B61A-CCC7434E678B}" dt="2023-04-16T09:55:34.395" v="0"/>
          <ac:spMkLst>
            <pc:docMk/>
            <pc:sldMk cId="0" sldId="259"/>
            <ac:spMk id="172" creationId="{00000000-0000-0000-0000-000000000000}"/>
          </ac:spMkLst>
        </pc:spChg>
      </pc:sldChg>
      <pc:sldChg chg="modSp mod">
        <pc:chgData name="Asif Muhammad" userId="6b0af2cb-2f76-400b-94d9-178b55ef4f85" providerId="ADAL" clId="{653534FC-520D-4F50-B61A-CCC7434E678B}" dt="2023-04-19T09:56:38.431" v="63" actId="20577"/>
        <pc:sldMkLst>
          <pc:docMk/>
          <pc:sldMk cId="0" sldId="260"/>
        </pc:sldMkLst>
        <pc:spChg chg="mod">
          <ac:chgData name="Asif Muhammad" userId="6b0af2cb-2f76-400b-94d9-178b55ef4f85" providerId="ADAL" clId="{653534FC-520D-4F50-B61A-CCC7434E678B}" dt="2023-04-16T09:55:34.395" v="0"/>
          <ac:spMkLst>
            <pc:docMk/>
            <pc:sldMk cId="0" sldId="260"/>
            <ac:spMk id="177" creationId="{00000000-0000-0000-0000-000000000000}"/>
          </ac:spMkLst>
        </pc:spChg>
        <pc:spChg chg="mod">
          <ac:chgData name="Asif Muhammad" userId="6b0af2cb-2f76-400b-94d9-178b55ef4f85" providerId="ADAL" clId="{653534FC-520D-4F50-B61A-CCC7434E678B}" dt="2023-04-16T09:55:34.395" v="0"/>
          <ac:spMkLst>
            <pc:docMk/>
            <pc:sldMk cId="0" sldId="260"/>
            <ac:spMk id="178" creationId="{00000000-0000-0000-0000-000000000000}"/>
          </ac:spMkLst>
        </pc:spChg>
        <pc:graphicFrameChg chg="modGraphic">
          <ac:chgData name="Asif Muhammad" userId="6b0af2cb-2f76-400b-94d9-178b55ef4f85" providerId="ADAL" clId="{653534FC-520D-4F50-B61A-CCC7434E678B}" dt="2023-04-19T09:56:38.431" v="63" actId="20577"/>
          <ac:graphicFrameMkLst>
            <pc:docMk/>
            <pc:sldMk cId="0" sldId="260"/>
            <ac:graphicFrameMk id="179" creationId="{00000000-0000-0000-0000-000000000000}"/>
          </ac:graphicFrameMkLst>
        </pc:graphicFrameChg>
      </pc:sldChg>
      <pc:sldChg chg="modSp">
        <pc:chgData name="Asif Muhammad" userId="6b0af2cb-2f76-400b-94d9-178b55ef4f85" providerId="ADAL" clId="{653534FC-520D-4F50-B61A-CCC7434E678B}" dt="2023-04-16T09:55:34.395" v="0"/>
        <pc:sldMkLst>
          <pc:docMk/>
          <pc:sldMk cId="0" sldId="261"/>
        </pc:sldMkLst>
        <pc:spChg chg="mod">
          <ac:chgData name="Asif Muhammad" userId="6b0af2cb-2f76-400b-94d9-178b55ef4f85" providerId="ADAL" clId="{653534FC-520D-4F50-B61A-CCC7434E678B}" dt="2023-04-16T09:55:34.395" v="0"/>
          <ac:spMkLst>
            <pc:docMk/>
            <pc:sldMk cId="0" sldId="261"/>
            <ac:spMk id="185" creationId="{00000000-0000-0000-0000-000000000000}"/>
          </ac:spMkLst>
        </pc:spChg>
        <pc:spChg chg="mod">
          <ac:chgData name="Asif Muhammad" userId="6b0af2cb-2f76-400b-94d9-178b55ef4f85" providerId="ADAL" clId="{653534FC-520D-4F50-B61A-CCC7434E678B}" dt="2023-04-16T09:55:34.395" v="0"/>
          <ac:spMkLst>
            <pc:docMk/>
            <pc:sldMk cId="0" sldId="261"/>
            <ac:spMk id="186" creationId="{00000000-0000-0000-0000-000000000000}"/>
          </ac:spMkLst>
        </pc:spChg>
      </pc:sldChg>
      <pc:sldChg chg="modSp">
        <pc:chgData name="Asif Muhammad" userId="6b0af2cb-2f76-400b-94d9-178b55ef4f85" providerId="ADAL" clId="{653534FC-520D-4F50-B61A-CCC7434E678B}" dt="2023-04-16T09:55:34.395" v="0"/>
        <pc:sldMkLst>
          <pc:docMk/>
          <pc:sldMk cId="0" sldId="262"/>
        </pc:sldMkLst>
        <pc:spChg chg="mod">
          <ac:chgData name="Asif Muhammad" userId="6b0af2cb-2f76-400b-94d9-178b55ef4f85" providerId="ADAL" clId="{653534FC-520D-4F50-B61A-CCC7434E678B}" dt="2023-04-16T09:55:34.395" v="0"/>
          <ac:spMkLst>
            <pc:docMk/>
            <pc:sldMk cId="0" sldId="262"/>
            <ac:spMk id="193" creationId="{00000000-0000-0000-0000-000000000000}"/>
          </ac:spMkLst>
        </pc:spChg>
        <pc:spChg chg="mod">
          <ac:chgData name="Asif Muhammad" userId="6b0af2cb-2f76-400b-94d9-178b55ef4f85" providerId="ADAL" clId="{653534FC-520D-4F50-B61A-CCC7434E678B}" dt="2023-04-16T09:55:34.395" v="0"/>
          <ac:spMkLst>
            <pc:docMk/>
            <pc:sldMk cId="0" sldId="262"/>
            <ac:spMk id="194" creationId="{00000000-0000-0000-0000-000000000000}"/>
          </ac:spMkLst>
        </pc:spChg>
      </pc:sldChg>
      <pc:sldChg chg="modSp">
        <pc:chgData name="Asif Muhammad" userId="6b0af2cb-2f76-400b-94d9-178b55ef4f85" providerId="ADAL" clId="{653534FC-520D-4F50-B61A-CCC7434E678B}" dt="2023-04-16T09:55:34.395" v="0"/>
        <pc:sldMkLst>
          <pc:docMk/>
          <pc:sldMk cId="0" sldId="263"/>
        </pc:sldMkLst>
        <pc:spChg chg="mod">
          <ac:chgData name="Asif Muhammad" userId="6b0af2cb-2f76-400b-94d9-178b55ef4f85" providerId="ADAL" clId="{653534FC-520D-4F50-B61A-CCC7434E678B}" dt="2023-04-16T09:55:34.395" v="0"/>
          <ac:spMkLst>
            <pc:docMk/>
            <pc:sldMk cId="0" sldId="263"/>
            <ac:spMk id="201" creationId="{00000000-0000-0000-0000-000000000000}"/>
          </ac:spMkLst>
        </pc:spChg>
        <pc:spChg chg="mod">
          <ac:chgData name="Asif Muhammad" userId="6b0af2cb-2f76-400b-94d9-178b55ef4f85" providerId="ADAL" clId="{653534FC-520D-4F50-B61A-CCC7434E678B}" dt="2023-04-16T09:55:34.395" v="0"/>
          <ac:spMkLst>
            <pc:docMk/>
            <pc:sldMk cId="0" sldId="263"/>
            <ac:spMk id="202" creationId="{00000000-0000-0000-0000-000000000000}"/>
          </ac:spMkLst>
        </pc:spChg>
      </pc:sldChg>
      <pc:sldChg chg="modSp">
        <pc:chgData name="Asif Muhammad" userId="6b0af2cb-2f76-400b-94d9-178b55ef4f85" providerId="ADAL" clId="{653534FC-520D-4F50-B61A-CCC7434E678B}" dt="2023-04-16T09:55:34.395" v="0"/>
        <pc:sldMkLst>
          <pc:docMk/>
          <pc:sldMk cId="0" sldId="264"/>
        </pc:sldMkLst>
        <pc:spChg chg="mod">
          <ac:chgData name="Asif Muhammad" userId="6b0af2cb-2f76-400b-94d9-178b55ef4f85" providerId="ADAL" clId="{653534FC-520D-4F50-B61A-CCC7434E678B}" dt="2023-04-16T09:55:34.395" v="0"/>
          <ac:spMkLst>
            <pc:docMk/>
            <pc:sldMk cId="0" sldId="264"/>
            <ac:spMk id="209" creationId="{00000000-0000-0000-0000-000000000000}"/>
          </ac:spMkLst>
        </pc:spChg>
        <pc:spChg chg="mod">
          <ac:chgData name="Asif Muhammad" userId="6b0af2cb-2f76-400b-94d9-178b55ef4f85" providerId="ADAL" clId="{653534FC-520D-4F50-B61A-CCC7434E678B}" dt="2023-04-16T09:55:34.395" v="0"/>
          <ac:spMkLst>
            <pc:docMk/>
            <pc:sldMk cId="0" sldId="264"/>
            <ac:spMk id="210" creationId="{00000000-0000-0000-0000-000000000000}"/>
          </ac:spMkLst>
        </pc:spChg>
      </pc:sldChg>
      <pc:sldChg chg="modSp">
        <pc:chgData name="Asif Muhammad" userId="6b0af2cb-2f76-400b-94d9-178b55ef4f85" providerId="ADAL" clId="{653534FC-520D-4F50-B61A-CCC7434E678B}" dt="2023-04-16T09:55:34.395" v="0"/>
        <pc:sldMkLst>
          <pc:docMk/>
          <pc:sldMk cId="0" sldId="265"/>
        </pc:sldMkLst>
        <pc:spChg chg="mod">
          <ac:chgData name="Asif Muhammad" userId="6b0af2cb-2f76-400b-94d9-178b55ef4f85" providerId="ADAL" clId="{653534FC-520D-4F50-B61A-CCC7434E678B}" dt="2023-04-16T09:55:34.395" v="0"/>
          <ac:spMkLst>
            <pc:docMk/>
            <pc:sldMk cId="0" sldId="265"/>
            <ac:spMk id="217" creationId="{00000000-0000-0000-0000-000000000000}"/>
          </ac:spMkLst>
        </pc:spChg>
        <pc:spChg chg="mod">
          <ac:chgData name="Asif Muhammad" userId="6b0af2cb-2f76-400b-94d9-178b55ef4f85" providerId="ADAL" clId="{653534FC-520D-4F50-B61A-CCC7434E678B}" dt="2023-04-16T09:55:34.395" v="0"/>
          <ac:spMkLst>
            <pc:docMk/>
            <pc:sldMk cId="0" sldId="265"/>
            <ac:spMk id="218" creationId="{00000000-0000-0000-0000-000000000000}"/>
          </ac:spMkLst>
        </pc:spChg>
      </pc:sldChg>
      <pc:sldChg chg="modSp">
        <pc:chgData name="Asif Muhammad" userId="6b0af2cb-2f76-400b-94d9-178b55ef4f85" providerId="ADAL" clId="{653534FC-520D-4F50-B61A-CCC7434E678B}" dt="2023-04-16T09:55:34.395" v="0"/>
        <pc:sldMkLst>
          <pc:docMk/>
          <pc:sldMk cId="0" sldId="266"/>
        </pc:sldMkLst>
        <pc:spChg chg="mod">
          <ac:chgData name="Asif Muhammad" userId="6b0af2cb-2f76-400b-94d9-178b55ef4f85" providerId="ADAL" clId="{653534FC-520D-4F50-B61A-CCC7434E678B}" dt="2023-04-16T09:55:34.395" v="0"/>
          <ac:spMkLst>
            <pc:docMk/>
            <pc:sldMk cId="0" sldId="266"/>
            <ac:spMk id="225" creationId="{00000000-0000-0000-0000-000000000000}"/>
          </ac:spMkLst>
        </pc:spChg>
        <pc:spChg chg="mod">
          <ac:chgData name="Asif Muhammad" userId="6b0af2cb-2f76-400b-94d9-178b55ef4f85" providerId="ADAL" clId="{653534FC-520D-4F50-B61A-CCC7434E678B}" dt="2023-04-16T09:55:34.395" v="0"/>
          <ac:spMkLst>
            <pc:docMk/>
            <pc:sldMk cId="0" sldId="266"/>
            <ac:spMk id="226" creationId="{00000000-0000-0000-0000-000000000000}"/>
          </ac:spMkLst>
        </pc:spChg>
      </pc:sldChg>
      <pc:sldChg chg="modSp">
        <pc:chgData name="Asif Muhammad" userId="6b0af2cb-2f76-400b-94d9-178b55ef4f85" providerId="ADAL" clId="{653534FC-520D-4F50-B61A-CCC7434E678B}" dt="2023-04-16T09:55:34.395" v="0"/>
        <pc:sldMkLst>
          <pc:docMk/>
          <pc:sldMk cId="0" sldId="267"/>
        </pc:sldMkLst>
        <pc:spChg chg="mod">
          <ac:chgData name="Asif Muhammad" userId="6b0af2cb-2f76-400b-94d9-178b55ef4f85" providerId="ADAL" clId="{653534FC-520D-4F50-B61A-CCC7434E678B}" dt="2023-04-16T09:55:34.395" v="0"/>
          <ac:spMkLst>
            <pc:docMk/>
            <pc:sldMk cId="0" sldId="267"/>
            <ac:spMk id="233" creationId="{00000000-0000-0000-0000-000000000000}"/>
          </ac:spMkLst>
        </pc:spChg>
        <pc:spChg chg="mod">
          <ac:chgData name="Asif Muhammad" userId="6b0af2cb-2f76-400b-94d9-178b55ef4f85" providerId="ADAL" clId="{653534FC-520D-4F50-B61A-CCC7434E678B}" dt="2023-04-16T09:55:34.395" v="0"/>
          <ac:spMkLst>
            <pc:docMk/>
            <pc:sldMk cId="0" sldId="267"/>
            <ac:spMk id="234" creationId="{00000000-0000-0000-0000-000000000000}"/>
          </ac:spMkLst>
        </pc:spChg>
      </pc:sldChg>
      <pc:sldChg chg="modSp">
        <pc:chgData name="Asif Muhammad" userId="6b0af2cb-2f76-400b-94d9-178b55ef4f85" providerId="ADAL" clId="{653534FC-520D-4F50-B61A-CCC7434E678B}" dt="2023-04-16T09:55:34.395" v="0"/>
        <pc:sldMkLst>
          <pc:docMk/>
          <pc:sldMk cId="0" sldId="268"/>
        </pc:sldMkLst>
        <pc:spChg chg="mod">
          <ac:chgData name="Asif Muhammad" userId="6b0af2cb-2f76-400b-94d9-178b55ef4f85" providerId="ADAL" clId="{653534FC-520D-4F50-B61A-CCC7434E678B}" dt="2023-04-16T09:55:34.395" v="0"/>
          <ac:spMkLst>
            <pc:docMk/>
            <pc:sldMk cId="0" sldId="268"/>
            <ac:spMk id="241" creationId="{00000000-0000-0000-0000-000000000000}"/>
          </ac:spMkLst>
        </pc:spChg>
        <pc:spChg chg="mod">
          <ac:chgData name="Asif Muhammad" userId="6b0af2cb-2f76-400b-94d9-178b55ef4f85" providerId="ADAL" clId="{653534FC-520D-4F50-B61A-CCC7434E678B}" dt="2023-04-16T09:55:34.395" v="0"/>
          <ac:spMkLst>
            <pc:docMk/>
            <pc:sldMk cId="0" sldId="268"/>
            <ac:spMk id="242" creationId="{00000000-0000-0000-0000-000000000000}"/>
          </ac:spMkLst>
        </pc:spChg>
      </pc:sldChg>
      <pc:sldChg chg="modSp">
        <pc:chgData name="Asif Muhammad" userId="6b0af2cb-2f76-400b-94d9-178b55ef4f85" providerId="ADAL" clId="{653534FC-520D-4F50-B61A-CCC7434E678B}" dt="2023-04-16T09:55:34.395" v="0"/>
        <pc:sldMkLst>
          <pc:docMk/>
          <pc:sldMk cId="0" sldId="269"/>
        </pc:sldMkLst>
        <pc:spChg chg="mod">
          <ac:chgData name="Asif Muhammad" userId="6b0af2cb-2f76-400b-94d9-178b55ef4f85" providerId="ADAL" clId="{653534FC-520D-4F50-B61A-CCC7434E678B}" dt="2023-04-16T09:55:34.395" v="0"/>
          <ac:spMkLst>
            <pc:docMk/>
            <pc:sldMk cId="0" sldId="269"/>
            <ac:spMk id="249" creationId="{00000000-0000-0000-0000-000000000000}"/>
          </ac:spMkLst>
        </pc:spChg>
        <pc:spChg chg="mod">
          <ac:chgData name="Asif Muhammad" userId="6b0af2cb-2f76-400b-94d9-178b55ef4f85" providerId="ADAL" clId="{653534FC-520D-4F50-B61A-CCC7434E678B}" dt="2023-04-16T09:55:34.395" v="0"/>
          <ac:spMkLst>
            <pc:docMk/>
            <pc:sldMk cId="0" sldId="269"/>
            <ac:spMk id="250" creationId="{00000000-0000-0000-0000-000000000000}"/>
          </ac:spMkLst>
        </pc:spChg>
      </pc:sldChg>
      <pc:sldChg chg="modSp">
        <pc:chgData name="Asif Muhammad" userId="6b0af2cb-2f76-400b-94d9-178b55ef4f85" providerId="ADAL" clId="{653534FC-520D-4F50-B61A-CCC7434E678B}" dt="2023-04-16T09:55:34.395" v="0"/>
        <pc:sldMkLst>
          <pc:docMk/>
          <pc:sldMk cId="0" sldId="270"/>
        </pc:sldMkLst>
        <pc:spChg chg="mod">
          <ac:chgData name="Asif Muhammad" userId="6b0af2cb-2f76-400b-94d9-178b55ef4f85" providerId="ADAL" clId="{653534FC-520D-4F50-B61A-CCC7434E678B}" dt="2023-04-16T09:55:34.395" v="0"/>
          <ac:spMkLst>
            <pc:docMk/>
            <pc:sldMk cId="0" sldId="270"/>
            <ac:spMk id="257" creationId="{00000000-0000-0000-0000-000000000000}"/>
          </ac:spMkLst>
        </pc:spChg>
        <pc:spChg chg="mod">
          <ac:chgData name="Asif Muhammad" userId="6b0af2cb-2f76-400b-94d9-178b55ef4f85" providerId="ADAL" clId="{653534FC-520D-4F50-B61A-CCC7434E678B}" dt="2023-04-16T09:55:34.395" v="0"/>
          <ac:spMkLst>
            <pc:docMk/>
            <pc:sldMk cId="0" sldId="270"/>
            <ac:spMk id="258" creationId="{00000000-0000-0000-0000-000000000000}"/>
          </ac:spMkLst>
        </pc:spChg>
      </pc:sldChg>
      <pc:sldChg chg="modSp">
        <pc:chgData name="Asif Muhammad" userId="6b0af2cb-2f76-400b-94d9-178b55ef4f85" providerId="ADAL" clId="{653534FC-520D-4F50-B61A-CCC7434E678B}" dt="2023-04-16T09:55:34.395" v="0"/>
        <pc:sldMkLst>
          <pc:docMk/>
          <pc:sldMk cId="0" sldId="271"/>
        </pc:sldMkLst>
        <pc:spChg chg="mod">
          <ac:chgData name="Asif Muhammad" userId="6b0af2cb-2f76-400b-94d9-178b55ef4f85" providerId="ADAL" clId="{653534FC-520D-4F50-B61A-CCC7434E678B}" dt="2023-04-16T09:55:34.395" v="0"/>
          <ac:spMkLst>
            <pc:docMk/>
            <pc:sldMk cId="0" sldId="271"/>
            <ac:spMk id="265" creationId="{00000000-0000-0000-0000-000000000000}"/>
          </ac:spMkLst>
        </pc:spChg>
        <pc:spChg chg="mod">
          <ac:chgData name="Asif Muhammad" userId="6b0af2cb-2f76-400b-94d9-178b55ef4f85" providerId="ADAL" clId="{653534FC-520D-4F50-B61A-CCC7434E678B}" dt="2023-04-16T09:55:34.395" v="0"/>
          <ac:spMkLst>
            <pc:docMk/>
            <pc:sldMk cId="0" sldId="271"/>
            <ac:spMk id="266" creationId="{00000000-0000-0000-0000-000000000000}"/>
          </ac:spMkLst>
        </pc:spChg>
      </pc:sldChg>
      <pc:sldChg chg="modSp">
        <pc:chgData name="Asif Muhammad" userId="6b0af2cb-2f76-400b-94d9-178b55ef4f85" providerId="ADAL" clId="{653534FC-520D-4F50-B61A-CCC7434E678B}" dt="2023-04-16T09:55:34.395" v="0"/>
        <pc:sldMkLst>
          <pc:docMk/>
          <pc:sldMk cId="0" sldId="272"/>
        </pc:sldMkLst>
        <pc:spChg chg="mod">
          <ac:chgData name="Asif Muhammad" userId="6b0af2cb-2f76-400b-94d9-178b55ef4f85" providerId="ADAL" clId="{653534FC-520D-4F50-B61A-CCC7434E678B}" dt="2023-04-16T09:55:34.395" v="0"/>
          <ac:spMkLst>
            <pc:docMk/>
            <pc:sldMk cId="0" sldId="272"/>
            <ac:spMk id="273" creationId="{00000000-0000-0000-0000-000000000000}"/>
          </ac:spMkLst>
        </pc:spChg>
        <pc:spChg chg="mod">
          <ac:chgData name="Asif Muhammad" userId="6b0af2cb-2f76-400b-94d9-178b55ef4f85" providerId="ADAL" clId="{653534FC-520D-4F50-B61A-CCC7434E678B}" dt="2023-04-16T09:55:34.395" v="0"/>
          <ac:spMkLst>
            <pc:docMk/>
            <pc:sldMk cId="0" sldId="272"/>
            <ac:spMk id="274" creationId="{00000000-0000-0000-0000-000000000000}"/>
          </ac:spMkLst>
        </pc:spChg>
      </pc:sldChg>
      <pc:sldChg chg="modSp">
        <pc:chgData name="Asif Muhammad" userId="6b0af2cb-2f76-400b-94d9-178b55ef4f85" providerId="ADAL" clId="{653534FC-520D-4F50-B61A-CCC7434E678B}" dt="2023-04-16T09:55:34.395" v="0"/>
        <pc:sldMkLst>
          <pc:docMk/>
          <pc:sldMk cId="0" sldId="273"/>
        </pc:sldMkLst>
        <pc:spChg chg="mod">
          <ac:chgData name="Asif Muhammad" userId="6b0af2cb-2f76-400b-94d9-178b55ef4f85" providerId="ADAL" clId="{653534FC-520D-4F50-B61A-CCC7434E678B}" dt="2023-04-16T09:55:34.395" v="0"/>
          <ac:spMkLst>
            <pc:docMk/>
            <pc:sldMk cId="0" sldId="273"/>
            <ac:spMk id="281" creationId="{00000000-0000-0000-0000-000000000000}"/>
          </ac:spMkLst>
        </pc:spChg>
        <pc:spChg chg="mod">
          <ac:chgData name="Asif Muhammad" userId="6b0af2cb-2f76-400b-94d9-178b55ef4f85" providerId="ADAL" clId="{653534FC-520D-4F50-B61A-CCC7434E678B}" dt="2023-04-16T09:55:34.395" v="0"/>
          <ac:spMkLst>
            <pc:docMk/>
            <pc:sldMk cId="0" sldId="273"/>
            <ac:spMk id="282" creationId="{00000000-0000-0000-0000-000000000000}"/>
          </ac:spMkLst>
        </pc:spChg>
      </pc:sldChg>
      <pc:sldChg chg="modSp">
        <pc:chgData name="Asif Muhammad" userId="6b0af2cb-2f76-400b-94d9-178b55ef4f85" providerId="ADAL" clId="{653534FC-520D-4F50-B61A-CCC7434E678B}" dt="2023-04-16T09:55:34.395" v="0"/>
        <pc:sldMkLst>
          <pc:docMk/>
          <pc:sldMk cId="0" sldId="274"/>
        </pc:sldMkLst>
        <pc:spChg chg="mod">
          <ac:chgData name="Asif Muhammad" userId="6b0af2cb-2f76-400b-94d9-178b55ef4f85" providerId="ADAL" clId="{653534FC-520D-4F50-B61A-CCC7434E678B}" dt="2023-04-16T09:55:34.395" v="0"/>
          <ac:spMkLst>
            <pc:docMk/>
            <pc:sldMk cId="0" sldId="274"/>
            <ac:spMk id="289" creationId="{00000000-0000-0000-0000-000000000000}"/>
          </ac:spMkLst>
        </pc:spChg>
        <pc:spChg chg="mod">
          <ac:chgData name="Asif Muhammad" userId="6b0af2cb-2f76-400b-94d9-178b55ef4f85" providerId="ADAL" clId="{653534FC-520D-4F50-B61A-CCC7434E678B}" dt="2023-04-16T09:55:34.395" v="0"/>
          <ac:spMkLst>
            <pc:docMk/>
            <pc:sldMk cId="0" sldId="274"/>
            <ac:spMk id="290" creationId="{00000000-0000-0000-0000-000000000000}"/>
          </ac:spMkLst>
        </pc:spChg>
      </pc:sldChg>
      <pc:sldChg chg="modSp">
        <pc:chgData name="Asif Muhammad" userId="6b0af2cb-2f76-400b-94d9-178b55ef4f85" providerId="ADAL" clId="{653534FC-520D-4F50-B61A-CCC7434E678B}" dt="2023-04-16T09:55:34.395" v="0"/>
        <pc:sldMkLst>
          <pc:docMk/>
          <pc:sldMk cId="0" sldId="275"/>
        </pc:sldMkLst>
        <pc:spChg chg="mod">
          <ac:chgData name="Asif Muhammad" userId="6b0af2cb-2f76-400b-94d9-178b55ef4f85" providerId="ADAL" clId="{653534FC-520D-4F50-B61A-CCC7434E678B}" dt="2023-04-16T09:55:34.395" v="0"/>
          <ac:spMkLst>
            <pc:docMk/>
            <pc:sldMk cId="0" sldId="275"/>
            <ac:spMk id="297" creationId="{00000000-0000-0000-0000-000000000000}"/>
          </ac:spMkLst>
        </pc:spChg>
        <pc:spChg chg="mod">
          <ac:chgData name="Asif Muhammad" userId="6b0af2cb-2f76-400b-94d9-178b55ef4f85" providerId="ADAL" clId="{653534FC-520D-4F50-B61A-CCC7434E678B}" dt="2023-04-16T09:55:34.395" v="0"/>
          <ac:spMkLst>
            <pc:docMk/>
            <pc:sldMk cId="0" sldId="275"/>
            <ac:spMk id="298" creationId="{00000000-0000-0000-0000-000000000000}"/>
          </ac:spMkLst>
        </pc:spChg>
      </pc:sldChg>
      <pc:sldChg chg="modSp">
        <pc:chgData name="Asif Muhammad" userId="6b0af2cb-2f76-400b-94d9-178b55ef4f85" providerId="ADAL" clId="{653534FC-520D-4F50-B61A-CCC7434E678B}" dt="2023-04-16T09:55:34.395" v="0"/>
        <pc:sldMkLst>
          <pc:docMk/>
          <pc:sldMk cId="0" sldId="276"/>
        </pc:sldMkLst>
        <pc:spChg chg="mod">
          <ac:chgData name="Asif Muhammad" userId="6b0af2cb-2f76-400b-94d9-178b55ef4f85" providerId="ADAL" clId="{653534FC-520D-4F50-B61A-CCC7434E678B}" dt="2023-04-16T09:55:34.395" v="0"/>
          <ac:spMkLst>
            <pc:docMk/>
            <pc:sldMk cId="0" sldId="276"/>
            <ac:spMk id="305" creationId="{00000000-0000-0000-0000-000000000000}"/>
          </ac:spMkLst>
        </pc:spChg>
        <pc:spChg chg="mod">
          <ac:chgData name="Asif Muhammad" userId="6b0af2cb-2f76-400b-94d9-178b55ef4f85" providerId="ADAL" clId="{653534FC-520D-4F50-B61A-CCC7434E678B}" dt="2023-04-16T09:55:34.395" v="0"/>
          <ac:spMkLst>
            <pc:docMk/>
            <pc:sldMk cId="0" sldId="276"/>
            <ac:spMk id="306" creationId="{00000000-0000-0000-0000-000000000000}"/>
          </ac:spMkLst>
        </pc:spChg>
      </pc:sldChg>
      <pc:sldChg chg="modSp">
        <pc:chgData name="Asif Muhammad" userId="6b0af2cb-2f76-400b-94d9-178b55ef4f85" providerId="ADAL" clId="{653534FC-520D-4F50-B61A-CCC7434E678B}" dt="2023-04-16T09:55:34.395" v="0"/>
        <pc:sldMkLst>
          <pc:docMk/>
          <pc:sldMk cId="0" sldId="277"/>
        </pc:sldMkLst>
        <pc:spChg chg="mod">
          <ac:chgData name="Asif Muhammad" userId="6b0af2cb-2f76-400b-94d9-178b55ef4f85" providerId="ADAL" clId="{653534FC-520D-4F50-B61A-CCC7434E678B}" dt="2023-04-16T09:55:34.395" v="0"/>
          <ac:spMkLst>
            <pc:docMk/>
            <pc:sldMk cId="0" sldId="277"/>
            <ac:spMk id="313" creationId="{00000000-0000-0000-0000-000000000000}"/>
          </ac:spMkLst>
        </pc:spChg>
        <pc:spChg chg="mod">
          <ac:chgData name="Asif Muhammad" userId="6b0af2cb-2f76-400b-94d9-178b55ef4f85" providerId="ADAL" clId="{653534FC-520D-4F50-B61A-CCC7434E678B}" dt="2023-04-16T09:55:34.395" v="0"/>
          <ac:spMkLst>
            <pc:docMk/>
            <pc:sldMk cId="0" sldId="277"/>
            <ac:spMk id="314" creationId="{00000000-0000-0000-0000-000000000000}"/>
          </ac:spMkLst>
        </pc:spChg>
      </pc:sldChg>
      <pc:sldChg chg="modSp">
        <pc:chgData name="Asif Muhammad" userId="6b0af2cb-2f76-400b-94d9-178b55ef4f85" providerId="ADAL" clId="{653534FC-520D-4F50-B61A-CCC7434E678B}" dt="2023-04-16T09:55:34.395" v="0"/>
        <pc:sldMkLst>
          <pc:docMk/>
          <pc:sldMk cId="0" sldId="278"/>
        </pc:sldMkLst>
        <pc:spChg chg="mod">
          <ac:chgData name="Asif Muhammad" userId="6b0af2cb-2f76-400b-94d9-178b55ef4f85" providerId="ADAL" clId="{653534FC-520D-4F50-B61A-CCC7434E678B}" dt="2023-04-16T09:55:34.395" v="0"/>
          <ac:spMkLst>
            <pc:docMk/>
            <pc:sldMk cId="0" sldId="278"/>
            <ac:spMk id="321" creationId="{00000000-0000-0000-0000-000000000000}"/>
          </ac:spMkLst>
        </pc:spChg>
        <pc:spChg chg="mod">
          <ac:chgData name="Asif Muhammad" userId="6b0af2cb-2f76-400b-94d9-178b55ef4f85" providerId="ADAL" clId="{653534FC-520D-4F50-B61A-CCC7434E678B}" dt="2023-04-16T09:55:34.395" v="0"/>
          <ac:spMkLst>
            <pc:docMk/>
            <pc:sldMk cId="0" sldId="278"/>
            <ac:spMk id="322" creationId="{00000000-0000-0000-0000-000000000000}"/>
          </ac:spMkLst>
        </pc:spChg>
      </pc:sldChg>
      <pc:sldChg chg="modSp">
        <pc:chgData name="Asif Muhammad" userId="6b0af2cb-2f76-400b-94d9-178b55ef4f85" providerId="ADAL" clId="{653534FC-520D-4F50-B61A-CCC7434E678B}" dt="2023-04-16T09:55:34.395" v="0"/>
        <pc:sldMkLst>
          <pc:docMk/>
          <pc:sldMk cId="0" sldId="279"/>
        </pc:sldMkLst>
        <pc:spChg chg="mod">
          <ac:chgData name="Asif Muhammad" userId="6b0af2cb-2f76-400b-94d9-178b55ef4f85" providerId="ADAL" clId="{653534FC-520D-4F50-B61A-CCC7434E678B}" dt="2023-04-16T09:55:34.395" v="0"/>
          <ac:spMkLst>
            <pc:docMk/>
            <pc:sldMk cId="0" sldId="279"/>
            <ac:spMk id="329" creationId="{00000000-0000-0000-0000-000000000000}"/>
          </ac:spMkLst>
        </pc:spChg>
        <pc:spChg chg="mod">
          <ac:chgData name="Asif Muhammad" userId="6b0af2cb-2f76-400b-94d9-178b55ef4f85" providerId="ADAL" clId="{653534FC-520D-4F50-B61A-CCC7434E678B}" dt="2023-04-16T09:55:34.395" v="0"/>
          <ac:spMkLst>
            <pc:docMk/>
            <pc:sldMk cId="0" sldId="279"/>
            <ac:spMk id="330" creationId="{00000000-0000-0000-0000-000000000000}"/>
          </ac:spMkLst>
        </pc:spChg>
      </pc:sldChg>
      <pc:sldChg chg="modSp">
        <pc:chgData name="Asif Muhammad" userId="6b0af2cb-2f76-400b-94d9-178b55ef4f85" providerId="ADAL" clId="{653534FC-520D-4F50-B61A-CCC7434E678B}" dt="2023-04-16T09:55:34.395" v="0"/>
        <pc:sldMkLst>
          <pc:docMk/>
          <pc:sldMk cId="0" sldId="280"/>
        </pc:sldMkLst>
        <pc:spChg chg="mod">
          <ac:chgData name="Asif Muhammad" userId="6b0af2cb-2f76-400b-94d9-178b55ef4f85" providerId="ADAL" clId="{653534FC-520D-4F50-B61A-CCC7434E678B}" dt="2023-04-16T09:55:34.395" v="0"/>
          <ac:spMkLst>
            <pc:docMk/>
            <pc:sldMk cId="0" sldId="280"/>
            <ac:spMk id="337" creationId="{00000000-0000-0000-0000-000000000000}"/>
          </ac:spMkLst>
        </pc:spChg>
        <pc:spChg chg="mod">
          <ac:chgData name="Asif Muhammad" userId="6b0af2cb-2f76-400b-94d9-178b55ef4f85" providerId="ADAL" clId="{653534FC-520D-4F50-B61A-CCC7434E678B}" dt="2023-04-16T09:55:34.395" v="0"/>
          <ac:spMkLst>
            <pc:docMk/>
            <pc:sldMk cId="0" sldId="280"/>
            <ac:spMk id="338" creationId="{00000000-0000-0000-0000-000000000000}"/>
          </ac:spMkLst>
        </pc:spChg>
      </pc:sldChg>
      <pc:sldChg chg="modSp">
        <pc:chgData name="Asif Muhammad" userId="6b0af2cb-2f76-400b-94d9-178b55ef4f85" providerId="ADAL" clId="{653534FC-520D-4F50-B61A-CCC7434E678B}" dt="2023-04-16T09:55:34.395" v="0"/>
        <pc:sldMkLst>
          <pc:docMk/>
          <pc:sldMk cId="0" sldId="281"/>
        </pc:sldMkLst>
        <pc:spChg chg="mod">
          <ac:chgData name="Asif Muhammad" userId="6b0af2cb-2f76-400b-94d9-178b55ef4f85" providerId="ADAL" clId="{653534FC-520D-4F50-B61A-CCC7434E678B}" dt="2023-04-16T09:55:34.395" v="0"/>
          <ac:spMkLst>
            <pc:docMk/>
            <pc:sldMk cId="0" sldId="281"/>
            <ac:spMk id="345" creationId="{00000000-0000-0000-0000-000000000000}"/>
          </ac:spMkLst>
        </pc:spChg>
        <pc:spChg chg="mod">
          <ac:chgData name="Asif Muhammad" userId="6b0af2cb-2f76-400b-94d9-178b55ef4f85" providerId="ADAL" clId="{653534FC-520D-4F50-B61A-CCC7434E678B}" dt="2023-04-16T09:55:34.395" v="0"/>
          <ac:spMkLst>
            <pc:docMk/>
            <pc:sldMk cId="0" sldId="281"/>
            <ac:spMk id="346" creationId="{00000000-0000-0000-0000-000000000000}"/>
          </ac:spMkLst>
        </pc:spChg>
      </pc:sldChg>
      <pc:sldChg chg="modSp">
        <pc:chgData name="Asif Muhammad" userId="6b0af2cb-2f76-400b-94d9-178b55ef4f85" providerId="ADAL" clId="{653534FC-520D-4F50-B61A-CCC7434E678B}" dt="2023-04-16T09:55:34.395" v="0"/>
        <pc:sldMkLst>
          <pc:docMk/>
          <pc:sldMk cId="0" sldId="282"/>
        </pc:sldMkLst>
        <pc:spChg chg="mod">
          <ac:chgData name="Asif Muhammad" userId="6b0af2cb-2f76-400b-94d9-178b55ef4f85" providerId="ADAL" clId="{653534FC-520D-4F50-B61A-CCC7434E678B}" dt="2023-04-16T09:55:34.395" v="0"/>
          <ac:spMkLst>
            <pc:docMk/>
            <pc:sldMk cId="0" sldId="282"/>
            <ac:spMk id="353" creationId="{00000000-0000-0000-0000-000000000000}"/>
          </ac:spMkLst>
        </pc:spChg>
        <pc:spChg chg="mod">
          <ac:chgData name="Asif Muhammad" userId="6b0af2cb-2f76-400b-94d9-178b55ef4f85" providerId="ADAL" clId="{653534FC-520D-4F50-B61A-CCC7434E678B}" dt="2023-04-16T09:55:34.395" v="0"/>
          <ac:spMkLst>
            <pc:docMk/>
            <pc:sldMk cId="0" sldId="282"/>
            <ac:spMk id="354" creationId="{00000000-0000-0000-0000-000000000000}"/>
          </ac:spMkLst>
        </pc:spChg>
      </pc:sldChg>
      <pc:sldChg chg="modSp mod">
        <pc:chgData name="Asif Muhammad" userId="6b0af2cb-2f76-400b-94d9-178b55ef4f85" providerId="ADAL" clId="{653534FC-520D-4F50-B61A-CCC7434E678B}" dt="2023-04-25T07:45:05.562" v="66" actId="33524"/>
        <pc:sldMkLst>
          <pc:docMk/>
          <pc:sldMk cId="0" sldId="283"/>
        </pc:sldMkLst>
        <pc:spChg chg="mod">
          <ac:chgData name="Asif Muhammad" userId="6b0af2cb-2f76-400b-94d9-178b55ef4f85" providerId="ADAL" clId="{653534FC-520D-4F50-B61A-CCC7434E678B}" dt="2023-04-16T09:55:34.395" v="0"/>
          <ac:spMkLst>
            <pc:docMk/>
            <pc:sldMk cId="0" sldId="283"/>
            <ac:spMk id="361" creationId="{00000000-0000-0000-0000-000000000000}"/>
          </ac:spMkLst>
        </pc:spChg>
        <pc:spChg chg="mod">
          <ac:chgData name="Asif Muhammad" userId="6b0af2cb-2f76-400b-94d9-178b55ef4f85" providerId="ADAL" clId="{653534FC-520D-4F50-B61A-CCC7434E678B}" dt="2023-04-16T09:55:34.395" v="0"/>
          <ac:spMkLst>
            <pc:docMk/>
            <pc:sldMk cId="0" sldId="283"/>
            <ac:spMk id="362" creationId="{00000000-0000-0000-0000-000000000000}"/>
          </ac:spMkLst>
        </pc:spChg>
        <pc:graphicFrameChg chg="modGraphic">
          <ac:chgData name="Asif Muhammad" userId="6b0af2cb-2f76-400b-94d9-178b55ef4f85" providerId="ADAL" clId="{653534FC-520D-4F50-B61A-CCC7434E678B}" dt="2023-04-25T07:45:05.562" v="66" actId="33524"/>
          <ac:graphicFrameMkLst>
            <pc:docMk/>
            <pc:sldMk cId="0" sldId="283"/>
            <ac:graphicFrameMk id="363" creationId="{00000000-0000-0000-0000-000000000000}"/>
          </ac:graphicFrameMkLst>
        </pc:graphicFrameChg>
      </pc:sldChg>
      <pc:sldChg chg="modSp">
        <pc:chgData name="Asif Muhammad" userId="6b0af2cb-2f76-400b-94d9-178b55ef4f85" providerId="ADAL" clId="{653534FC-520D-4F50-B61A-CCC7434E678B}" dt="2023-04-16T09:55:34.395" v="0"/>
        <pc:sldMkLst>
          <pc:docMk/>
          <pc:sldMk cId="0" sldId="284"/>
        </pc:sldMkLst>
        <pc:spChg chg="mod">
          <ac:chgData name="Asif Muhammad" userId="6b0af2cb-2f76-400b-94d9-178b55ef4f85" providerId="ADAL" clId="{653534FC-520D-4F50-B61A-CCC7434E678B}" dt="2023-04-16T09:55:34.395" v="0"/>
          <ac:spMkLst>
            <pc:docMk/>
            <pc:sldMk cId="0" sldId="284"/>
            <ac:spMk id="369" creationId="{00000000-0000-0000-0000-000000000000}"/>
          </ac:spMkLst>
        </pc:spChg>
        <pc:spChg chg="mod">
          <ac:chgData name="Asif Muhammad" userId="6b0af2cb-2f76-400b-94d9-178b55ef4f85" providerId="ADAL" clId="{653534FC-520D-4F50-B61A-CCC7434E678B}" dt="2023-04-16T09:55:34.395" v="0"/>
          <ac:spMkLst>
            <pc:docMk/>
            <pc:sldMk cId="0" sldId="284"/>
            <ac:spMk id="370" creationId="{00000000-0000-0000-0000-000000000000}"/>
          </ac:spMkLst>
        </pc:spChg>
      </pc:sldChg>
      <pc:sldChg chg="modSp mod">
        <pc:chgData name="Asif Muhammad" userId="6b0af2cb-2f76-400b-94d9-178b55ef4f85" providerId="ADAL" clId="{653534FC-520D-4F50-B61A-CCC7434E678B}" dt="2023-04-16T09:55:52.371" v="22" actId="20577"/>
        <pc:sldMkLst>
          <pc:docMk/>
          <pc:sldMk cId="0" sldId="285"/>
        </pc:sldMkLst>
        <pc:spChg chg="mod">
          <ac:chgData name="Asif Muhammad" userId="6b0af2cb-2f76-400b-94d9-178b55ef4f85" providerId="ADAL" clId="{653534FC-520D-4F50-B61A-CCC7434E678B}" dt="2023-04-16T09:55:52.371" v="22" actId="20577"/>
          <ac:spMkLst>
            <pc:docMk/>
            <pc:sldMk cId="0" sldId="285"/>
            <ac:spMk id="377" creationId="{00000000-0000-0000-0000-000000000000}"/>
          </ac:spMkLst>
        </pc:spChg>
        <pc:spChg chg="mod">
          <ac:chgData name="Asif Muhammad" userId="6b0af2cb-2f76-400b-94d9-178b55ef4f85" providerId="ADAL" clId="{653534FC-520D-4F50-B61A-CCC7434E678B}" dt="2023-04-16T09:55:34.395" v="0"/>
          <ac:spMkLst>
            <pc:docMk/>
            <pc:sldMk cId="0" sldId="285"/>
            <ac:spMk id="378" creationId="{00000000-0000-0000-0000-000000000000}"/>
          </ac:spMkLst>
        </pc:spChg>
        <pc:spChg chg="mod">
          <ac:chgData name="Asif Muhammad" userId="6b0af2cb-2f76-400b-94d9-178b55ef4f85" providerId="ADAL" clId="{653534FC-520D-4F50-B61A-CCC7434E678B}" dt="2023-04-16T09:55:34.395" v="0"/>
          <ac:spMkLst>
            <pc:docMk/>
            <pc:sldMk cId="0" sldId="285"/>
            <ac:spMk id="379" creationId="{00000000-0000-0000-0000-000000000000}"/>
          </ac:spMkLst>
        </pc:spChg>
      </pc:sldChg>
      <pc:sldMasterChg chg="modSldLayout">
        <pc:chgData name="Asif Muhammad" userId="6b0af2cb-2f76-400b-94d9-178b55ef4f85" providerId="ADAL" clId="{653534FC-520D-4F50-B61A-CCC7434E678B}" dt="2023-04-16T09:55:34.395" v="0"/>
        <pc:sldMasterMkLst>
          <pc:docMk/>
          <pc:sldMasterMk cId="1774077047" sldId="2147483667"/>
        </pc:sldMasterMkLst>
        <pc:sldLayoutChg chg="delSp">
          <pc:chgData name="Asif Muhammad" userId="6b0af2cb-2f76-400b-94d9-178b55ef4f85" providerId="ADAL" clId="{653534FC-520D-4F50-B61A-CCC7434E678B}" dt="2023-04-16T09:55:34.395" v="0"/>
          <pc:sldLayoutMkLst>
            <pc:docMk/>
            <pc:sldMasterMk cId="1774077047" sldId="2147483667"/>
            <pc:sldLayoutMk cId="13387506" sldId="2147483679"/>
          </pc:sldLayoutMkLst>
          <pc:picChg chg="del">
            <ac:chgData name="Asif Muhammad" userId="6b0af2cb-2f76-400b-94d9-178b55ef4f85" providerId="ADAL" clId="{653534FC-520D-4F50-B61A-CCC7434E678B}" dt="2023-04-16T09:55:34.395" v="0"/>
            <ac:picMkLst>
              <pc:docMk/>
              <pc:sldMasterMk cId="1774077047" sldId="2147483667"/>
              <pc:sldLayoutMk cId="13387506" sldId="2147483679"/>
              <ac:picMk id="25" creationId="{00000000-0000-0000-0000-000000000000}"/>
            </ac:picMkLst>
          </pc:picChg>
          <pc:picChg chg="del">
            <ac:chgData name="Asif Muhammad" userId="6b0af2cb-2f76-400b-94d9-178b55ef4f85" providerId="ADAL" clId="{653534FC-520D-4F50-B61A-CCC7434E678B}" dt="2023-04-16T09:55:34.395" v="0"/>
            <ac:picMkLst>
              <pc:docMk/>
              <pc:sldMasterMk cId="1774077047" sldId="2147483667"/>
              <pc:sldLayoutMk cId="13387506" sldId="2147483679"/>
              <ac:picMk id="26" creationId="{00000000-0000-0000-0000-000000000000}"/>
            </ac:picMkLst>
          </pc:picChg>
          <pc:picChg chg="del">
            <ac:chgData name="Asif Muhammad" userId="6b0af2cb-2f76-400b-94d9-178b55ef4f85" providerId="ADAL" clId="{653534FC-520D-4F50-B61A-CCC7434E678B}" dt="2023-04-16T09:55:34.395" v="0"/>
            <ac:picMkLst>
              <pc:docMk/>
              <pc:sldMasterMk cId="1774077047" sldId="2147483667"/>
              <pc:sldLayoutMk cId="13387506" sldId="2147483679"/>
              <ac:picMk id="27"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D8B70-57E6-A14F-263A-2CDC3652FF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A05B7BD-2B7C-627E-9D77-44A875610C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AAE115A-6E0E-C612-E021-FA73103F320E}"/>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5" name="Footer Placeholder 4">
            <a:extLst>
              <a:ext uri="{FF2B5EF4-FFF2-40B4-BE49-F238E27FC236}">
                <a16:creationId xmlns:a16="http://schemas.microsoft.com/office/drawing/2014/main" id="{70E6B561-63A4-1B52-8F39-83575A14DE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399E4A-D87C-D977-882C-F95C5990181B}"/>
              </a:ext>
            </a:extLst>
          </p:cNvPr>
          <p:cNvSpPr>
            <a:spLocks noGrp="1"/>
          </p:cNvSpPr>
          <p:nvPr>
            <p:ph type="sldNum" sz="quarter" idx="12"/>
          </p:nvPr>
        </p:nvSpPr>
        <p:spPr/>
        <p:txBody>
          <a:bodyPr/>
          <a:lstStyle/>
          <a:p>
            <a:fld id="{43A703B0-44FD-4FD3-9B36-3E9B15C0C342}" type="slidenum">
              <a:rPr lang="en-GB" smtClean="0"/>
              <a:t>‹#›</a:t>
            </a:fld>
            <a:endParaRPr lang="en-GB"/>
          </a:p>
        </p:txBody>
      </p:sp>
    </p:spTree>
    <p:extLst>
      <p:ext uri="{BB962C8B-B14F-4D97-AF65-F5344CB8AC3E}">
        <p14:creationId xmlns:p14="http://schemas.microsoft.com/office/powerpoint/2010/main" val="1149965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BE4B7-3B2A-58CD-6DDA-0D2B2D8E97C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253F6F8-C0A0-494D-75D1-58BF022830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737ACB-CE14-131C-1E41-7F540C11575B}"/>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5" name="Footer Placeholder 4">
            <a:extLst>
              <a:ext uri="{FF2B5EF4-FFF2-40B4-BE49-F238E27FC236}">
                <a16:creationId xmlns:a16="http://schemas.microsoft.com/office/drawing/2014/main" id="{B20E2319-1554-80C2-2F10-962A919D85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F45C2E-6959-C3A9-3285-6D8D8D41AF1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9205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BFCD5-EC4F-7E91-F65C-77CC88ADFB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2E76E00-D704-4EF8-B449-8C58CD10C7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CC2500-068C-C823-2DEB-81BDB43BA18C}"/>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5" name="Footer Placeholder 4">
            <a:extLst>
              <a:ext uri="{FF2B5EF4-FFF2-40B4-BE49-F238E27FC236}">
                <a16:creationId xmlns:a16="http://schemas.microsoft.com/office/drawing/2014/main" id="{2AD569B3-62C6-F603-7E00-073D2063FCC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C21877-E853-E28A-EC74-F404C40F5EF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0134523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96DE1-1076-2F97-D013-B590E3CE769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F179C2-345F-DFC6-7021-74913F52AD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8D3BE25-45E5-D3D8-9DD1-BEB7137C26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69A593B-4909-F8ED-965E-91C62F2BA5E4}"/>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6" name="Footer Placeholder 5">
            <a:extLst>
              <a:ext uri="{FF2B5EF4-FFF2-40B4-BE49-F238E27FC236}">
                <a16:creationId xmlns:a16="http://schemas.microsoft.com/office/drawing/2014/main" id="{3C72C989-1288-275E-60D2-878A09F4AE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5D6E3B2-6818-6FAD-748B-EA9D222D09F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40616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5A4DD-655E-F274-FBCF-25ED627224D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33FB150-4A20-9E3C-23C0-77E3442495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E67105-96CC-D349-9CF7-7AEC943603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A4CA2EA-6BB6-FA46-8638-473F6DF84B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9FD895-7055-A97B-2623-8937780DAA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4B517FF-234B-FEA6-D88D-1DD1CB5CB063}"/>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8" name="Footer Placeholder 7">
            <a:extLst>
              <a:ext uri="{FF2B5EF4-FFF2-40B4-BE49-F238E27FC236}">
                <a16:creationId xmlns:a16="http://schemas.microsoft.com/office/drawing/2014/main" id="{E0431E47-E3AC-79E5-26B7-3696AEE1C78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ECE8E86-A924-AD27-8030-2FC3E285CF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98021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59637-FB61-54FB-136B-BFDA9E89000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CF561DD-C17C-7B04-7DFF-B9761512B2B8}"/>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4" name="Footer Placeholder 3">
            <a:extLst>
              <a:ext uri="{FF2B5EF4-FFF2-40B4-BE49-F238E27FC236}">
                <a16:creationId xmlns:a16="http://schemas.microsoft.com/office/drawing/2014/main" id="{6B64103F-3390-9D4A-FD85-D836312CEF8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E87833E-EDF0-7ECD-9828-08EFE9FC9A5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4020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390D07-538C-0725-72AD-60A44E21E7F9}"/>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3" name="Footer Placeholder 2">
            <a:extLst>
              <a:ext uri="{FF2B5EF4-FFF2-40B4-BE49-F238E27FC236}">
                <a16:creationId xmlns:a16="http://schemas.microsoft.com/office/drawing/2014/main" id="{A1159953-1A7E-473A-5D86-5C38660108F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050C4AB-D9CF-FA24-4A00-1C287DD2362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23114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7CBA3-3824-9439-62E2-E4DD293BB0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46B6852-E957-1913-28A5-4DEEC90040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29E920E-7FF6-77AF-E30B-7C9ED42E2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B04E3-2166-562B-548E-C690664573E8}"/>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6" name="Footer Placeholder 5">
            <a:extLst>
              <a:ext uri="{FF2B5EF4-FFF2-40B4-BE49-F238E27FC236}">
                <a16:creationId xmlns:a16="http://schemas.microsoft.com/office/drawing/2014/main" id="{27F1F1B8-C3A5-097F-933D-0408FE0A69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CFC4EDF-325F-A94C-2E8E-6BB3A26883D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388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3E067-0CB1-1879-9CA8-91FA79EF87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76E9E55-7EB5-5222-6483-EB7309F4C1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25FB427-916A-8B5B-7F81-A1D64386CE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423EFE-2F14-AB32-9991-55808166F86F}"/>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6" name="Footer Placeholder 5">
            <a:extLst>
              <a:ext uri="{FF2B5EF4-FFF2-40B4-BE49-F238E27FC236}">
                <a16:creationId xmlns:a16="http://schemas.microsoft.com/office/drawing/2014/main" id="{78AC7E6A-5609-633B-7FB0-0A8E3497DA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9CC4100-8065-7CE7-D4C4-C40909ADB7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359742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4C59B-F254-B037-FB0C-B0A67FA75E7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4646E43-D70A-EA40-9799-99221B8BC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865E73-ADB9-8D34-322A-F9D2EC2F0B54}"/>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5" name="Footer Placeholder 4">
            <a:extLst>
              <a:ext uri="{FF2B5EF4-FFF2-40B4-BE49-F238E27FC236}">
                <a16:creationId xmlns:a16="http://schemas.microsoft.com/office/drawing/2014/main" id="{3DCFC6A8-95B4-CF8C-AE84-8848E0FE77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318D317-F280-4470-3FB5-8E19F27A09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42723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0DA3DC-80C0-7230-BD4E-0056D70CFB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754CDBE-01E0-1147-75FB-4BB0E19769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9179BB-2331-1C65-1910-2E782040980E}"/>
              </a:ext>
            </a:extLst>
          </p:cNvPr>
          <p:cNvSpPr>
            <a:spLocks noGrp="1"/>
          </p:cNvSpPr>
          <p:nvPr>
            <p:ph type="dt" sz="half" idx="10"/>
          </p:nvPr>
        </p:nvSpPr>
        <p:spPr/>
        <p:txBody>
          <a:bodyPr/>
          <a:lstStyle/>
          <a:p>
            <a:fld id="{73489610-F62B-4389-82E4-EA95AA2CB679}" type="datetimeFigureOut">
              <a:rPr lang="en-GB" smtClean="0"/>
              <a:t>25/04/2023</a:t>
            </a:fld>
            <a:endParaRPr lang="en-GB"/>
          </a:p>
        </p:txBody>
      </p:sp>
      <p:sp>
        <p:nvSpPr>
          <p:cNvPr id="5" name="Footer Placeholder 4">
            <a:extLst>
              <a:ext uri="{FF2B5EF4-FFF2-40B4-BE49-F238E27FC236}">
                <a16:creationId xmlns:a16="http://schemas.microsoft.com/office/drawing/2014/main" id="{6F191FFC-C657-1F29-4A2D-379EE919C5E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684694-35BE-A41B-CBAE-D9A301371C5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57429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Separator - Major">
  <p:cSld name="Section Separator - Major">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3"/>
          <p:cNvSpPr txBox="1">
            <a:spLocks noGrp="1"/>
          </p:cNvSpPr>
          <p:nvPr>
            <p:ph type="ctrTitle"/>
          </p:nvPr>
        </p:nvSpPr>
        <p:spPr>
          <a:xfrm>
            <a:off x="1097280" y="1645920"/>
            <a:ext cx="10058400" cy="356616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rgbClr val="FFFFFF"/>
              </a:buClr>
              <a:buSzPts val="6000"/>
              <a:buFont typeface="Arial"/>
              <a:buNone/>
              <a:defRPr sz="6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387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AEE2C6-5853-FB0C-911B-F38ACBDB54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70F6DA0-46A0-D4CC-C5E7-4AC97DD373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99A354-1936-CE17-690A-FA68AA25B1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489610-F62B-4389-82E4-EA95AA2CB679}" type="datetimeFigureOut">
              <a:rPr lang="en-GB" smtClean="0"/>
              <a:t>25/04/2023</a:t>
            </a:fld>
            <a:endParaRPr lang="en-GB"/>
          </a:p>
        </p:txBody>
      </p:sp>
      <p:sp>
        <p:nvSpPr>
          <p:cNvPr id="5" name="Footer Placeholder 4">
            <a:extLst>
              <a:ext uri="{FF2B5EF4-FFF2-40B4-BE49-F238E27FC236}">
                <a16:creationId xmlns:a16="http://schemas.microsoft.com/office/drawing/2014/main" id="{2548E51E-2134-E0BF-5F5B-C178ED9576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F8D2F30-3DBA-3ED3-C0F0-99AA5E071B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07704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hyperlink" Target="https://www.javatpoint.com/mongodb-tutorial"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0"/>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marR="0" lvl="0" indent="0" algn="l" rtl="0">
              <a:lnSpc>
                <a:spcPct val="85000"/>
              </a:lnSpc>
              <a:spcBef>
                <a:spcPts val="0"/>
              </a:spcBef>
              <a:spcAft>
                <a:spcPts val="0"/>
              </a:spcAft>
              <a:buClr>
                <a:srgbClr val="FFFFFF"/>
              </a:buClr>
              <a:buSzPts val="7200"/>
              <a:buFont typeface="Arial"/>
              <a:buNone/>
            </a:pPr>
            <a:r>
              <a:rPr lang="en-US" sz="2900" dirty="0"/>
              <a:t>MongoDB/Node.js</a:t>
            </a:r>
            <a:endParaRPr sz="2900" dirty="0"/>
          </a:p>
        </p:txBody>
      </p:sp>
      <p:sp>
        <p:nvSpPr>
          <p:cNvPr id="3" name="Subtitle 2">
            <a:extLst>
              <a:ext uri="{FF2B5EF4-FFF2-40B4-BE49-F238E27FC236}">
                <a16:creationId xmlns:a16="http://schemas.microsoft.com/office/drawing/2014/main" id="{52F17D1D-DE27-379E-7497-DE940484C6DD}"/>
              </a:ext>
            </a:extLst>
          </p:cNvPr>
          <p:cNvSpPr>
            <a:spLocks noGrp="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a:t>Learning Objectives:</a:t>
            </a:r>
            <a:endParaRPr/>
          </a:p>
        </p:txBody>
      </p:sp>
      <p:sp>
        <p:nvSpPr>
          <p:cNvPr id="163" name="Google Shape;163;p22"/>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1400"/>
              </a:spcBef>
              <a:spcAft>
                <a:spcPts val="0"/>
              </a:spcAft>
              <a:buSzPct val="90000"/>
              <a:buNone/>
            </a:pPr>
            <a:endParaRPr/>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Create Database</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Create Collection</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Insert</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Find</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Query</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Sort</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Delete</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Drop Collection</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Update</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Limit</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Join</a:t>
            </a:r>
            <a:endParaRPr sz="2000"/>
          </a:p>
          <a:p>
            <a:pPr marL="384048" lvl="1" indent="-127634" algn="l" rtl="0">
              <a:lnSpc>
                <a:spcPct val="100000"/>
              </a:lnSpc>
              <a:spcBef>
                <a:spcPts val="0"/>
              </a:spcBef>
              <a:spcAft>
                <a:spcPts val="0"/>
              </a:spcAft>
              <a:buClr>
                <a:srgbClr val="000000"/>
              </a:buClr>
              <a:buSzPct val="60000"/>
              <a:buFont typeface="Times New Roman"/>
              <a:buChar char="►"/>
            </a:pPr>
            <a:r>
              <a:rPr lang="en-US" sz="2000"/>
              <a:t>Node.js MongoDB Relationships using mongoose</a:t>
            </a:r>
            <a:endParaRPr sz="2000"/>
          </a:p>
          <a:p>
            <a:pPr marL="914400" lvl="0" indent="0" algn="l" rtl="0">
              <a:lnSpc>
                <a:spcPct val="100000"/>
              </a:lnSpc>
              <a:spcBef>
                <a:spcPts val="0"/>
              </a:spcBef>
              <a:spcAft>
                <a:spcPts val="0"/>
              </a:spcAft>
              <a:buSzPct val="116129"/>
              <a:buNone/>
            </a:pPr>
            <a:endParaRPr sz="2000"/>
          </a:p>
          <a:p>
            <a:pPr marL="914400" lvl="0" indent="0" algn="l" rtl="0">
              <a:lnSpc>
                <a:spcPct val="100000"/>
              </a:lnSpc>
              <a:spcBef>
                <a:spcPts val="0"/>
              </a:spcBef>
              <a:spcAft>
                <a:spcPts val="0"/>
              </a:spcAft>
              <a:buSzPct val="90000"/>
              <a:buNone/>
            </a:pPr>
            <a:endParaRPr sz="2000"/>
          </a:p>
          <a:p>
            <a:pPr marL="914400" lvl="0" indent="0" algn="l" rtl="0">
              <a:lnSpc>
                <a:spcPct val="100000"/>
              </a:lnSpc>
              <a:spcBef>
                <a:spcPts val="0"/>
              </a:spcBef>
              <a:spcAft>
                <a:spcPts val="0"/>
              </a:spcAft>
              <a:buSzPct val="90000"/>
              <a:buNone/>
            </a:pPr>
            <a:endParaRPr sz="2000"/>
          </a:p>
          <a:p>
            <a:pPr marL="0" lvl="0" indent="0" algn="l" rtl="0">
              <a:lnSpc>
                <a:spcPct val="100000"/>
              </a:lnSpc>
              <a:spcBef>
                <a:spcPts val="0"/>
              </a:spcBef>
              <a:spcAft>
                <a:spcPts val="0"/>
              </a:spcAft>
              <a:buSzPct val="90000"/>
              <a:buNone/>
            </a:pPr>
            <a:endParaRPr sz="2000"/>
          </a:p>
          <a:p>
            <a:pPr marL="914400" lvl="0" indent="0" algn="l" rtl="0">
              <a:lnSpc>
                <a:spcPct val="100000"/>
              </a:lnSpc>
              <a:spcBef>
                <a:spcPts val="0"/>
              </a:spcBef>
              <a:spcAft>
                <a:spcPts val="0"/>
              </a:spcAft>
              <a:buSzPct val="90000"/>
              <a:buNone/>
            </a:pPr>
            <a:endParaRPr sz="2000"/>
          </a:p>
          <a:p>
            <a:pPr marL="384048" lvl="0" indent="0" algn="l" rtl="0">
              <a:lnSpc>
                <a:spcPct val="100000"/>
              </a:lnSpc>
              <a:spcBef>
                <a:spcPts val="0"/>
              </a:spcBef>
              <a:spcAft>
                <a:spcPts val="0"/>
              </a:spcAft>
              <a:buSzPct val="90000"/>
              <a:buNone/>
            </a:pPr>
            <a:endParaRPr sz="2000"/>
          </a:p>
          <a:p>
            <a:pPr marL="384048" lvl="0" indent="0" algn="l" rtl="0">
              <a:lnSpc>
                <a:spcPct val="100000"/>
              </a:lnSpc>
              <a:spcBef>
                <a:spcPts val="0"/>
              </a:spcBef>
              <a:spcAft>
                <a:spcPts val="0"/>
              </a:spcAft>
              <a:buSzPct val="90000"/>
              <a:buNone/>
            </a:pPr>
            <a:endParaRPr sz="2000"/>
          </a:p>
        </p:txBody>
      </p:sp>
      <p:sp>
        <p:nvSpPr>
          <p:cNvPr id="164" name="Google Shape;164;p2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65" name="Google Shape;165;p2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80" name="Google Shape;180;p2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177" name="Google Shape;177;p2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78" name="Google Shape;178;p2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a:t>
            </a:fld>
            <a:endParaRPr/>
          </a:p>
        </p:txBody>
      </p:sp>
      <p:graphicFrame>
        <p:nvGraphicFramePr>
          <p:cNvPr id="179" name="Google Shape;179;p24"/>
          <p:cNvGraphicFramePr/>
          <p:nvPr>
            <p:extLst>
              <p:ext uri="{D42A27DB-BD31-4B8C-83A1-F6EECF244321}">
                <p14:modId xmlns:p14="http://schemas.microsoft.com/office/powerpoint/2010/main" val="2478502786"/>
              </p:ext>
            </p:extLst>
          </p:nvPr>
        </p:nvGraphicFramePr>
        <p:xfrm>
          <a:off x="1018013" y="1814351"/>
          <a:ext cx="10155975" cy="325365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13325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Node.js can be used in database applications. We will be using MongoDB.</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Install MongoDB Driver</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Let us try to access a MongoDB database with Node.js.</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To download and install the official MongoDB driver, open the Command Terminal and execute the following:</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Download and install </a:t>
                      </a:r>
                      <a:r>
                        <a:rPr lang="en-US" sz="1200" u="none" strike="noStrike" cap="none" dirty="0" err="1">
                          <a:latin typeface="Times New Roman"/>
                          <a:ea typeface="Times New Roman"/>
                          <a:cs typeface="Times New Roman"/>
                          <a:sym typeface="Times New Roman"/>
                        </a:rPr>
                        <a:t>mongodb</a:t>
                      </a:r>
                      <a:r>
                        <a:rPr lang="en-US" sz="1200" u="none" strike="noStrike" cap="none" dirty="0">
                          <a:latin typeface="Times New Roman"/>
                          <a:ea typeface="Times New Roman"/>
                          <a:cs typeface="Times New Roman"/>
                          <a:sym typeface="Times New Roman"/>
                        </a:rPr>
                        <a:t> package:</a:t>
                      </a:r>
                      <a:endParaRPr sz="12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a:solidFill>
                            <a:srgbClr val="FFFFFF"/>
                          </a:solidFill>
                          <a:latin typeface="Consolas"/>
                          <a:ea typeface="Consolas"/>
                          <a:cs typeface="Consolas"/>
                          <a:sym typeface="Consolas"/>
                        </a:rPr>
                        <a:t>C:\Users\</a:t>
                      </a:r>
                      <a:r>
                        <a:rPr lang="en-US" sz="1150" i="1" u="none" strike="noStrike" cap="none" dirty="0">
                          <a:solidFill>
                            <a:srgbClr val="FFFFFF"/>
                          </a:solidFill>
                          <a:latin typeface="Consolas"/>
                          <a:ea typeface="Consolas"/>
                          <a:cs typeface="Consolas"/>
                          <a:sym typeface="Consolas"/>
                        </a:rPr>
                        <a:t>Your Name</a:t>
                      </a:r>
                      <a:r>
                        <a:rPr lang="en-US" sz="1150" u="none" strike="noStrike" cap="none" dirty="0">
                          <a:solidFill>
                            <a:srgbClr val="FFFFFF"/>
                          </a:solidFill>
                          <a:latin typeface="Consolas"/>
                          <a:ea typeface="Consolas"/>
                          <a:cs typeface="Consolas"/>
                          <a:sym typeface="Consolas"/>
                        </a:rPr>
                        <a:t>&gt;</a:t>
                      </a:r>
                      <a:r>
                        <a:rPr lang="en-US" sz="1150" u="none" strike="noStrike" cap="none" dirty="0" err="1">
                          <a:solidFill>
                            <a:srgbClr val="FFFFFF"/>
                          </a:solidFill>
                          <a:latin typeface="Consolas"/>
                          <a:ea typeface="Consolas"/>
                          <a:cs typeface="Consolas"/>
                          <a:sym typeface="Consolas"/>
                        </a:rPr>
                        <a:t>npm</a:t>
                      </a:r>
                      <a:r>
                        <a:rPr lang="en-US" sz="1150" u="none" strike="noStrike" cap="none" dirty="0">
                          <a:solidFill>
                            <a:srgbClr val="FFFFFF"/>
                          </a:solidFill>
                          <a:latin typeface="Consolas"/>
                          <a:ea typeface="Consolas"/>
                          <a:cs typeface="Consolas"/>
                          <a:sym typeface="Consolas"/>
                        </a:rPr>
                        <a:t> install </a:t>
                      </a:r>
                      <a:r>
                        <a:rPr lang="en-US" sz="1150" u="none" strike="noStrike" cap="none">
                          <a:solidFill>
                            <a:srgbClr val="FFFFFF"/>
                          </a:solidFill>
                          <a:latin typeface="Consolas"/>
                          <a:ea typeface="Consolas"/>
                          <a:cs typeface="Consolas"/>
                          <a:sym typeface="Consolas"/>
                        </a:rPr>
                        <a:t>mongodb</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Now you have downloaded and installed a </a:t>
                      </a:r>
                      <a:r>
                        <a:rPr lang="en-US" sz="1200" u="none" strike="noStrike" cap="none" dirty="0" err="1">
                          <a:latin typeface="Times New Roman"/>
                          <a:ea typeface="Times New Roman"/>
                          <a:cs typeface="Times New Roman"/>
                          <a:sym typeface="Times New Roman"/>
                        </a:rPr>
                        <a:t>mongodb</a:t>
                      </a:r>
                      <a:r>
                        <a:rPr lang="en-US" sz="1200" u="none" strike="noStrike" cap="none" dirty="0">
                          <a:latin typeface="Times New Roman"/>
                          <a:ea typeface="Times New Roman"/>
                          <a:cs typeface="Times New Roman"/>
                          <a:sym typeface="Times New Roman"/>
                        </a:rPr>
                        <a:t> database driver.</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Node.js can use this module to manipulate MongoDB databases:</a:t>
                      </a:r>
                      <a:endParaRPr sz="1200" u="none" strike="noStrike" cap="none" dirty="0">
                        <a:latin typeface="Times New Roman"/>
                        <a:ea typeface="Times New Roman"/>
                        <a:cs typeface="Times New Roman"/>
                        <a:sym typeface="Times New Roman"/>
                      </a:endParaRPr>
                    </a:p>
                    <a:p>
                      <a:pPr marL="0" marR="0" lvl="0" indent="0" algn="ctr" rtl="0">
                        <a:lnSpc>
                          <a:spcPct val="100000"/>
                        </a:lnSpc>
                        <a:spcBef>
                          <a:spcPts val="1440"/>
                        </a:spcBef>
                        <a:spcAft>
                          <a:spcPts val="0"/>
                        </a:spcAft>
                        <a:buClr>
                          <a:srgbClr val="000000"/>
                        </a:buClr>
                        <a:buSzPts val="1200"/>
                        <a:buFont typeface="Arial"/>
                        <a:buNone/>
                      </a:pPr>
                      <a:r>
                        <a:rPr lang="en-US" sz="1200" b="1" u="none" strike="noStrike" cap="none" dirty="0">
                          <a:solidFill>
                            <a:srgbClr val="0000CD"/>
                          </a:solidFill>
                          <a:latin typeface="Times New Roman"/>
                          <a:ea typeface="Times New Roman"/>
                          <a:cs typeface="Times New Roman"/>
                          <a:sym typeface="Times New Roman"/>
                        </a:rPr>
                        <a:t>var</a:t>
                      </a:r>
                      <a:r>
                        <a:rPr lang="en-US" sz="1200" b="1" u="none" strike="noStrike" cap="none" dirty="0">
                          <a:latin typeface="Times New Roman"/>
                          <a:ea typeface="Times New Roman"/>
                          <a:cs typeface="Times New Roman"/>
                          <a:sym typeface="Times New Roman"/>
                        </a:rPr>
                        <a:t> mongo = require(</a:t>
                      </a:r>
                      <a:r>
                        <a:rPr lang="en-US" sz="1200" b="1" u="none" strike="noStrike" cap="none" dirty="0">
                          <a:solidFill>
                            <a:srgbClr val="A52A2A"/>
                          </a:solidFill>
                          <a:latin typeface="Times New Roman"/>
                          <a:ea typeface="Times New Roman"/>
                          <a:cs typeface="Times New Roman"/>
                          <a:sym typeface="Times New Roman"/>
                        </a:rPr>
                        <a:t>'</a:t>
                      </a:r>
                      <a:r>
                        <a:rPr lang="en-US" sz="1200" b="1" u="none" strike="noStrike" cap="none" dirty="0" err="1">
                          <a:solidFill>
                            <a:srgbClr val="A52A2A"/>
                          </a:solidFill>
                          <a:latin typeface="Times New Roman"/>
                          <a:ea typeface="Times New Roman"/>
                          <a:cs typeface="Times New Roman"/>
                          <a:sym typeface="Times New Roman"/>
                        </a:rPr>
                        <a:t>mongodb</a:t>
                      </a:r>
                      <a:r>
                        <a:rPr lang="en-US" sz="1200" b="1" u="none" strike="noStrike" cap="none" dirty="0">
                          <a:solidFill>
                            <a:srgbClr val="A52A2A"/>
                          </a:solidFill>
                          <a:latin typeface="Times New Roman"/>
                          <a:ea typeface="Times New Roman"/>
                          <a:cs typeface="Times New Roman"/>
                          <a:sym typeface="Times New Roman"/>
                        </a:rPr>
                        <a:t>'</a:t>
                      </a:r>
                      <a:r>
                        <a:rPr lang="en-US" sz="1200" b="1" u="none" strike="noStrike" cap="none" dirty="0">
                          <a:latin typeface="Times New Roman"/>
                          <a:ea typeface="Times New Roman"/>
                          <a:cs typeface="Times New Roman"/>
                          <a:sym typeface="Times New Roman"/>
                        </a:rPr>
                        <a:t>);</a:t>
                      </a:r>
                      <a:endParaRPr sz="1150" u="none" strike="noStrike" cap="none" dirty="0">
                        <a:solidFill>
                          <a:srgbClr val="FFFFF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8" name="Google Shape;188;p2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185" name="Google Shape;185;p2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86" name="Google Shape;186;p2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a:t>
            </a:fld>
            <a:endParaRPr/>
          </a:p>
        </p:txBody>
      </p:sp>
      <p:graphicFrame>
        <p:nvGraphicFramePr>
          <p:cNvPr id="187" name="Google Shape;187;p25"/>
          <p:cNvGraphicFramePr/>
          <p:nvPr/>
        </p:nvGraphicFramePr>
        <p:xfrm>
          <a:off x="1018013" y="1814351"/>
          <a:ext cx="10155975" cy="416802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1332575">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Creating</a:t>
                      </a:r>
                      <a:r>
                        <a:rPr lang="en-US" sz="1200" b="1" u="sng" strike="noStrike" cap="none">
                          <a:latin typeface="Quattrocento Sans"/>
                          <a:ea typeface="Quattrocento Sans"/>
                          <a:cs typeface="Quattrocento Sans"/>
                          <a:sym typeface="Quattrocento Sans"/>
                        </a:rPr>
                        <a:t> </a:t>
                      </a:r>
                      <a:r>
                        <a:rPr lang="en-US" sz="1200" b="1" u="sng" strike="noStrike" cap="none">
                          <a:latin typeface="Times New Roman"/>
                          <a:ea typeface="Times New Roman"/>
                          <a:cs typeface="Times New Roman"/>
                          <a:sym typeface="Times New Roman"/>
                        </a:rPr>
                        <a:t>a Database</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create a database in MongoDB, start by creating a MongoClient object, then specify a connection URL with the correct ip address and the name of the database you want to create.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MongoDB will create the database if it does not exist, and make a connection to it.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Create a database called "mydb":</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var</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MongoClient</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mongodb</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MongoClient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var</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url</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mongodb</a:t>
                      </a:r>
                      <a:r>
                        <a:rPr lang="en-US" sz="1050" u="none" strike="noStrike" cap="none" dirty="0">
                          <a:solidFill>
                            <a:srgbClr val="CE9178"/>
                          </a:solidFill>
                          <a:latin typeface="Consolas"/>
                          <a:ea typeface="Consolas"/>
                          <a:cs typeface="Consolas"/>
                          <a:sym typeface="Consolas"/>
                        </a:rPr>
                        <a:t>://localhost:27017/</a:t>
                      </a:r>
                      <a:r>
                        <a:rPr lang="en-US" sz="1050" u="none" strike="noStrike" cap="none" dirty="0" err="1">
                          <a:solidFill>
                            <a:srgbClr val="CE9178"/>
                          </a:solidFill>
                          <a:latin typeface="Consolas"/>
                          <a:ea typeface="Consolas"/>
                          <a:cs typeface="Consolas"/>
                          <a:sym typeface="Consolas"/>
                        </a:rPr>
                        <a:t>mydb</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MongoClient</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connect</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url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err</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db</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if</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err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throw</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err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"Database created!"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db</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close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150" u="none" strike="noStrike" cap="none" dirty="0">
                        <a:solidFill>
                          <a:srgbClr val="FFFFF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"demo_create_mongo_db.js" and run the file: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b="1"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Run "demo_create_mongo_db.js":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8C8C8"/>
                          </a:solidFill>
                          <a:latin typeface="Consolas"/>
                          <a:ea typeface="Consolas"/>
                          <a:cs typeface="Consolas"/>
                          <a:sym typeface="Consolas"/>
                        </a:rPr>
                        <a:t>C</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Users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Your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Name</a:t>
                      </a:r>
                      <a:r>
                        <a:rPr lang="en-US" sz="1050" u="none" strike="noStrike" cap="none" dirty="0">
                          <a:solidFill>
                            <a:srgbClr val="D4D4D4"/>
                          </a:solidFill>
                          <a:latin typeface="Consolas"/>
                          <a:ea typeface="Consolas"/>
                          <a:cs typeface="Consolas"/>
                          <a:sym typeface="Consolas"/>
                        </a:rPr>
                        <a:t>&gt;</a:t>
                      </a:r>
                      <a:r>
                        <a:rPr lang="en-US" sz="1050" u="none" strike="noStrike" cap="none" dirty="0">
                          <a:solidFill>
                            <a:srgbClr val="9CDCFE"/>
                          </a:solidFill>
                          <a:latin typeface="Consolas"/>
                          <a:ea typeface="Consolas"/>
                          <a:cs typeface="Consolas"/>
                          <a:sym typeface="Consolas"/>
                        </a:rPr>
                        <a:t>node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demo_create_mongo_db</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js</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6" name="Google Shape;196;p2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193" name="Google Shape;193;p2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94" name="Google Shape;194;p2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5</a:t>
            </a:fld>
            <a:endParaRPr/>
          </a:p>
        </p:txBody>
      </p:sp>
      <p:graphicFrame>
        <p:nvGraphicFramePr>
          <p:cNvPr id="195" name="Google Shape;195;p26"/>
          <p:cNvGraphicFramePr/>
          <p:nvPr/>
        </p:nvGraphicFramePr>
        <p:xfrm>
          <a:off x="1018013" y="1814351"/>
          <a:ext cx="10155975" cy="448552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568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Which will give you this result:</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rgbClr val="FFFFFF"/>
                          </a:solidFill>
                          <a:latin typeface="Consolas"/>
                          <a:ea typeface="Consolas"/>
                          <a:cs typeface="Consolas"/>
                          <a:sym typeface="Consolas"/>
                        </a:rPr>
                        <a:t>Database created</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Note: </a:t>
                      </a:r>
                      <a:r>
                        <a:rPr lang="en-US" sz="1200" u="none" strike="noStrike" cap="none">
                          <a:latin typeface="Times New Roman"/>
                          <a:ea typeface="Times New Roman"/>
                          <a:cs typeface="Times New Roman"/>
                          <a:sym typeface="Times New Roman"/>
                        </a:rPr>
                        <a:t>MongoDB waits until you have created a collection (table), with at least one document (record) before it actually creates the database (and collection).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Creating a Collection</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create a collection in MongoDB, use the createCollection() method: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endParaRPr sz="1150" u="none" strike="noStrike" cap="none">
                        <a:highlight>
                          <a:srgbClr val="FFFFFF"/>
                        </a:highlight>
                        <a:latin typeface="Verdana"/>
                        <a:ea typeface="Verdana"/>
                        <a:cs typeface="Verdana"/>
                        <a:sym typeface="Verdana"/>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Example: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Create a collection called "customers":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createCollection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"Collection created!"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4" name="Google Shape;204;p2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01" name="Google Shape;201;p2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02" name="Google Shape;202;p2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6</a:t>
            </a:fld>
            <a:endParaRPr/>
          </a:p>
        </p:txBody>
      </p:sp>
      <p:graphicFrame>
        <p:nvGraphicFramePr>
          <p:cNvPr id="203" name="Google Shape;203;p27"/>
          <p:cNvGraphicFramePr/>
          <p:nvPr/>
        </p:nvGraphicFramePr>
        <p:xfrm>
          <a:off x="1018013" y="1814351"/>
          <a:ext cx="10155975" cy="488684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568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"demo_mongodb_createcollection.js"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demo_mongodb_createcollection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150" u="none" strike="noStrike" cap="none">
                        <a:solidFill>
                          <a:srgbClr val="FFFFF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Insert</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insert a record, or document as it is called in MongoDB, into a collection, we use the insertOne() method.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first parameter of the insertOne() method is an object containing the name(s) and value(s) of each field in the document you want to insert.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It also takes a callback function where you can work with any errors, or the result of the insertion: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Insert a document in the "customers" collection:</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myobj</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"Company Inc"</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"Highway 37"</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insertOne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myobj</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"1 document inserted"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12" name="Google Shape;212;p28"/>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09" name="Google Shape;209;p2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0" name="Google Shape;210;p2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7</a:t>
            </a:fld>
            <a:endParaRPr/>
          </a:p>
        </p:txBody>
      </p:sp>
      <p:graphicFrame>
        <p:nvGraphicFramePr>
          <p:cNvPr id="211" name="Google Shape;211;p28"/>
          <p:cNvGraphicFramePr/>
          <p:nvPr/>
        </p:nvGraphicFramePr>
        <p:xfrm>
          <a:off x="1018000" y="2064351"/>
          <a:ext cx="10155975" cy="407153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568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"demo_mongodb_insert.js"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demo_mongodb_insert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Find</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In MongoDB we use the find and findOne methods to find data in a collection.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Just like the SELECT statement is used to find data in a table in a MySQL database.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Find One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select data from a collection in MongoDB, we can use the findOne() method.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findOne() method returns the first occurrence in the selection.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first parameter of the findOne() method is a query object. In this example we use an empty query object, which selects all documents in a collection (but returns only the first document).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Find the first document in the customers collection:</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20" name="Google Shape;220;p29"/>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17" name="Google Shape;217;p2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8" name="Google Shape;218;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8</a:t>
            </a:fld>
            <a:endParaRPr/>
          </a:p>
        </p:txBody>
      </p:sp>
      <p:graphicFrame>
        <p:nvGraphicFramePr>
          <p:cNvPr id="219" name="Google Shape;219;p29"/>
          <p:cNvGraphicFramePr/>
          <p:nvPr/>
        </p:nvGraphicFramePr>
        <p:xfrm>
          <a:off x="1018013" y="1814351"/>
          <a:ext cx="10155975" cy="408674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findOne</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"demo_mongodb_findone.js" and run the file:</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demo_mongodb_findone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Find All</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To select data from a table in MongoDB, we can also use the find() method.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find() method returns all occurrences in the selection.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first parameter of the find() method is a query object. In this example we use an empty query object, which selects all documents in the collection.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Note: No parameters in the find() method gives you the same result as SELECT * in MySQL.</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8" name="Google Shape;228;p30"/>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25" name="Google Shape;225;p3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26" name="Google Shape;226;p3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9</a:t>
            </a:fld>
            <a:endParaRPr/>
          </a:p>
        </p:txBody>
      </p:sp>
      <p:graphicFrame>
        <p:nvGraphicFramePr>
          <p:cNvPr id="227" name="Google Shape;227;p30"/>
          <p:cNvGraphicFramePr/>
          <p:nvPr/>
        </p:nvGraphicFramePr>
        <p:xfrm>
          <a:off x="1018000" y="2121001"/>
          <a:ext cx="10155975" cy="336030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Example: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Find all documents in the customers collection:</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toArray</a:t>
                      </a:r>
                      <a:r>
                        <a:rPr lang="en-US" sz="1050" u="none" strike="noStrike" cap="none">
                          <a:solidFill>
                            <a:srgbClr val="D4D4D4"/>
                          </a:solidFill>
                          <a:latin typeface="Consolas"/>
                          <a:ea typeface="Consolas"/>
                          <a:cs typeface="Consolas"/>
                          <a:sym typeface="Consolas"/>
                        </a:rPr>
                        <a:t>(</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"demo_mongodb_find.js" and run the file:</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demo_mongodb_find</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6" name="Google Shape;236;p31"/>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33" name="Google Shape;233;p3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34" name="Google Shape;234;p3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10</a:t>
            </a:fld>
            <a:endParaRPr/>
          </a:p>
        </p:txBody>
      </p:sp>
      <p:graphicFrame>
        <p:nvGraphicFramePr>
          <p:cNvPr id="235" name="Google Shape;235;p31"/>
          <p:cNvGraphicFramePr/>
          <p:nvPr/>
        </p:nvGraphicFramePr>
        <p:xfrm>
          <a:off x="1018013" y="1797113"/>
          <a:ext cx="10155975" cy="433064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Query</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Filter the Result</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When finding documents in a collection, you can filter the result by using a query object.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first argument of the find() method is a query object, and is used to limit the search.</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solidFill>
                            <a:srgbClr val="434343"/>
                          </a:solidFill>
                          <a:latin typeface="Times New Roman"/>
                          <a:ea typeface="Times New Roman"/>
                          <a:cs typeface="Times New Roman"/>
                          <a:sym typeface="Times New Roman"/>
                        </a:rPr>
                        <a:t>Example</a:t>
                      </a:r>
                      <a:endParaRPr sz="1200" u="none" strike="noStrike" cap="none">
                        <a:solidFill>
                          <a:srgbClr val="434343"/>
                        </a:solidFill>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Find documents with the address "Park Lane 38":</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query</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"Park Lane 38"</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query</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toArray</a:t>
                      </a:r>
                      <a:r>
                        <a:rPr lang="en-US" sz="1050" u="none" strike="noStrike" cap="none">
                          <a:solidFill>
                            <a:srgbClr val="D4D4D4"/>
                          </a:solidFill>
                          <a:latin typeface="Consolas"/>
                          <a:ea typeface="Consolas"/>
                          <a:cs typeface="Consolas"/>
                          <a:sym typeface="Consolas"/>
                        </a:rPr>
                        <a:t>(</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4" name="Google Shape;244;p32"/>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41" name="Google Shape;241;p3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42" name="Google Shape;242;p3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11</a:t>
            </a:fld>
            <a:endParaRPr/>
          </a:p>
        </p:txBody>
      </p:sp>
      <p:graphicFrame>
        <p:nvGraphicFramePr>
          <p:cNvPr id="243" name="Google Shape;243;p32"/>
          <p:cNvGraphicFramePr/>
          <p:nvPr/>
        </p:nvGraphicFramePr>
        <p:xfrm>
          <a:off x="1018000" y="1643764"/>
          <a:ext cx="10155975" cy="461252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"demo_mongodb_query.js" and run the file:</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demo_mongodb_query</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Filter With Regular Expressions</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You can write regular expressions to find exactly what you are searching for.</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Regular expressions can only be used to query strings.</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To find only the documents where the "address" field starts with the letter "S", use the regular expression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Find documents where the address starts with the letter "S":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query</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16969"/>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a:t>
                      </a:r>
                      <a:r>
                        <a:rPr lang="en-US" sz="1050" u="none" strike="noStrike" cap="none">
                          <a:solidFill>
                            <a:srgbClr val="D16969"/>
                          </a:solidFill>
                          <a:latin typeface="Consolas"/>
                          <a:ea typeface="Consolas"/>
                          <a:cs typeface="Consolas"/>
                          <a:sym typeface="Consolas"/>
                        </a:rPr>
                        <a:t>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query</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toArray</a:t>
                      </a:r>
                      <a:r>
                        <a:rPr lang="en-US" sz="1050" u="none" strike="noStrike" cap="none">
                          <a:solidFill>
                            <a:srgbClr val="D4D4D4"/>
                          </a:solidFill>
                          <a:latin typeface="Consolas"/>
                          <a:ea typeface="Consolas"/>
                          <a:cs typeface="Consolas"/>
                          <a:sym typeface="Consolas"/>
                        </a:rPr>
                        <a:t>(</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2" name="Google Shape;252;p33"/>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49" name="Google Shape;249;p3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50" name="Google Shape;250;p3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12</a:t>
            </a:fld>
            <a:endParaRPr/>
          </a:p>
        </p:txBody>
      </p:sp>
      <p:graphicFrame>
        <p:nvGraphicFramePr>
          <p:cNvPr id="251" name="Google Shape;251;p33"/>
          <p:cNvGraphicFramePr/>
          <p:nvPr/>
        </p:nvGraphicFramePr>
        <p:xfrm>
          <a:off x="1018000" y="1643764"/>
          <a:ext cx="10155975" cy="470904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"demo_mongodb_query_s.js"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demo_mongodb_query_s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Sort</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Sort the Result</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Use the sort() method to sort the result in ascending or descending order.</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sort() method takes one parameter, an object defining the sorting order.</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Example: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Sort the result alphabetically by name:</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mysort</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sort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mysort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toArray</a:t>
                      </a:r>
                      <a:r>
                        <a:rPr lang="en-US" sz="1050" u="none" strike="noStrike" cap="none">
                          <a:solidFill>
                            <a:srgbClr val="D4D4D4"/>
                          </a:solidFill>
                          <a:latin typeface="Consolas"/>
                          <a:ea typeface="Consolas"/>
                          <a:cs typeface="Consolas"/>
                          <a:sym typeface="Consolas"/>
                        </a:rPr>
                        <a:t>(</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60" name="Google Shape;260;p3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57" name="Google Shape;257;p3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58" name="Google Shape;258;p3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13</a:t>
            </a:fld>
            <a:endParaRPr/>
          </a:p>
        </p:txBody>
      </p:sp>
      <p:graphicFrame>
        <p:nvGraphicFramePr>
          <p:cNvPr id="259" name="Google Shape;259;p34"/>
          <p:cNvGraphicFramePr/>
          <p:nvPr/>
        </p:nvGraphicFramePr>
        <p:xfrm>
          <a:off x="1018000" y="1643764"/>
          <a:ext cx="10155975" cy="515100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"demo_sort.js"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demo_sort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Delete</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Delete Document</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To delete a record, or document as it is called in MongoDB, we use the deleteOne() method.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first parameter of the deleteOne() method is a query object defining which document to delete.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Note: If the query finds more than one document, only the first occurrence is deleted.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Delete the document with the address "Mountain 21":</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'Mountain 21'</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deleteOne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obj</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"1 document deleted"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8" name="Google Shape;268;p3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65" name="Google Shape;265;p3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66" name="Google Shape;266;p3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14</a:t>
            </a:fld>
            <a:endParaRPr/>
          </a:p>
        </p:txBody>
      </p:sp>
      <p:graphicFrame>
        <p:nvGraphicFramePr>
          <p:cNvPr id="267" name="Google Shape;267;p35"/>
          <p:cNvGraphicFramePr/>
          <p:nvPr/>
        </p:nvGraphicFramePr>
        <p:xfrm>
          <a:off x="1018000" y="1643764"/>
          <a:ext cx="10155975" cy="475476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"demo_delete.js"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demo_delete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Delete Many</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delete more than one document, use the deleteMany() method.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The first parameter of the deleteMany() method is a query object defining which documents to delete.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Example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Delete all documents were the address starts with the letter "O":</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16969"/>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a:t>
                      </a:r>
                      <a:r>
                        <a:rPr lang="en-US" sz="1050" u="none" strike="noStrike" cap="none">
                          <a:solidFill>
                            <a:srgbClr val="D16969"/>
                          </a:solidFill>
                          <a:latin typeface="Consolas"/>
                          <a:ea typeface="Consolas"/>
                          <a:cs typeface="Consolas"/>
                          <a:sym typeface="Consolas"/>
                        </a:rPr>
                        <a:t>O/</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deleteMany</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obj</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obj</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n</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 document(s) deleted"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6" name="Google Shape;276;p3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73" name="Google Shape;273;p3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74" name="Google Shape;274;p3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15</a:t>
            </a:fld>
            <a:endParaRPr/>
          </a:p>
        </p:txBody>
      </p:sp>
      <p:graphicFrame>
        <p:nvGraphicFramePr>
          <p:cNvPr id="275" name="Google Shape;275;p36"/>
          <p:cNvGraphicFramePr/>
          <p:nvPr/>
        </p:nvGraphicFramePr>
        <p:xfrm>
          <a:off x="1018000" y="1643764"/>
          <a:ext cx="10155975" cy="491478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"demo_delete_many.js"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demo_delete_many</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Drop</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Drop Collection</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You can delete a table, or collection as it is called in MongoDB, by using the drop() method.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drop() method takes a callback function containing the error object and the result parameter which returns true if the collection was dropped successfully, otherwise it returns false.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Delete the "customers" table:</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drop</a:t>
                      </a:r>
                      <a:r>
                        <a:rPr lang="en-US" sz="1050" u="none" strike="noStrike" cap="none">
                          <a:solidFill>
                            <a:srgbClr val="D4D4D4"/>
                          </a:solidFill>
                          <a:latin typeface="Consolas"/>
                          <a:ea typeface="Consolas"/>
                          <a:cs typeface="Consolas"/>
                          <a:sym typeface="Consolas"/>
                        </a:rPr>
                        <a:t>(</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delOK</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delOK</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"Collection deleted"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4" name="Google Shape;284;p3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81" name="Google Shape;281;p3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82" name="Google Shape;282;p3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16</a:t>
            </a:fld>
            <a:endParaRPr/>
          </a:p>
        </p:txBody>
      </p:sp>
      <p:graphicFrame>
        <p:nvGraphicFramePr>
          <p:cNvPr id="283" name="Google Shape;283;p37"/>
          <p:cNvGraphicFramePr/>
          <p:nvPr/>
        </p:nvGraphicFramePr>
        <p:xfrm>
          <a:off x="1018000" y="1643764"/>
          <a:ext cx="10155975" cy="515100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highlight>
                            <a:srgbClr val="FFFFFF"/>
                          </a:highlight>
                          <a:latin typeface="Times New Roman"/>
                          <a:ea typeface="Times New Roman"/>
                          <a:cs typeface="Times New Roman"/>
                          <a:sym typeface="Times New Roman"/>
                        </a:rPr>
                        <a:t>Save the code above in a file called "demo_drop.js"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demo_drop</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Update</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Update Document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You can update a document by using the </a:t>
                      </a:r>
                      <a:r>
                        <a:rPr lang="en-US" sz="1200" u="none" strike="noStrike" cap="none">
                          <a:solidFill>
                            <a:srgbClr val="DC143C"/>
                          </a:solidFill>
                          <a:latin typeface="Times New Roman"/>
                          <a:ea typeface="Times New Roman"/>
                          <a:cs typeface="Times New Roman"/>
                          <a:sym typeface="Times New Roman"/>
                        </a:rPr>
                        <a:t>updateOne()</a:t>
                      </a:r>
                      <a:r>
                        <a:rPr lang="en-US" sz="1200" u="none" strike="noStrike" cap="none">
                          <a:latin typeface="Times New Roman"/>
                          <a:ea typeface="Times New Roman"/>
                          <a:cs typeface="Times New Roman"/>
                          <a:sym typeface="Times New Roman"/>
                        </a:rPr>
                        <a:t> method.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first parameter of the </a:t>
                      </a:r>
                      <a:r>
                        <a:rPr lang="en-US" sz="1200" u="none" strike="noStrike" cap="none">
                          <a:solidFill>
                            <a:srgbClr val="DC143C"/>
                          </a:solidFill>
                          <a:latin typeface="Times New Roman"/>
                          <a:ea typeface="Times New Roman"/>
                          <a:cs typeface="Times New Roman"/>
                          <a:sym typeface="Times New Roman"/>
                        </a:rPr>
                        <a:t>updateOne()</a:t>
                      </a:r>
                      <a:r>
                        <a:rPr lang="en-US" sz="1200" u="none" strike="noStrike" cap="none">
                          <a:latin typeface="Times New Roman"/>
                          <a:ea typeface="Times New Roman"/>
                          <a:cs typeface="Times New Roman"/>
                          <a:sym typeface="Times New Roman"/>
                        </a:rPr>
                        <a:t> method is a query object defining which document to update.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b="1" u="none" strike="noStrike" cap="none">
                          <a:latin typeface="Times New Roman"/>
                          <a:ea typeface="Times New Roman"/>
                          <a:cs typeface="Times New Roman"/>
                          <a:sym typeface="Times New Roman"/>
                        </a:rPr>
                        <a:t>Note</a:t>
                      </a:r>
                      <a:r>
                        <a:rPr lang="en-US" sz="1200" u="none" strike="noStrike" cap="none">
                          <a:latin typeface="Times New Roman"/>
                          <a:ea typeface="Times New Roman"/>
                          <a:cs typeface="Times New Roman"/>
                          <a:sym typeface="Times New Roman"/>
                        </a:rPr>
                        <a:t>: If the query finds more than one record, only the first occurrence is updated.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second parameter is an object defining the new values of the document.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Update the document with the address "Valley 345" to name="Mickey" and address="Canyon 123":</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"mongodb://127.0.0.1:27017/"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"Valley 345"</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newvalues</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$set: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"Mickey"</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"Canyon 123"</a:t>
                      </a:r>
                      <a:r>
                        <a:rPr lang="en-US" sz="1050" u="none" strike="noStrike" cap="none">
                          <a:solidFill>
                            <a:srgbClr val="D4D4D4"/>
                          </a:solidFill>
                          <a:latin typeface="Consolas"/>
                          <a:ea typeface="Consolas"/>
                          <a:cs typeface="Consolas"/>
                          <a:sym typeface="Consolas"/>
                        </a:rPr>
                        <a:t> }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updateOne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newvalues</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"1 document updated"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92" name="Google Shape;292;p38"/>
          <p:cNvSpPr txBox="1">
            <a:spLocks noGrp="1"/>
          </p:cNvSpPr>
          <p:nvPr>
            <p:ph type="title"/>
          </p:nvPr>
        </p:nvSpPr>
        <p:spPr>
          <a:xfrm>
            <a:off x="913450" y="3994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89" name="Google Shape;289;p3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90" name="Google Shape;290;p3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17</a:t>
            </a:fld>
            <a:endParaRPr/>
          </a:p>
        </p:txBody>
      </p:sp>
      <p:graphicFrame>
        <p:nvGraphicFramePr>
          <p:cNvPr id="291" name="Google Shape;291;p38"/>
          <p:cNvGraphicFramePr/>
          <p:nvPr/>
        </p:nvGraphicFramePr>
        <p:xfrm>
          <a:off x="1017988" y="1090439"/>
          <a:ext cx="10155975" cy="531102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highlight>
                            <a:srgbClr val="FFFFFF"/>
                          </a:highlight>
                          <a:latin typeface="Times New Roman"/>
                          <a:ea typeface="Times New Roman"/>
                          <a:cs typeface="Times New Roman"/>
                          <a:sym typeface="Times New Roman"/>
                        </a:rPr>
                        <a:t>Save the code above in a file called "demo_drop.js"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demo_drop</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Update</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Update Document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You can update a document by using the </a:t>
                      </a:r>
                      <a:r>
                        <a:rPr lang="en-US" sz="1200" u="none" strike="noStrike" cap="none">
                          <a:solidFill>
                            <a:srgbClr val="DC143C"/>
                          </a:solidFill>
                          <a:latin typeface="Times New Roman"/>
                          <a:ea typeface="Times New Roman"/>
                          <a:cs typeface="Times New Roman"/>
                          <a:sym typeface="Times New Roman"/>
                        </a:rPr>
                        <a:t>updateOne()</a:t>
                      </a:r>
                      <a:r>
                        <a:rPr lang="en-US" sz="1200" u="none" strike="noStrike" cap="none">
                          <a:latin typeface="Times New Roman"/>
                          <a:ea typeface="Times New Roman"/>
                          <a:cs typeface="Times New Roman"/>
                          <a:sym typeface="Times New Roman"/>
                        </a:rPr>
                        <a:t> method.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first parameter of the </a:t>
                      </a:r>
                      <a:r>
                        <a:rPr lang="en-US" sz="1200" u="none" strike="noStrike" cap="none">
                          <a:solidFill>
                            <a:srgbClr val="DC143C"/>
                          </a:solidFill>
                          <a:latin typeface="Times New Roman"/>
                          <a:ea typeface="Times New Roman"/>
                          <a:cs typeface="Times New Roman"/>
                          <a:sym typeface="Times New Roman"/>
                        </a:rPr>
                        <a:t>updateOne()</a:t>
                      </a:r>
                      <a:r>
                        <a:rPr lang="en-US" sz="1200" u="none" strike="noStrike" cap="none">
                          <a:latin typeface="Times New Roman"/>
                          <a:ea typeface="Times New Roman"/>
                          <a:cs typeface="Times New Roman"/>
                          <a:sym typeface="Times New Roman"/>
                        </a:rPr>
                        <a:t> method is a query object defining which document to update.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b="1" u="none" strike="noStrike" cap="none">
                          <a:latin typeface="Times New Roman"/>
                          <a:ea typeface="Times New Roman"/>
                          <a:cs typeface="Times New Roman"/>
                          <a:sym typeface="Times New Roman"/>
                        </a:rPr>
                        <a:t>Note</a:t>
                      </a:r>
                      <a:r>
                        <a:rPr lang="en-US" sz="1200" u="none" strike="noStrike" cap="none">
                          <a:latin typeface="Times New Roman"/>
                          <a:ea typeface="Times New Roman"/>
                          <a:cs typeface="Times New Roman"/>
                          <a:sym typeface="Times New Roman"/>
                        </a:rPr>
                        <a:t>: If the query finds more than one record, only the first occurrence is updated.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second parameter is an object defining the new values of the document.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Update the document with the address "Valley 345" to name="Mickey" and address="Canyon 123":</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"mongodb://127.0.0.1:27017/"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"Valley 345"</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newvalues</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$set: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"Mickey"</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"Canyon 123"</a:t>
                      </a:r>
                      <a:r>
                        <a:rPr lang="en-US" sz="1050" u="none" strike="noStrike" cap="none">
                          <a:solidFill>
                            <a:srgbClr val="D4D4D4"/>
                          </a:solidFill>
                          <a:latin typeface="Consolas"/>
                          <a:ea typeface="Consolas"/>
                          <a:cs typeface="Consolas"/>
                          <a:sym typeface="Consolas"/>
                        </a:rPr>
                        <a:t> }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updateOne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newvalues</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"1 document updated"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300" name="Google Shape;300;p39"/>
          <p:cNvSpPr txBox="1">
            <a:spLocks noGrp="1"/>
          </p:cNvSpPr>
          <p:nvPr>
            <p:ph type="title"/>
          </p:nvPr>
        </p:nvSpPr>
        <p:spPr>
          <a:xfrm>
            <a:off x="913450" y="3994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297" name="Google Shape;297;p3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98" name="Google Shape;298;p3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18</a:t>
            </a:fld>
            <a:endParaRPr/>
          </a:p>
        </p:txBody>
      </p:sp>
      <p:graphicFrame>
        <p:nvGraphicFramePr>
          <p:cNvPr id="299" name="Google Shape;299;p39"/>
          <p:cNvGraphicFramePr/>
          <p:nvPr/>
        </p:nvGraphicFramePr>
        <p:xfrm>
          <a:off x="1017988" y="1090439"/>
          <a:ext cx="10155975" cy="455410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"demo_update_one.js" and run the file:</a:t>
                      </a:r>
                      <a:endParaRPr sz="1200" u="none" strike="noStrike" cap="none">
                        <a:highlight>
                          <a:srgbClr val="FFFFFF"/>
                        </a:highlight>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demo_update_one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Update Only Specific Fields</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When using the </a:t>
                      </a:r>
                      <a:r>
                        <a:rPr lang="en-US" sz="1200" b="1" u="none" strike="noStrike" cap="none">
                          <a:latin typeface="Times New Roman"/>
                          <a:ea typeface="Times New Roman"/>
                          <a:cs typeface="Times New Roman"/>
                          <a:sym typeface="Times New Roman"/>
                        </a:rPr>
                        <a:t>$set</a:t>
                      </a:r>
                      <a:r>
                        <a:rPr lang="en-US" sz="1200" u="none" strike="noStrike" cap="none">
                          <a:latin typeface="Times New Roman"/>
                          <a:ea typeface="Times New Roman"/>
                          <a:cs typeface="Times New Roman"/>
                          <a:sym typeface="Times New Roman"/>
                        </a:rPr>
                        <a:t> operator, only the specified fields are updated: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solidFill>
                            <a:srgbClr val="434343"/>
                          </a:solidFill>
                          <a:latin typeface="Times New Roman"/>
                          <a:ea typeface="Times New Roman"/>
                          <a:cs typeface="Times New Roman"/>
                          <a:sym typeface="Times New Roman"/>
                        </a:rPr>
                        <a:t>Example</a:t>
                      </a:r>
                      <a:endParaRPr sz="1200" u="none" strike="noStrike" cap="none">
                        <a:solidFill>
                          <a:srgbClr val="434343"/>
                        </a:solidFill>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Update the address from "Valley 345" to "Canyon 123":</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"Valley 345"</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newvalues</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$set: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"Canyon 123"</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updateOne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newvalues</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"1 document updated"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8" name="Google Shape;308;p40"/>
          <p:cNvSpPr txBox="1">
            <a:spLocks noGrp="1"/>
          </p:cNvSpPr>
          <p:nvPr>
            <p:ph type="title"/>
          </p:nvPr>
        </p:nvSpPr>
        <p:spPr>
          <a:xfrm>
            <a:off x="913450" y="3994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05" name="Google Shape;305;p4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06" name="Google Shape;306;p4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19</a:t>
            </a:fld>
            <a:endParaRPr/>
          </a:p>
        </p:txBody>
      </p:sp>
      <p:graphicFrame>
        <p:nvGraphicFramePr>
          <p:cNvPr id="307" name="Google Shape;307;p40"/>
          <p:cNvGraphicFramePr/>
          <p:nvPr/>
        </p:nvGraphicFramePr>
        <p:xfrm>
          <a:off x="1017988" y="1090439"/>
          <a:ext cx="10155975" cy="455410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Update Many Documents</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update all documents that meets the criteria of the query, use the updateMany() method.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Update all documents where the name starts with the letter "S":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"mongodb://127.0.0.1:27017/"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9CDCFE"/>
                          </a:solidFill>
                          <a:latin typeface="Consolas"/>
                          <a:ea typeface="Consolas"/>
                          <a:cs typeface="Consolas"/>
                          <a:sym typeface="Consolas"/>
                        </a:rPr>
                        <a:t>address:</a:t>
                      </a:r>
                      <a:r>
                        <a:rPr lang="en-US" sz="1050" u="none" strike="noStrike" cap="none">
                          <a:solidFill>
                            <a:srgbClr val="D16969"/>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a:t>
                      </a:r>
                      <a:r>
                        <a:rPr lang="en-US" sz="1050" u="none" strike="noStrike" cap="none">
                          <a:solidFill>
                            <a:srgbClr val="D16969"/>
                          </a:solidFill>
                          <a:latin typeface="Consolas"/>
                          <a:ea typeface="Consolas"/>
                          <a:cs typeface="Consolas"/>
                          <a:sym typeface="Consolas"/>
                        </a:rPr>
                        <a:t>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newvalues</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$set: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"Minnie"</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updateMany</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myquery</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newvalues</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nModified</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 document(s) updated"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"demo_update_many.js" and run the file:</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demo_update_many</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6" name="Google Shape;316;p41"/>
          <p:cNvSpPr txBox="1">
            <a:spLocks noGrp="1"/>
          </p:cNvSpPr>
          <p:nvPr>
            <p:ph type="title"/>
          </p:nvPr>
        </p:nvSpPr>
        <p:spPr>
          <a:xfrm>
            <a:off x="913450" y="3994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13" name="Google Shape;313;p4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14" name="Google Shape;314;p4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20</a:t>
            </a:fld>
            <a:endParaRPr/>
          </a:p>
        </p:txBody>
      </p:sp>
      <p:graphicFrame>
        <p:nvGraphicFramePr>
          <p:cNvPr id="315" name="Google Shape;315;p41"/>
          <p:cNvGraphicFramePr/>
          <p:nvPr/>
        </p:nvGraphicFramePr>
        <p:xfrm>
          <a:off x="1017988" y="1090439"/>
          <a:ext cx="10155975" cy="483350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Limit</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Limit the Result</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To limit the result in MongoDB, we use the </a:t>
                      </a:r>
                      <a:r>
                        <a:rPr lang="en-US" sz="1200" b="1" u="none" strike="noStrike" cap="none">
                          <a:latin typeface="Times New Roman"/>
                          <a:ea typeface="Times New Roman"/>
                          <a:cs typeface="Times New Roman"/>
                          <a:sym typeface="Times New Roman"/>
                        </a:rPr>
                        <a:t>limit</a:t>
                      </a:r>
                      <a:r>
                        <a:rPr lang="en-US" sz="1200" u="none" strike="noStrike" cap="none">
                          <a:latin typeface="Times New Roman"/>
                          <a:ea typeface="Times New Roman"/>
                          <a:cs typeface="Times New Roman"/>
                          <a:sym typeface="Times New Roman"/>
                        </a:rPr>
                        <a:t>() method.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limit() method takes one parameter, a number defining how many documents to return.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Consider you have a "customers" collection: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Limit the result to only return 5 documents:</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"mongodb://localhost:27017/"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"customers"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limit</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5</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toArray</a:t>
                      </a:r>
                      <a:r>
                        <a:rPr lang="en-US" sz="1050" u="none" strike="noStrike" cap="none">
                          <a:solidFill>
                            <a:srgbClr val="D4D4D4"/>
                          </a:solidFill>
                          <a:latin typeface="Consolas"/>
                          <a:ea typeface="Consolas"/>
                          <a:cs typeface="Consolas"/>
                          <a:sym typeface="Consolas"/>
                        </a:rPr>
                        <a:t>(</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result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"demo_mongodb_limit.js" and run the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demo_mongodb_limit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4" name="Google Shape;324;p42"/>
          <p:cNvSpPr txBox="1">
            <a:spLocks noGrp="1"/>
          </p:cNvSpPr>
          <p:nvPr>
            <p:ph type="title"/>
          </p:nvPr>
        </p:nvSpPr>
        <p:spPr>
          <a:xfrm>
            <a:off x="913450" y="3994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21" name="Google Shape;321;p4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22" name="Google Shape;322;p4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21</a:t>
            </a:fld>
            <a:endParaRPr/>
          </a:p>
        </p:txBody>
      </p:sp>
      <p:graphicFrame>
        <p:nvGraphicFramePr>
          <p:cNvPr id="323" name="Google Shape;323;p42"/>
          <p:cNvGraphicFramePr/>
          <p:nvPr/>
        </p:nvGraphicFramePr>
        <p:xfrm>
          <a:off x="1017988" y="1090439"/>
          <a:ext cx="10155975" cy="422895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MongoDB Join</a:t>
                      </a:r>
                      <a:endParaRPr sz="1200" b="1" u="sng" strike="noStrike" cap="none">
                        <a:latin typeface="Times New Roman"/>
                        <a:ea typeface="Times New Roman"/>
                        <a:cs typeface="Times New Roman"/>
                        <a:sym typeface="Times New Roman"/>
                      </a:endParaRPr>
                    </a:p>
                    <a:p>
                      <a:pPr marL="0" marR="0" lvl="0" indent="0" algn="l" rtl="0">
                        <a:lnSpc>
                          <a:spcPct val="100000"/>
                        </a:lnSpc>
                        <a:spcBef>
                          <a:spcPts val="75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Join Collections</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144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MongoDB is not a relational database, but you can perform a left outer join by using the $lookup stage.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$lookup stage lets you specify which collection you want to join with the current collection, and which fields that should match.</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Consider you have a "orders" collection and a "products" collection: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144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orders</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rgbClr val="FFFFFF"/>
                          </a:solidFill>
                          <a:latin typeface="Consolas"/>
                          <a:ea typeface="Consolas"/>
                          <a:cs typeface="Consolas"/>
                          <a:sym typeface="Consolas"/>
                        </a:rPr>
                        <a:t>[</a:t>
                      </a:r>
                      <a:br>
                        <a:rPr lang="en-US" sz="1150" u="none" strike="noStrike" cap="none">
                          <a:solidFill>
                            <a:srgbClr val="FFFFFF"/>
                          </a:solidFill>
                          <a:latin typeface="Consolas"/>
                          <a:ea typeface="Consolas"/>
                          <a:cs typeface="Consolas"/>
                          <a:sym typeface="Consolas"/>
                        </a:rPr>
                      </a:br>
                      <a:r>
                        <a:rPr lang="en-US" sz="1150" u="none" strike="noStrike" cap="none">
                          <a:solidFill>
                            <a:srgbClr val="FFFFFF"/>
                          </a:solidFill>
                          <a:latin typeface="Consolas"/>
                          <a:ea typeface="Consolas"/>
                          <a:cs typeface="Consolas"/>
                          <a:sym typeface="Consolas"/>
                        </a:rPr>
                        <a:t>  { _id: 1, product_id: 154, status: 1 }</a:t>
                      </a:r>
                      <a:br>
                        <a:rPr lang="en-US" sz="1150" u="none" strike="noStrike" cap="none">
                          <a:solidFill>
                            <a:srgbClr val="FFFFFF"/>
                          </a:solidFill>
                          <a:latin typeface="Consolas"/>
                          <a:ea typeface="Consolas"/>
                          <a:cs typeface="Consolas"/>
                          <a:sym typeface="Consolas"/>
                        </a:rPr>
                      </a:br>
                      <a:r>
                        <a:rPr lang="en-US" sz="1150" u="none" strike="noStrike" cap="none">
                          <a:solidFill>
                            <a:srgbClr val="FFFFFF"/>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products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rgbClr val="FFFFFF"/>
                          </a:solidFill>
                          <a:latin typeface="Consolas"/>
                          <a:ea typeface="Consolas"/>
                          <a:cs typeface="Consolas"/>
                          <a:sym typeface="Consolas"/>
                        </a:rPr>
                        <a:t>[</a:t>
                      </a:r>
                      <a:br>
                        <a:rPr lang="en-US" sz="1150" u="none" strike="noStrike" cap="none">
                          <a:solidFill>
                            <a:srgbClr val="FFFFFF"/>
                          </a:solidFill>
                          <a:latin typeface="Consolas"/>
                          <a:ea typeface="Consolas"/>
                          <a:cs typeface="Consolas"/>
                          <a:sym typeface="Consolas"/>
                        </a:rPr>
                      </a:br>
                      <a:r>
                        <a:rPr lang="en-US" sz="1150" u="none" strike="noStrike" cap="none">
                          <a:solidFill>
                            <a:srgbClr val="FFFFFF"/>
                          </a:solidFill>
                          <a:latin typeface="Consolas"/>
                          <a:ea typeface="Consolas"/>
                          <a:cs typeface="Consolas"/>
                          <a:sym typeface="Consolas"/>
                        </a:rPr>
                        <a:t>  { _id: 154, name: 'Chocolate Heaven' },</a:t>
                      </a:r>
                      <a:br>
                        <a:rPr lang="en-US" sz="1150" u="none" strike="noStrike" cap="none">
                          <a:solidFill>
                            <a:srgbClr val="FFFFFF"/>
                          </a:solidFill>
                          <a:latin typeface="Consolas"/>
                          <a:ea typeface="Consolas"/>
                          <a:cs typeface="Consolas"/>
                          <a:sym typeface="Consolas"/>
                        </a:rPr>
                      </a:br>
                      <a:r>
                        <a:rPr lang="en-US" sz="1150" u="none" strike="noStrike" cap="none">
                          <a:solidFill>
                            <a:srgbClr val="FFFFFF"/>
                          </a:solidFill>
                          <a:latin typeface="Consolas"/>
                          <a:ea typeface="Consolas"/>
                          <a:cs typeface="Consolas"/>
                          <a:sym typeface="Consolas"/>
                        </a:rPr>
                        <a:t>  { _id: 155, name: 'Tasty Lemons' },</a:t>
                      </a:r>
                      <a:br>
                        <a:rPr lang="en-US" sz="1150" u="none" strike="noStrike" cap="none">
                          <a:solidFill>
                            <a:srgbClr val="FFFFFF"/>
                          </a:solidFill>
                          <a:latin typeface="Consolas"/>
                          <a:ea typeface="Consolas"/>
                          <a:cs typeface="Consolas"/>
                          <a:sym typeface="Consolas"/>
                        </a:rPr>
                      </a:br>
                      <a:r>
                        <a:rPr lang="en-US" sz="1150" u="none" strike="noStrike" cap="none">
                          <a:solidFill>
                            <a:srgbClr val="FFFFFF"/>
                          </a:solidFill>
                          <a:latin typeface="Consolas"/>
                          <a:ea typeface="Consolas"/>
                          <a:cs typeface="Consolas"/>
                          <a:sym typeface="Consolas"/>
                        </a:rPr>
                        <a:t>  { _id: 156, name: 'Vanilla Dreams' }</a:t>
                      </a:r>
                      <a:br>
                        <a:rPr lang="en-US" sz="1150" u="none" strike="noStrike" cap="none">
                          <a:solidFill>
                            <a:srgbClr val="FFFFFF"/>
                          </a:solidFill>
                          <a:latin typeface="Consolas"/>
                          <a:ea typeface="Consolas"/>
                          <a:cs typeface="Consolas"/>
                          <a:sym typeface="Consolas"/>
                        </a:rPr>
                      </a:br>
                      <a:r>
                        <a:rPr lang="en-US" sz="1150" u="none" strike="noStrike" cap="none">
                          <a:solidFill>
                            <a:srgbClr val="FFFFFF"/>
                          </a:solidFill>
                          <a:latin typeface="Consolas"/>
                          <a:ea typeface="Consolas"/>
                          <a:cs typeface="Consolas"/>
                          <a:sym typeface="Consolas"/>
                        </a:rPr>
                        <a:t>]</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8450">
                <a:tc>
                  <a:txBody>
                    <a:bodyPr/>
                    <a:lstStyle/>
                    <a:p>
                      <a:pPr marL="0" marR="0" lvl="0" indent="0" algn="l" rtl="0">
                        <a:lnSpc>
                          <a:spcPct val="100000"/>
                        </a:lnSpc>
                        <a:spcBef>
                          <a:spcPts val="0"/>
                        </a:spcBef>
                        <a:spcAft>
                          <a:spcPts val="0"/>
                        </a:spcAft>
                        <a:buClr>
                          <a:srgbClr val="000000"/>
                        </a:buClr>
                        <a:buSzPts val="1150"/>
                        <a:buFont typeface="Arial"/>
                        <a:buNone/>
                      </a:pPr>
                      <a:endParaRPr sz="1150" u="none" strike="noStrike" cap="none">
                        <a:solidFill>
                          <a:srgbClr val="FFFFF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32" name="Google Shape;332;p43"/>
          <p:cNvSpPr txBox="1">
            <a:spLocks noGrp="1"/>
          </p:cNvSpPr>
          <p:nvPr>
            <p:ph type="title"/>
          </p:nvPr>
        </p:nvSpPr>
        <p:spPr>
          <a:xfrm>
            <a:off x="913450" y="8803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29" name="Google Shape;329;p4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30" name="Google Shape;330;p4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22</a:t>
            </a:fld>
            <a:endParaRPr/>
          </a:p>
        </p:txBody>
      </p:sp>
      <p:graphicFrame>
        <p:nvGraphicFramePr>
          <p:cNvPr id="331" name="Google Shape;331;p43"/>
          <p:cNvGraphicFramePr/>
          <p:nvPr/>
        </p:nvGraphicFramePr>
        <p:xfrm>
          <a:off x="1018000" y="1623989"/>
          <a:ext cx="10155975" cy="461001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Example</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Join the matching "products" document(s) to the "orders" collection:</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'mongodb'</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"mongodb://127.0.0.1:27017/"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MongoClient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connect</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url</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var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"mydb"</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dbo</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collection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'orders'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aggregate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$lookup:</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from:</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'products'</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localField:</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'product_id'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foreignField:</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'_id'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as:</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'orderdetails'</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toArray</a:t>
                      </a:r>
                      <a:r>
                        <a:rPr lang="en-US" sz="1050" u="none" strike="noStrike" cap="none">
                          <a:solidFill>
                            <a:srgbClr val="D4D4D4"/>
                          </a:solidFill>
                          <a:latin typeface="Consolas"/>
                          <a:ea typeface="Consolas"/>
                          <a:cs typeface="Consolas"/>
                          <a:sym typeface="Consolas"/>
                        </a:rPr>
                        <a:t>(</a:t>
                      </a:r>
                      <a:r>
                        <a:rPr lang="en-US" sz="1050" u="none" strike="noStrike" cap="none">
                          <a:solidFill>
                            <a:srgbClr val="569CD6"/>
                          </a:solidFill>
                          <a:latin typeface="Consolas"/>
                          <a:ea typeface="Consolas"/>
                          <a:cs typeface="Consolas"/>
                          <a:sym typeface="Consolas"/>
                        </a:rPr>
                        <a:t>function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if</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throw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err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console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log</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JSON</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stringify</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res</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db</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close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150" u="none" strike="noStrike" cap="none">
                        <a:solidFill>
                          <a:srgbClr val="FFFFFF"/>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Save the code above in a file called "demo_mongodb_join.js" and run the file:</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40" name="Google Shape;340;p44"/>
          <p:cNvSpPr txBox="1">
            <a:spLocks noGrp="1"/>
          </p:cNvSpPr>
          <p:nvPr>
            <p:ph type="title"/>
          </p:nvPr>
        </p:nvSpPr>
        <p:spPr>
          <a:xfrm>
            <a:off x="913450" y="8803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37" name="Google Shape;337;p4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38" name="Google Shape;338;p4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23</a:t>
            </a:fld>
            <a:endParaRPr/>
          </a:p>
        </p:txBody>
      </p:sp>
      <p:graphicFrame>
        <p:nvGraphicFramePr>
          <p:cNvPr id="339" name="Google Shape;339;p44"/>
          <p:cNvGraphicFramePr/>
          <p:nvPr/>
        </p:nvGraphicFramePr>
        <p:xfrm>
          <a:off x="1018000" y="1912838"/>
          <a:ext cx="10155975" cy="406896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8C8C8"/>
                          </a:solidFill>
                          <a:latin typeface="Consolas"/>
                          <a:ea typeface="Consolas"/>
                          <a:cs typeface="Consolas"/>
                          <a:sym typeface="Consolas"/>
                        </a:rPr>
                        <a:t>C</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Your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&gt;</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demo_mongodb_join</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Which will give you this result: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"_id"</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"product_id"</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154</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"status"</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"orderdetails"</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"_id"</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154</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"name"</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"Chocolate Heaven"</a:t>
                      </a:r>
                      <a:r>
                        <a:rPr lang="en-US" sz="1050" u="none" strike="noStrike" cap="none">
                          <a:solidFill>
                            <a:srgbClr val="D4D4D4"/>
                          </a:solidFill>
                          <a:latin typeface="Consolas"/>
                          <a:ea typeface="Consolas"/>
                          <a:cs typeface="Consolas"/>
                          <a:sym typeface="Consolas"/>
                        </a:rPr>
                        <a:t> }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MongoDB Relationships using mongoose</a:t>
                      </a:r>
                      <a:endParaRPr sz="1200" b="1" u="sng"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Mongoose is a third-party package that builds upon the official MongoDB driver, but it makes accessing </a:t>
                      </a:r>
                      <a:r>
                        <a:rPr lang="en-US" sz="1200" u="none" strike="noStrike" cap="none">
                          <a:solidFill>
                            <a:schemeClr val="hlink"/>
                          </a:solidFill>
                          <a:uFill>
                            <a:noFill/>
                          </a:uFill>
                          <a:latin typeface="Times New Roman"/>
                          <a:ea typeface="Times New Roman"/>
                          <a:cs typeface="Times New Roman"/>
                          <a:sym typeface="Times New Roman"/>
                          <a:hlinkClick r:id="rId3"/>
                        </a:rPr>
                        <a:t>MongoDB</a:t>
                      </a:r>
                      <a:r>
                        <a:rPr lang="en-US" sz="1200" u="none" strike="noStrike" cap="none">
                          <a:latin typeface="Times New Roman"/>
                          <a:ea typeface="Times New Roman"/>
                          <a:cs typeface="Times New Roman"/>
                          <a:sym typeface="Times New Roman"/>
                        </a:rPr>
                        <a:t> much easier and more convenient. Mongoose use schemas that mongodb does not really use, so we can define how our data should look like and that allows us to conveniently store and fetch data.</a:t>
                      </a:r>
                      <a:endParaRPr sz="1200"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This might not be the solution we are looking for if we have the requirement of unstructured data. But often, that's not the case, and therefore, Mongoose is a great tool that could even work with such unstructured data.</a:t>
                      </a:r>
                      <a:endParaRPr sz="1200"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Installation:</a:t>
                      </a:r>
                      <a:endParaRPr sz="1200" b="1"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To install the mongoose package by using the following npm command:</a:t>
                      </a:r>
                      <a:endParaRPr sz="12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npm install --save Mongoose</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Schema</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 description of the shape a unit of data should undertake. So for a house isn't the data, but a description of what the data of a house should look like.</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8" name="Google Shape;348;p45"/>
          <p:cNvSpPr txBox="1">
            <a:spLocks noGrp="1"/>
          </p:cNvSpPr>
          <p:nvPr>
            <p:ph type="title"/>
          </p:nvPr>
        </p:nvSpPr>
        <p:spPr>
          <a:xfrm>
            <a:off x="913450" y="8803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45" name="Google Shape;345;p4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46" name="Google Shape;346;p4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24</a:t>
            </a:fld>
            <a:endParaRPr/>
          </a:p>
        </p:txBody>
      </p:sp>
      <p:graphicFrame>
        <p:nvGraphicFramePr>
          <p:cNvPr id="347" name="Google Shape;347;p45"/>
          <p:cNvGraphicFramePr/>
          <p:nvPr/>
        </p:nvGraphicFramePr>
        <p:xfrm>
          <a:off x="1018000" y="1912838"/>
          <a:ext cx="10155975" cy="283455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houseSchema</a:t>
                      </a:r>
                      <a:r>
                        <a:rPr lang="en-US" sz="1050" u="none" strike="noStrike" cap="none">
                          <a:solidFill>
                            <a:srgbClr val="D4D4D4"/>
                          </a:solidFill>
                          <a:latin typeface="Consolas"/>
                          <a:ea typeface="Consolas"/>
                          <a:cs typeface="Consolas"/>
                          <a:sym typeface="Consolas"/>
                        </a:rPr>
                        <a:t> =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street</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city</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state</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zip</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If we want to manage a collection of documents (a bunch of items) of this datatype we then declare a model. This creates a collection and becomes the conduit to add, update, delete and retrieve data from the collection.</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model</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houseSchema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6A9955"/>
                          </a:solidFill>
                          <a:latin typeface="Consolas"/>
                          <a:ea typeface="Consolas"/>
                          <a:cs typeface="Consolas"/>
                          <a:sym typeface="Consolas"/>
                        </a:rPr>
                        <a:t>// query for all houses</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4FC1FF"/>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6" name="Google Shape;356;p46"/>
          <p:cNvSpPr txBox="1">
            <a:spLocks noGrp="1"/>
          </p:cNvSpPr>
          <p:nvPr>
            <p:ph type="title"/>
          </p:nvPr>
        </p:nvSpPr>
        <p:spPr>
          <a:xfrm>
            <a:off x="913450" y="8803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53" name="Google Shape;353;p4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54" name="Google Shape;354;p4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25</a:t>
            </a:fld>
            <a:endParaRPr/>
          </a:p>
        </p:txBody>
      </p:sp>
      <p:graphicFrame>
        <p:nvGraphicFramePr>
          <p:cNvPr id="355" name="Google Shape;355;p46"/>
          <p:cNvGraphicFramePr/>
          <p:nvPr/>
        </p:nvGraphicFramePr>
        <p:xfrm>
          <a:off x="1018013" y="1501639"/>
          <a:ext cx="10155975" cy="5151060"/>
        </p:xfrm>
        <a:graphic>
          <a:graphicData uri="http://schemas.openxmlformats.org/drawingml/2006/table">
            <a:tbl>
              <a:tblPr>
                <a:noFill/>
                <a:tableStyleId>{F862C103-036E-41F1-81E8-14694586F0A1}</a:tableStyleId>
              </a:tblPr>
              <a:tblGrid>
                <a:gridCol w="10155975">
                  <a:extLst>
                    <a:ext uri="{9D8B030D-6E8A-4147-A177-3AD203B41FA5}">
                      <a16:colId xmlns:a16="http://schemas.microsoft.com/office/drawing/2014/main" val="20000"/>
                    </a:ext>
                  </a:extLst>
                </a:gridCol>
              </a:tblGrid>
              <a:tr h="3384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One to One Relationships</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One to One relationships are the simplest. Imagine that every house can only have one owner, and every owner can only own one house. This is a one to one relationship. everything is unique on both sides there really isn't a need for more than one collection. Instead we can nest one type of data in the other.</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name</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houseSchema</a:t>
                      </a:r>
                      <a:r>
                        <a:rPr lang="en-US" sz="1050" u="none" strike="noStrike" cap="none">
                          <a:solidFill>
                            <a:srgbClr val="D4D4D4"/>
                          </a:solidFill>
                          <a:latin typeface="Consolas"/>
                          <a:ea typeface="Consolas"/>
                          <a:cs typeface="Consolas"/>
                          <a:sym typeface="Consolas"/>
                        </a:rPr>
                        <a:t> =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street</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city</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state</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zip</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Owner</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model</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6A9955"/>
                          </a:solidFill>
                          <a:latin typeface="Consolas"/>
                          <a:ea typeface="Consolas"/>
                          <a:cs typeface="Consolas"/>
                          <a:sym typeface="Consolas"/>
                        </a:rPr>
                        <a:t>// Create a new house</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4FC1FF"/>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create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street: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"100 Maple Street"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city:</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"Fort Townville</a:t>
                      </a:r>
                      <a:r>
                        <a:rPr lang="en-US" sz="1050" u="none" strike="noStrike" cap="none">
                          <a:solidFill>
                            <a:srgbClr val="F44747"/>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state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"New West Virgota"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zip:</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"77777"</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"Alex Merced"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6A9955"/>
                          </a:solidFill>
                          <a:latin typeface="Consolas"/>
                          <a:ea typeface="Consolas"/>
                          <a:cs typeface="Consolas"/>
                          <a:sym typeface="Consolas"/>
                        </a:rPr>
                        <a:t>// query for all houses, will include the nested owner info</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4FC1FF"/>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4" name="Google Shape;364;p47"/>
          <p:cNvSpPr txBox="1">
            <a:spLocks noGrp="1"/>
          </p:cNvSpPr>
          <p:nvPr>
            <p:ph type="title"/>
          </p:nvPr>
        </p:nvSpPr>
        <p:spPr>
          <a:xfrm>
            <a:off x="965725" y="6007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61" name="Google Shape;361;p4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62" name="Google Shape;362;p4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26</a:t>
            </a:fld>
            <a:endParaRPr/>
          </a:p>
        </p:txBody>
      </p:sp>
      <p:graphicFrame>
        <p:nvGraphicFramePr>
          <p:cNvPr id="363" name="Google Shape;363;p47"/>
          <p:cNvGraphicFramePr/>
          <p:nvPr>
            <p:extLst>
              <p:ext uri="{D42A27DB-BD31-4B8C-83A1-F6EECF244321}">
                <p14:modId xmlns:p14="http://schemas.microsoft.com/office/powerpoint/2010/main" val="1766969449"/>
              </p:ext>
            </p:extLst>
          </p:nvPr>
        </p:nvGraphicFramePr>
        <p:xfrm>
          <a:off x="965713" y="1353539"/>
          <a:ext cx="10260550" cy="4945320"/>
        </p:xfrm>
        <a:graphic>
          <a:graphicData uri="http://schemas.openxmlformats.org/drawingml/2006/table">
            <a:tbl>
              <a:tblPr>
                <a:noFill/>
                <a:tableStyleId>{F862C103-036E-41F1-81E8-14694586F0A1}</a:tableStyleId>
              </a:tblPr>
              <a:tblGrid>
                <a:gridCol w="5130275">
                  <a:extLst>
                    <a:ext uri="{9D8B030D-6E8A-4147-A177-3AD203B41FA5}">
                      <a16:colId xmlns:a16="http://schemas.microsoft.com/office/drawing/2014/main" val="20000"/>
                    </a:ext>
                  </a:extLst>
                </a:gridCol>
                <a:gridCol w="5130275">
                  <a:extLst>
                    <a:ext uri="{9D8B030D-6E8A-4147-A177-3AD203B41FA5}">
                      <a16:colId xmlns:a16="http://schemas.microsoft.com/office/drawing/2014/main" val="20001"/>
                    </a:ext>
                  </a:extLst>
                </a:gridCol>
              </a:tblGrid>
              <a:tr h="338450">
                <a:tc gridSpan="2">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One to Many</a:t>
                      </a:r>
                      <a:endParaRPr sz="1200" b="1" u="none" strike="noStrike" cap="none" dirty="0">
                        <a:latin typeface="Times New Roman"/>
                        <a:ea typeface="Times New Roman"/>
                        <a:cs typeface="Times New Roman"/>
                        <a:sym typeface="Times New Roman"/>
                      </a:endParaRPr>
                    </a:p>
                    <a:p>
                      <a:pPr marL="0" marR="0" lvl="0" indent="0" algn="l" rtl="0">
                        <a:lnSpc>
                          <a:spcPct val="100000"/>
                        </a:lnSpc>
                        <a:spcBef>
                          <a:spcPts val="60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Let's see how we can refactor this to handle a Owner having many Houses, but Houses only having one owner. This is One to Many. So Owners are the "one" side of the relationship, and House is the "many" side. Typically what we do is track the one side from the many side (it's the house data that'll track the owner).</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With mongoose we have a special datatype that tells mongoose that the entries in that field are all objects _ids of documents in some other collection. See this at work below.</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The populate function when we query the data will make sure mongoose fetches the data from the related table and inserts where needed.</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latin typeface="Times New Roman"/>
                          <a:ea typeface="Times New Roman"/>
                          <a:cs typeface="Times New Roman"/>
                          <a:sym typeface="Times New Roman"/>
                        </a:rPr>
                        <a:t>Note: You do also have the option of nesting an array of House in the Owner schema, although there is a maximum size for one document that can cause scaling issues later if you try to nest too much data.</a:t>
                      </a:r>
                      <a:endParaRPr sz="12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ownerSchema</a:t>
                      </a:r>
                      <a:r>
                        <a:rPr lang="en-US" sz="1050" u="none" strike="noStrike" cap="none">
                          <a:solidFill>
                            <a:srgbClr val="D4D4D4"/>
                          </a:solidFill>
                          <a:latin typeface="Consolas"/>
                          <a:ea typeface="Consolas"/>
                          <a:cs typeface="Consolas"/>
                          <a:sym typeface="Consolas"/>
                        </a:rPr>
                        <a:t> =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name</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model</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ownerSchema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houseSchema</a:t>
                      </a:r>
                      <a:r>
                        <a:rPr lang="en-US" sz="1050" u="none" strike="noStrike" cap="none">
                          <a:solidFill>
                            <a:srgbClr val="D4D4D4"/>
                          </a:solidFill>
                          <a:latin typeface="Consolas"/>
                          <a:ea typeface="Consolas"/>
                          <a:cs typeface="Consolas"/>
                          <a:sym typeface="Consolas"/>
                        </a:rPr>
                        <a:t> =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street</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city</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state</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zip</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type:</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Types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ObjectId</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ref:</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House</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4FC1FF"/>
                          </a:solidFill>
                          <a:latin typeface="Consolas"/>
                          <a:ea typeface="Consolas"/>
                          <a:cs typeface="Consolas"/>
                          <a:sym typeface="Consolas"/>
                        </a:rPr>
                        <a:t>mongoose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model</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"House"</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houseSchema</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a:t>
                      </a:r>
                      <a:r>
                        <a:rPr lang="en-US" sz="1050" u="none" strike="noStrike" cap="none">
                          <a:solidFill>
                            <a:srgbClr val="6A9955"/>
                          </a:solidFill>
                          <a:latin typeface="Consolas"/>
                          <a:ea typeface="Consolas"/>
                          <a:cs typeface="Consolas"/>
                          <a:sym typeface="Consolas"/>
                        </a:rPr>
                        <a:t>Create an </a:t>
                      </a:r>
                      <a:r>
                        <a:rPr lang="en-US" sz="1050" u="none" strike="noStrike" cap="none" dirty="0">
                          <a:solidFill>
                            <a:srgbClr val="6A9955"/>
                          </a:solidFill>
                          <a:latin typeface="Consolas"/>
                          <a:ea typeface="Consolas"/>
                          <a:cs typeface="Consolas"/>
                          <a:sym typeface="Consolas"/>
                        </a:rPr>
                        <a:t>Owner</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alex</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C586C0"/>
                          </a:solidFill>
                          <a:latin typeface="Consolas"/>
                          <a:ea typeface="Consolas"/>
                          <a:cs typeface="Consolas"/>
                          <a:sym typeface="Consolas"/>
                        </a:rPr>
                        <a:t>await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Owner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create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name: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"Alex Merced"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Create a new house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House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create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street: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"100 Maple Street"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city:</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"Fort Townville</a:t>
                      </a:r>
                      <a:r>
                        <a:rPr lang="en-US" sz="1050" u="none" strike="noStrike" cap="none" dirty="0">
                          <a:solidFill>
                            <a:srgbClr val="F44747"/>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state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"New West </a:t>
                      </a:r>
                      <a:r>
                        <a:rPr lang="en-US" sz="1050" u="none" strike="noStrike" cap="none" dirty="0" err="1">
                          <a:solidFill>
                            <a:srgbClr val="CE9178"/>
                          </a:solidFill>
                          <a:latin typeface="Consolas"/>
                          <a:ea typeface="Consolas"/>
                          <a:cs typeface="Consolas"/>
                          <a:sym typeface="Consolas"/>
                        </a:rPr>
                        <a:t>Virgota</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zip:</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"77777"</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owner</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alex</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query for all houses, use populate to include owner info</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House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find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populate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"owner"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569CD6"/>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72" name="Google Shape;372;p48"/>
          <p:cNvSpPr txBox="1">
            <a:spLocks noGrp="1"/>
          </p:cNvSpPr>
          <p:nvPr>
            <p:ph type="title"/>
          </p:nvPr>
        </p:nvSpPr>
        <p:spPr>
          <a:xfrm>
            <a:off x="965725" y="6007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MongoDB_Node.js </a:t>
            </a:r>
            <a:endParaRPr sz="2900"/>
          </a:p>
        </p:txBody>
      </p:sp>
      <p:sp>
        <p:nvSpPr>
          <p:cNvPr id="369" name="Google Shape;369;p4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70" name="Google Shape;370;p4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27</a:t>
            </a:fld>
            <a:endParaRPr/>
          </a:p>
        </p:txBody>
      </p:sp>
      <p:graphicFrame>
        <p:nvGraphicFramePr>
          <p:cNvPr id="371" name="Google Shape;371;p48"/>
          <p:cNvGraphicFramePr/>
          <p:nvPr/>
        </p:nvGraphicFramePr>
        <p:xfrm>
          <a:off x="965713" y="1353539"/>
          <a:ext cx="10260550" cy="4671000"/>
        </p:xfrm>
        <a:graphic>
          <a:graphicData uri="http://schemas.openxmlformats.org/drawingml/2006/table">
            <a:tbl>
              <a:tblPr>
                <a:noFill/>
                <a:tableStyleId>{F862C103-036E-41F1-81E8-14694586F0A1}</a:tableStyleId>
              </a:tblPr>
              <a:tblGrid>
                <a:gridCol w="5130275">
                  <a:extLst>
                    <a:ext uri="{9D8B030D-6E8A-4147-A177-3AD203B41FA5}">
                      <a16:colId xmlns:a16="http://schemas.microsoft.com/office/drawing/2014/main" val="20000"/>
                    </a:ext>
                  </a:extLst>
                </a:gridCol>
                <a:gridCol w="5130275">
                  <a:extLst>
                    <a:ext uri="{9D8B030D-6E8A-4147-A177-3AD203B41FA5}">
                      <a16:colId xmlns:a16="http://schemas.microsoft.com/office/drawing/2014/main" val="20001"/>
                    </a:ext>
                  </a:extLst>
                </a:gridCol>
              </a:tblGrid>
              <a:tr h="338450">
                <a:tc gridSpan="2">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Many to Many</a:t>
                      </a:r>
                      <a:endParaRPr sz="1200" b="1" u="none" strike="noStrike" cap="none">
                        <a:latin typeface="Times New Roman"/>
                        <a:ea typeface="Times New Roman"/>
                        <a:cs typeface="Times New Roman"/>
                        <a:sym typeface="Times New Roman"/>
                      </a:endParaRPr>
                    </a:p>
                    <a:p>
                      <a:pPr marL="0" marR="0" lvl="0" indent="0" algn="l" rtl="0">
                        <a:lnSpc>
                          <a:spcPct val="100000"/>
                        </a:lnSpc>
                        <a:spcBef>
                          <a:spcPts val="60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In all reality, houses can have many owners and owners can have many owners, so we truly have a many to many relationship. In this situation we create a third collection to track the different matches.</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38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ownerSchema</a:t>
                      </a:r>
                      <a:r>
                        <a:rPr lang="en-US" sz="1050" u="none" strike="noStrike" cap="none">
                          <a:solidFill>
                            <a:srgbClr val="D4D4D4"/>
                          </a:solidFill>
                          <a:latin typeface="Consolas"/>
                          <a:ea typeface="Consolas"/>
                          <a:cs typeface="Consolas"/>
                          <a:sym typeface="Consolas"/>
                        </a:rPr>
                        <a:t> =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String</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model</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ownerSchema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houseSchema</a:t>
                      </a:r>
                      <a:r>
                        <a:rPr lang="en-US" sz="1050" u="none" strike="noStrike" cap="none">
                          <a:solidFill>
                            <a:srgbClr val="D4D4D4"/>
                          </a:solidFill>
                          <a:latin typeface="Consolas"/>
                          <a:ea typeface="Consolas"/>
                          <a:cs typeface="Consolas"/>
                          <a:sym typeface="Consolas"/>
                        </a:rPr>
                        <a:t> =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street</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city</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state</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zip</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String</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model</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houseSchema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houseOwnerSchema</a:t>
                      </a:r>
                      <a:r>
                        <a:rPr lang="en-US" sz="1050" u="none" strike="noStrike" cap="none">
                          <a:solidFill>
                            <a:srgbClr val="D4D4D4"/>
                          </a:solidFill>
                          <a:latin typeface="Consolas"/>
                          <a:ea typeface="Consolas"/>
                          <a:cs typeface="Consolas"/>
                          <a:sym typeface="Consolas"/>
                        </a:rPr>
                        <a:t> =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type:</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Types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ObjectId</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ref:</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type:</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Types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ObjectId</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ref:</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HouseOwner</a:t>
                      </a:r>
                      <a:r>
                        <a:rPr lang="en-US" sz="1050" u="none" strike="noStrike" cap="none">
                          <a:solidFill>
                            <a:srgbClr val="D4D4D4"/>
                          </a:solidFill>
                          <a:latin typeface="Consolas"/>
                          <a:ea typeface="Consolas"/>
                          <a:cs typeface="Consolas"/>
                          <a:sym typeface="Consolas"/>
                        </a:rPr>
                        <a:t> = </a:t>
                      </a:r>
                      <a:r>
                        <a:rPr lang="en-US" sz="1050" u="none" strike="noStrike" cap="none">
                          <a:solidFill>
                            <a:srgbClr val="4FC1FF"/>
                          </a:solidFill>
                          <a:latin typeface="Consolas"/>
                          <a:ea typeface="Consolas"/>
                          <a:cs typeface="Consolas"/>
                          <a:sym typeface="Consolas"/>
                        </a:rPr>
                        <a:t>mongoose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model</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"HouseOwner"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houseOwnerSchema</a:t>
                      </a:r>
                      <a:r>
                        <a:rPr lang="en-US" sz="1050" u="none" strike="noStrike" cap="none">
                          <a:solidFill>
                            <a:srgbClr val="D4D4D4"/>
                          </a:solidFill>
                          <a:latin typeface="Consolas"/>
                          <a:ea typeface="Consolas"/>
                          <a:cs typeface="Consolas"/>
                          <a:sym typeface="Consolas"/>
                        </a:rPr>
                        <a: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6A9955"/>
                          </a:solidFill>
                          <a:latin typeface="Consolas"/>
                          <a:ea typeface="Consolas"/>
                          <a:cs typeface="Consolas"/>
                          <a:sym typeface="Consolas"/>
                        </a:rPr>
                        <a:t>// Create a Owner</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alex</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586C0"/>
                          </a:solidFill>
                          <a:latin typeface="Consolas"/>
                          <a:ea typeface="Consolas"/>
                          <a:cs typeface="Consolas"/>
                          <a:sym typeface="Consolas"/>
                        </a:rPr>
                        <a:t>await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create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"Alex Merced"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6A9955"/>
                          </a:solidFill>
                          <a:latin typeface="Consolas"/>
                          <a:ea typeface="Consolas"/>
                          <a:cs typeface="Consolas"/>
                          <a:sym typeface="Consolas"/>
                        </a:rPr>
                        <a:t>// Create a new house</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mapleStreet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586C0"/>
                          </a:solidFill>
                          <a:latin typeface="Consolas"/>
                          <a:ea typeface="Consolas"/>
                          <a:cs typeface="Consolas"/>
                          <a:sym typeface="Consolas"/>
                        </a:rPr>
                        <a:t>await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create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street: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"100 Maple Street"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city:</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"Fort Townville</a:t>
                      </a:r>
                      <a:r>
                        <a:rPr lang="en-US" sz="1050" u="none" strike="noStrike" cap="none">
                          <a:solidFill>
                            <a:srgbClr val="F44747"/>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state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"New West Virgota"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zip:</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"77777"</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alex</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6A9955"/>
                          </a:solidFill>
                          <a:latin typeface="Consolas"/>
                          <a:ea typeface="Consolas"/>
                          <a:cs typeface="Consolas"/>
                          <a:sym typeface="Consolas"/>
                        </a:rPr>
                        <a:t>// Create record that the owner owns the house</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4FC1FF"/>
                          </a:solidFill>
                          <a:latin typeface="Consolas"/>
                          <a:ea typeface="Consolas"/>
                          <a:cs typeface="Consolas"/>
                          <a:sym typeface="Consolas"/>
                        </a:rPr>
                        <a:t>HouseOwner</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create</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alex</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mapleStreet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6A9955"/>
                          </a:solidFill>
                          <a:latin typeface="Consolas"/>
                          <a:ea typeface="Consolas"/>
                          <a:cs typeface="Consolas"/>
                          <a:sym typeface="Consolas"/>
                        </a:rPr>
                        <a:t>// QUery for all houses owned by alex</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4FC1FF"/>
                          </a:solidFill>
                          <a:latin typeface="Consolas"/>
                          <a:ea typeface="Consolas"/>
                          <a:cs typeface="Consolas"/>
                          <a:sym typeface="Consolas"/>
                        </a:rPr>
                        <a:t>HouseOwner</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alex</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populate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6A9955"/>
                          </a:solidFill>
                          <a:latin typeface="Consolas"/>
                          <a:ea typeface="Consolas"/>
                          <a:cs typeface="Consolas"/>
                          <a:sym typeface="Consolas"/>
                        </a:rPr>
                        <a:t>//Query for all owners of the Maple Street House</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HoseOwner</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find</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house: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mapleStreet</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populate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"owner"</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569CD6"/>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9"/>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FFFFFF"/>
              </a:buClr>
              <a:buSzPts val="6000"/>
              <a:buFont typeface="Arial"/>
              <a:buNone/>
            </a:pPr>
            <a:r>
              <a:rPr lang="en-US" dirty="0"/>
              <a:t>Questions ?</a:t>
            </a:r>
            <a:endParaRPr dirty="0"/>
          </a:p>
        </p:txBody>
      </p:sp>
      <p:sp>
        <p:nvSpPr>
          <p:cNvPr id="378" name="Google Shape;378;p49"/>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MEAN/MERN Stack</a:t>
            </a:r>
            <a:endParaRPr/>
          </a:p>
        </p:txBody>
      </p:sp>
      <p:sp>
        <p:nvSpPr>
          <p:cNvPr id="379" name="Google Shape;379;p49"/>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28</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TotalTime>
  <Words>5207</Words>
  <Application>Microsoft Office PowerPoint</Application>
  <PresentationFormat>Widescreen</PresentationFormat>
  <Paragraphs>621</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Quattrocento Sans</vt:lpstr>
      <vt:lpstr>Calibri</vt:lpstr>
      <vt:lpstr>Calibri Light</vt:lpstr>
      <vt:lpstr>Arial</vt:lpstr>
      <vt:lpstr>Times New Roman</vt:lpstr>
      <vt:lpstr>Consolas</vt:lpstr>
      <vt:lpstr>Verdana</vt:lpstr>
      <vt:lpstr>Office Theme</vt:lpstr>
      <vt:lpstr>MongoDB/Node.js</vt:lpstr>
      <vt:lpstr>Learning Objectives:</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MongoDB_Node.js </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MongoDB/Node.js</dc:title>
  <cp:lastModifiedBy>Asif Muhammad</cp:lastModifiedBy>
  <cp:revision>1</cp:revision>
  <dcterms:modified xsi:type="dcterms:W3CDTF">2023-04-25T07:45:21Z</dcterms:modified>
</cp:coreProperties>
</file>