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7" r:id="rId3"/>
    <p:sldId id="258" r:id="rId4"/>
    <p:sldId id="263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38C92-841B-4F93-8DED-1DDA53A32F0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F9646-1A61-486B-B3EF-38572314E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24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118246-5A94-4E09-885F-82F545FE2467}" type="slidenum">
              <a:rPr lang="en-AU" smtClean="0"/>
              <a:pPr/>
              <a:t>1</a:t>
            </a:fld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3763818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0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7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50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91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30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8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9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04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6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69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402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82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508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24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205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600"/>
            </a:lvl1pPr>
          </a:lstStyle>
          <a:p>
            <a:r>
              <a:rPr lang="en-US" dirty="0" smtClean="0">
                <a:solidFill>
                  <a:srgbClr val="C00000"/>
                </a:solidFill>
              </a:rPr>
              <a:t>FAST National University of Computer and Emerging Sciences, Islamabad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21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49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945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376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753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177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3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81332EF-32A6-49B3-806E-091B1865ABA8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72651F2-2294-4B91-AF66-B07DF7F8A54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14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703512" y="764704"/>
            <a:ext cx="8642350" cy="900112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CS-4032 Web Programming</a:t>
            </a:r>
            <a:endParaRPr lang="en-US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defRPr/>
            </a:pPr>
            <a:endParaRPr lang="en-US" sz="36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defRPr/>
            </a:pPr>
            <a:endParaRPr lang="en-US" sz="44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defRPr/>
            </a:pPr>
            <a:r>
              <a:rPr 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endParaRPr lang="en-AU" sz="44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81313" y="6357938"/>
            <a:ext cx="6500812" cy="214312"/>
          </a:xfrm>
        </p:spPr>
        <p:txBody>
          <a:bodyPr/>
          <a:lstStyle/>
          <a:p>
            <a:pPr>
              <a:defRPr/>
            </a:pPr>
            <a:r>
              <a:rPr lang="en-US" sz="1400" dirty="0">
                <a:solidFill>
                  <a:srgbClr val="C00000"/>
                </a:solidFill>
              </a:rPr>
              <a:t>FAST National University of Computer and Emerging Sciences, Islamabad</a:t>
            </a:r>
          </a:p>
        </p:txBody>
      </p:sp>
      <p:sp>
        <p:nvSpPr>
          <p:cNvPr id="3076" name="TextBox 7"/>
          <p:cNvSpPr txBox="1">
            <a:spLocks noChangeArrowheads="1"/>
          </p:cNvSpPr>
          <p:nvPr/>
        </p:nvSpPr>
        <p:spPr bwMode="auto">
          <a:xfrm>
            <a:off x="2855641" y="2348881"/>
            <a:ext cx="650081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dirty="0">
                <a:cs typeface="Times New Roman" pitchFamily="18" charset="0"/>
              </a:rPr>
              <a:t>Instructor : Aqib Rehman</a:t>
            </a:r>
          </a:p>
          <a:p>
            <a:pPr algn="ctr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aqib.rehman@isb.nu.edu.pk</a:t>
            </a:r>
          </a:p>
        </p:txBody>
      </p:sp>
      <p:sp>
        <p:nvSpPr>
          <p:cNvPr id="8" name="Rectangle 7"/>
          <p:cNvSpPr/>
          <p:nvPr/>
        </p:nvSpPr>
        <p:spPr>
          <a:xfrm>
            <a:off x="5310188" y="4149081"/>
            <a:ext cx="211258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Fall </a:t>
            </a:r>
            <a:r>
              <a:rPr lang="en-US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2025</a:t>
            </a:r>
            <a:endParaRPr lang="en-US" sz="24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431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2382183"/>
            <a:ext cx="10515600" cy="1325563"/>
          </a:xfrm>
        </p:spPr>
        <p:txBody>
          <a:bodyPr/>
          <a:lstStyle/>
          <a:p>
            <a:pPr algn="ctr"/>
            <a:r>
              <a:rPr lang="en-US" b="1" u="sng" dirty="0" smtClean="0"/>
              <a:t>Self Intro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76244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Policies</a:t>
            </a:r>
            <a:endParaRPr lang="en-US" b="1" u="sng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Attendance Policy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Query related to assessments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Final Marks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Quizzes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Mobile Phones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98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6836" y="2583889"/>
            <a:ext cx="10515600" cy="1325563"/>
          </a:xfrm>
        </p:spPr>
        <p:txBody>
          <a:bodyPr/>
          <a:lstStyle/>
          <a:p>
            <a:pPr algn="ctr"/>
            <a:r>
              <a:rPr lang="en-US" b="1" u="sng" dirty="0" smtClean="0"/>
              <a:t>Course Intro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16021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7518" y="7147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Web </a:t>
            </a:r>
            <a:r>
              <a:rPr lang="en-US" sz="54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Programming</a:t>
            </a:r>
            <a:endParaRPr lang="en-US" b="1" u="sng" dirty="0"/>
          </a:p>
        </p:txBody>
      </p:sp>
      <p:sp>
        <p:nvSpPr>
          <p:cNvPr id="2" name="TextBox 1"/>
          <p:cNvSpPr txBox="1"/>
          <p:nvPr/>
        </p:nvSpPr>
        <p:spPr>
          <a:xfrm>
            <a:off x="1100417" y="2138082"/>
            <a:ext cx="78934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Web Technologies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Client and Server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Front-End Validation (JS)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MERN Stack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React (DOM)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React, React JS, React Native</a:t>
            </a:r>
          </a:p>
        </p:txBody>
      </p:sp>
    </p:spTree>
    <p:extLst>
      <p:ext uri="{BB962C8B-B14F-4D97-AF65-F5344CB8AC3E}">
        <p14:creationId xmlns:p14="http://schemas.microsoft.com/office/powerpoint/2010/main" val="328701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2382183"/>
            <a:ext cx="10515600" cy="1325563"/>
          </a:xfrm>
        </p:spPr>
        <p:txBody>
          <a:bodyPr/>
          <a:lstStyle/>
          <a:p>
            <a:pPr algn="ctr"/>
            <a:r>
              <a:rPr lang="en-US" b="1" u="sng" dirty="0" smtClean="0"/>
              <a:t>Course OUTLINE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28824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47</TotalTime>
  <Words>66</Words>
  <Application>Microsoft Office PowerPoint</Application>
  <PresentationFormat>Widescreen</PresentationFormat>
  <Paragraphs>29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Tw Cen MT</vt:lpstr>
      <vt:lpstr>Tw Cen MT Condensed</vt:lpstr>
      <vt:lpstr>Wingdings</vt:lpstr>
      <vt:lpstr>Wingdings 3</vt:lpstr>
      <vt:lpstr>Office Theme</vt:lpstr>
      <vt:lpstr>Integral</vt:lpstr>
      <vt:lpstr>PowerPoint Presentation</vt:lpstr>
      <vt:lpstr>Self Intro</vt:lpstr>
      <vt:lpstr>Policies</vt:lpstr>
      <vt:lpstr>Course Intro</vt:lpstr>
      <vt:lpstr>Web Programming</vt:lpstr>
      <vt:lpstr>Course OUTLINE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Aqib Rehman</dc:creator>
  <cp:lastModifiedBy>Aqib Rehman</cp:lastModifiedBy>
  <cp:revision>33</cp:revision>
  <dcterms:created xsi:type="dcterms:W3CDTF">2024-01-22T07:19:02Z</dcterms:created>
  <dcterms:modified xsi:type="dcterms:W3CDTF">2025-08-18T05:20:27Z</dcterms:modified>
</cp:coreProperties>
</file>