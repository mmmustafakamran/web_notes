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7" r:id="rId1"/>
  </p:sldMasterIdLst>
  <p:notesMasterIdLst>
    <p:notesMasterId r:id="rId45"/>
  </p:notesMasterIdLst>
  <p:sldIdLst>
    <p:sldId id="256" r:id="rId2"/>
    <p:sldId id="258" r:id="rId3"/>
    <p:sldId id="260" r:id="rId4"/>
    <p:sldId id="261" r:id="rId5"/>
    <p:sldId id="263" r:id="rId6"/>
    <p:sldId id="264" r:id="rId7"/>
    <p:sldId id="265" r:id="rId8"/>
    <p:sldId id="266" r:id="rId9"/>
    <p:sldId id="267" r:id="rId10"/>
    <p:sldId id="268" r:id="rId11"/>
    <p:sldId id="269" r:id="rId12"/>
    <p:sldId id="270"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5" r:id="rId30"/>
    <p:sldId id="296"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2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280F1A-8918-4839-95E4-0358CF07C595}" v="1" dt="2023-04-02T10:12:45.894"/>
  </p1510:revLst>
</p1510:revInfo>
</file>

<file path=ppt/tableStyles.xml><?xml version="1.0" encoding="utf-8"?>
<a:tblStyleLst xmlns:a="http://schemas.openxmlformats.org/drawingml/2006/main" def="{D0AC8DA4-CACD-4258-953F-0680B6CA0FA0}">
  <a:tblStyle styleId="{D0AC8DA4-CACD-4258-953F-0680B6CA0FA0}"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74"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79"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E1280F1A-8918-4839-95E4-0358CF07C595}"/>
    <pc:docChg chg="undo custSel delSld modSld modMainMaster">
      <pc:chgData name="Asif Muhammad" userId="6b0af2cb-2f76-400b-94d9-178b55ef4f85" providerId="ADAL" clId="{E1280F1A-8918-4839-95E4-0358CF07C595}" dt="2023-04-12T05:49:14.877" v="180" actId="729"/>
      <pc:docMkLst>
        <pc:docMk/>
      </pc:docMkLst>
      <pc:sldChg chg="addSp modSp mod setBg">
        <pc:chgData name="Asif Muhammad" userId="6b0af2cb-2f76-400b-94d9-178b55ef4f85" providerId="ADAL" clId="{E1280F1A-8918-4839-95E4-0358CF07C595}" dt="2023-04-02T10:13:03.186" v="45" actId="20577"/>
        <pc:sldMkLst>
          <pc:docMk/>
          <pc:sldMk cId="0" sldId="256"/>
        </pc:sldMkLst>
        <pc:spChg chg="mod">
          <ac:chgData name="Asif Muhammad" userId="6b0af2cb-2f76-400b-94d9-178b55ef4f85" providerId="ADAL" clId="{E1280F1A-8918-4839-95E4-0358CF07C595}" dt="2023-04-02T10:13:03.186" v="45" actId="20577"/>
          <ac:spMkLst>
            <pc:docMk/>
            <pc:sldMk cId="0" sldId="256"/>
            <ac:spMk id="149" creationId="{00000000-0000-0000-0000-000000000000}"/>
          </ac:spMkLst>
        </pc:spChg>
        <pc:spChg chg="mod">
          <ac:chgData name="Asif Muhammad" userId="6b0af2cb-2f76-400b-94d9-178b55ef4f85" providerId="ADAL" clId="{E1280F1A-8918-4839-95E4-0358CF07C595}" dt="2023-04-02T10:12:54.627" v="14" actId="26606"/>
          <ac:spMkLst>
            <pc:docMk/>
            <pc:sldMk cId="0" sldId="256"/>
            <ac:spMk id="150" creationId="{00000000-0000-0000-0000-000000000000}"/>
          </ac:spMkLst>
        </pc:spChg>
        <pc:spChg chg="add">
          <ac:chgData name="Asif Muhammad" userId="6b0af2cb-2f76-400b-94d9-178b55ef4f85" providerId="ADAL" clId="{E1280F1A-8918-4839-95E4-0358CF07C595}" dt="2023-04-02T10:12:54.627" v="14" actId="26606"/>
          <ac:spMkLst>
            <pc:docMk/>
            <pc:sldMk cId="0" sldId="256"/>
            <ac:spMk id="155" creationId="{FFD48BC7-DC40-47DE-87EE-9F4B6ECB9ABB}"/>
          </ac:spMkLst>
        </pc:spChg>
        <pc:spChg chg="add">
          <ac:chgData name="Asif Muhammad" userId="6b0af2cb-2f76-400b-94d9-178b55ef4f85" providerId="ADAL" clId="{E1280F1A-8918-4839-95E4-0358CF07C595}" dt="2023-04-02T10:12:54.627" v="14" actId="26606"/>
          <ac:spMkLst>
            <pc:docMk/>
            <pc:sldMk cId="0" sldId="256"/>
            <ac:spMk id="157" creationId="{E502BBC7-2C76-46F3-BC24-5985BC13DB88}"/>
          </ac:spMkLst>
        </pc:spChg>
        <pc:spChg chg="add">
          <ac:chgData name="Asif Muhammad" userId="6b0af2cb-2f76-400b-94d9-178b55ef4f85" providerId="ADAL" clId="{E1280F1A-8918-4839-95E4-0358CF07C595}" dt="2023-04-02T10:12:54.627" v="14" actId="26606"/>
          <ac:spMkLst>
            <pc:docMk/>
            <pc:sldMk cId="0" sldId="256"/>
            <ac:spMk id="159" creationId="{C7F28D52-2A5F-4D23-81AE-7CB8B591C7AF}"/>
          </ac:spMkLst>
        </pc:spChg>
        <pc:spChg chg="add">
          <ac:chgData name="Asif Muhammad" userId="6b0af2cb-2f76-400b-94d9-178b55ef4f85" providerId="ADAL" clId="{E1280F1A-8918-4839-95E4-0358CF07C595}" dt="2023-04-02T10:12:54.627" v="14" actId="26606"/>
          <ac:spMkLst>
            <pc:docMk/>
            <pc:sldMk cId="0" sldId="256"/>
            <ac:spMk id="161" creationId="{3629484E-3792-4B3D-89AD-7C8A1ED0E0D4}"/>
          </ac:spMkLst>
        </pc:spChg>
      </pc:sldChg>
      <pc:sldChg chg="del">
        <pc:chgData name="Asif Muhammad" userId="6b0af2cb-2f76-400b-94d9-178b55ef4f85" providerId="ADAL" clId="{E1280F1A-8918-4839-95E4-0358CF07C595}" dt="2023-04-02T10:12:20.709" v="0" actId="47"/>
        <pc:sldMkLst>
          <pc:docMk/>
          <pc:sldMk cId="0" sldId="257"/>
        </pc:sldMkLst>
      </pc:sldChg>
      <pc:sldChg chg="modSp">
        <pc:chgData name="Asif Muhammad" userId="6b0af2cb-2f76-400b-94d9-178b55ef4f85" providerId="ADAL" clId="{E1280F1A-8918-4839-95E4-0358CF07C595}" dt="2023-04-02T10:12:45.893" v="13"/>
        <pc:sldMkLst>
          <pc:docMk/>
          <pc:sldMk cId="0" sldId="258"/>
        </pc:sldMkLst>
        <pc:spChg chg="mod">
          <ac:chgData name="Asif Muhammad" userId="6b0af2cb-2f76-400b-94d9-178b55ef4f85" providerId="ADAL" clId="{E1280F1A-8918-4839-95E4-0358CF07C595}" dt="2023-04-02T10:12:45.893" v="13"/>
          <ac:spMkLst>
            <pc:docMk/>
            <pc:sldMk cId="0" sldId="258"/>
            <ac:spMk id="162" creationId="{00000000-0000-0000-0000-000000000000}"/>
          </ac:spMkLst>
        </pc:spChg>
        <pc:spChg chg="mod">
          <ac:chgData name="Asif Muhammad" userId="6b0af2cb-2f76-400b-94d9-178b55ef4f85" providerId="ADAL" clId="{E1280F1A-8918-4839-95E4-0358CF07C595}" dt="2023-04-02T10:12:45.893" v="13"/>
          <ac:spMkLst>
            <pc:docMk/>
            <pc:sldMk cId="0" sldId="258"/>
            <ac:spMk id="163" creationId="{00000000-0000-0000-0000-000000000000}"/>
          </ac:spMkLst>
        </pc:spChg>
        <pc:spChg chg="mod">
          <ac:chgData name="Asif Muhammad" userId="6b0af2cb-2f76-400b-94d9-178b55ef4f85" providerId="ADAL" clId="{E1280F1A-8918-4839-95E4-0358CF07C595}" dt="2023-04-02T10:12:45.893" v="13"/>
          <ac:spMkLst>
            <pc:docMk/>
            <pc:sldMk cId="0" sldId="258"/>
            <ac:spMk id="164" creationId="{00000000-0000-0000-0000-000000000000}"/>
          </ac:spMkLst>
        </pc:spChg>
        <pc:spChg chg="mod">
          <ac:chgData name="Asif Muhammad" userId="6b0af2cb-2f76-400b-94d9-178b55ef4f85" providerId="ADAL" clId="{E1280F1A-8918-4839-95E4-0358CF07C595}" dt="2023-04-02T10:12:45.893" v="13"/>
          <ac:spMkLst>
            <pc:docMk/>
            <pc:sldMk cId="0" sldId="258"/>
            <ac:spMk id="165" creationId="{00000000-0000-0000-0000-000000000000}"/>
          </ac:spMkLst>
        </pc:spChg>
      </pc:sldChg>
      <pc:sldChg chg="del">
        <pc:chgData name="Asif Muhammad" userId="6b0af2cb-2f76-400b-94d9-178b55ef4f85" providerId="ADAL" clId="{E1280F1A-8918-4839-95E4-0358CF07C595}" dt="2023-04-02T10:12:21.839" v="1" actId="47"/>
        <pc:sldMkLst>
          <pc:docMk/>
          <pc:sldMk cId="0" sldId="259"/>
        </pc:sldMkLst>
      </pc:sldChg>
      <pc:sldChg chg="modSp mod">
        <pc:chgData name="Asif Muhammad" userId="6b0af2cb-2f76-400b-94d9-178b55ef4f85" providerId="ADAL" clId="{E1280F1A-8918-4839-95E4-0358CF07C595}" dt="2023-04-02T10:20:26.817" v="46" actId="403"/>
        <pc:sldMkLst>
          <pc:docMk/>
          <pc:sldMk cId="0" sldId="260"/>
        </pc:sldMkLst>
        <pc:spChg chg="mod">
          <ac:chgData name="Asif Muhammad" userId="6b0af2cb-2f76-400b-94d9-178b55ef4f85" providerId="ADAL" clId="{E1280F1A-8918-4839-95E4-0358CF07C595}" dt="2023-04-02T10:12:45.893" v="13"/>
          <ac:spMkLst>
            <pc:docMk/>
            <pc:sldMk cId="0" sldId="260"/>
            <ac:spMk id="178" creationId="{00000000-0000-0000-0000-000000000000}"/>
          </ac:spMkLst>
        </pc:spChg>
        <pc:spChg chg="mod">
          <ac:chgData name="Asif Muhammad" userId="6b0af2cb-2f76-400b-94d9-178b55ef4f85" providerId="ADAL" clId="{E1280F1A-8918-4839-95E4-0358CF07C595}" dt="2023-04-02T10:12:45.893" v="13"/>
          <ac:spMkLst>
            <pc:docMk/>
            <pc:sldMk cId="0" sldId="260"/>
            <ac:spMk id="179" creationId="{00000000-0000-0000-0000-000000000000}"/>
          </ac:spMkLst>
        </pc:spChg>
        <pc:graphicFrameChg chg="modGraphic">
          <ac:chgData name="Asif Muhammad" userId="6b0af2cb-2f76-400b-94d9-178b55ef4f85" providerId="ADAL" clId="{E1280F1A-8918-4839-95E4-0358CF07C595}" dt="2023-04-02T10:20:26.817" v="46" actId="403"/>
          <ac:graphicFrameMkLst>
            <pc:docMk/>
            <pc:sldMk cId="0" sldId="260"/>
            <ac:graphicFrameMk id="180" creationId="{00000000-0000-0000-0000-000000000000}"/>
          </ac:graphicFrameMkLst>
        </pc:graphicFrameChg>
      </pc:sldChg>
      <pc:sldChg chg="modSp mod">
        <pc:chgData name="Asif Muhammad" userId="6b0af2cb-2f76-400b-94d9-178b55ef4f85" providerId="ADAL" clId="{E1280F1A-8918-4839-95E4-0358CF07C595}" dt="2023-04-02T10:20:35.107" v="47" actId="403"/>
        <pc:sldMkLst>
          <pc:docMk/>
          <pc:sldMk cId="0" sldId="261"/>
        </pc:sldMkLst>
        <pc:spChg chg="mod">
          <ac:chgData name="Asif Muhammad" userId="6b0af2cb-2f76-400b-94d9-178b55ef4f85" providerId="ADAL" clId="{E1280F1A-8918-4839-95E4-0358CF07C595}" dt="2023-04-02T10:12:45.893" v="13"/>
          <ac:spMkLst>
            <pc:docMk/>
            <pc:sldMk cId="0" sldId="261"/>
            <ac:spMk id="186" creationId="{00000000-0000-0000-0000-000000000000}"/>
          </ac:spMkLst>
        </pc:spChg>
        <pc:spChg chg="mod">
          <ac:chgData name="Asif Muhammad" userId="6b0af2cb-2f76-400b-94d9-178b55ef4f85" providerId="ADAL" clId="{E1280F1A-8918-4839-95E4-0358CF07C595}" dt="2023-04-02T10:12:45.893" v="13"/>
          <ac:spMkLst>
            <pc:docMk/>
            <pc:sldMk cId="0" sldId="261"/>
            <ac:spMk id="187" creationId="{00000000-0000-0000-0000-000000000000}"/>
          </ac:spMkLst>
        </pc:spChg>
        <pc:graphicFrameChg chg="modGraphic">
          <ac:chgData name="Asif Muhammad" userId="6b0af2cb-2f76-400b-94d9-178b55ef4f85" providerId="ADAL" clId="{E1280F1A-8918-4839-95E4-0358CF07C595}" dt="2023-04-02T10:20:35.107" v="47" actId="403"/>
          <ac:graphicFrameMkLst>
            <pc:docMk/>
            <pc:sldMk cId="0" sldId="261"/>
            <ac:graphicFrameMk id="188" creationId="{00000000-0000-0000-0000-000000000000}"/>
          </ac:graphicFrameMkLst>
        </pc:graphicFrameChg>
      </pc:sldChg>
      <pc:sldChg chg="modSp mod">
        <pc:chgData name="Asif Muhammad" userId="6b0af2cb-2f76-400b-94d9-178b55ef4f85" providerId="ADAL" clId="{E1280F1A-8918-4839-95E4-0358CF07C595}" dt="2023-04-02T10:20:46.379" v="48" actId="403"/>
        <pc:sldMkLst>
          <pc:docMk/>
          <pc:sldMk cId="0" sldId="262"/>
        </pc:sldMkLst>
        <pc:spChg chg="mod">
          <ac:chgData name="Asif Muhammad" userId="6b0af2cb-2f76-400b-94d9-178b55ef4f85" providerId="ADAL" clId="{E1280F1A-8918-4839-95E4-0358CF07C595}" dt="2023-04-02T10:12:45.893" v="13"/>
          <ac:spMkLst>
            <pc:docMk/>
            <pc:sldMk cId="0" sldId="262"/>
            <ac:spMk id="194" creationId="{00000000-0000-0000-0000-000000000000}"/>
          </ac:spMkLst>
        </pc:spChg>
        <pc:spChg chg="mod">
          <ac:chgData name="Asif Muhammad" userId="6b0af2cb-2f76-400b-94d9-178b55ef4f85" providerId="ADAL" clId="{E1280F1A-8918-4839-95E4-0358CF07C595}" dt="2023-04-02T10:12:45.893" v="13"/>
          <ac:spMkLst>
            <pc:docMk/>
            <pc:sldMk cId="0" sldId="262"/>
            <ac:spMk id="195" creationId="{00000000-0000-0000-0000-000000000000}"/>
          </ac:spMkLst>
        </pc:spChg>
        <pc:graphicFrameChg chg="modGraphic">
          <ac:chgData name="Asif Muhammad" userId="6b0af2cb-2f76-400b-94d9-178b55ef4f85" providerId="ADAL" clId="{E1280F1A-8918-4839-95E4-0358CF07C595}" dt="2023-04-02T10:20:46.379" v="48" actId="403"/>
          <ac:graphicFrameMkLst>
            <pc:docMk/>
            <pc:sldMk cId="0" sldId="262"/>
            <ac:graphicFrameMk id="196" creationId="{00000000-0000-0000-0000-000000000000}"/>
          </ac:graphicFrameMkLst>
        </pc:graphicFrameChg>
      </pc:sldChg>
      <pc:sldChg chg="modSp mod">
        <pc:chgData name="Asif Muhammad" userId="6b0af2cb-2f76-400b-94d9-178b55ef4f85" providerId="ADAL" clId="{E1280F1A-8918-4839-95E4-0358CF07C595}" dt="2023-04-02T10:21:05.781" v="50" actId="403"/>
        <pc:sldMkLst>
          <pc:docMk/>
          <pc:sldMk cId="0" sldId="263"/>
        </pc:sldMkLst>
        <pc:spChg chg="mod">
          <ac:chgData name="Asif Muhammad" userId="6b0af2cb-2f76-400b-94d9-178b55ef4f85" providerId="ADAL" clId="{E1280F1A-8918-4839-95E4-0358CF07C595}" dt="2023-04-02T10:12:45.893" v="13"/>
          <ac:spMkLst>
            <pc:docMk/>
            <pc:sldMk cId="0" sldId="263"/>
            <ac:spMk id="202" creationId="{00000000-0000-0000-0000-000000000000}"/>
          </ac:spMkLst>
        </pc:spChg>
        <pc:spChg chg="mod">
          <ac:chgData name="Asif Muhammad" userId="6b0af2cb-2f76-400b-94d9-178b55ef4f85" providerId="ADAL" clId="{E1280F1A-8918-4839-95E4-0358CF07C595}" dt="2023-04-02T10:12:45.893" v="13"/>
          <ac:spMkLst>
            <pc:docMk/>
            <pc:sldMk cId="0" sldId="263"/>
            <ac:spMk id="203" creationId="{00000000-0000-0000-0000-000000000000}"/>
          </ac:spMkLst>
        </pc:spChg>
        <pc:graphicFrameChg chg="modGraphic">
          <ac:chgData name="Asif Muhammad" userId="6b0af2cb-2f76-400b-94d9-178b55ef4f85" providerId="ADAL" clId="{E1280F1A-8918-4839-95E4-0358CF07C595}" dt="2023-04-02T10:21:05.781" v="50" actId="403"/>
          <ac:graphicFrameMkLst>
            <pc:docMk/>
            <pc:sldMk cId="0" sldId="263"/>
            <ac:graphicFrameMk id="204" creationId="{00000000-0000-0000-0000-000000000000}"/>
          </ac:graphicFrameMkLst>
        </pc:graphicFrameChg>
      </pc:sldChg>
      <pc:sldChg chg="modSp mod">
        <pc:chgData name="Asif Muhammad" userId="6b0af2cb-2f76-400b-94d9-178b55ef4f85" providerId="ADAL" clId="{E1280F1A-8918-4839-95E4-0358CF07C595}" dt="2023-04-02T10:21:54.269" v="55" actId="404"/>
        <pc:sldMkLst>
          <pc:docMk/>
          <pc:sldMk cId="0" sldId="264"/>
        </pc:sldMkLst>
        <pc:spChg chg="mod">
          <ac:chgData name="Asif Muhammad" userId="6b0af2cb-2f76-400b-94d9-178b55ef4f85" providerId="ADAL" clId="{E1280F1A-8918-4839-95E4-0358CF07C595}" dt="2023-04-02T10:12:45.893" v="13"/>
          <ac:spMkLst>
            <pc:docMk/>
            <pc:sldMk cId="0" sldId="264"/>
            <ac:spMk id="210" creationId="{00000000-0000-0000-0000-000000000000}"/>
          </ac:spMkLst>
        </pc:spChg>
        <pc:spChg chg="mod">
          <ac:chgData name="Asif Muhammad" userId="6b0af2cb-2f76-400b-94d9-178b55ef4f85" providerId="ADAL" clId="{E1280F1A-8918-4839-95E4-0358CF07C595}" dt="2023-04-02T10:12:45.893" v="13"/>
          <ac:spMkLst>
            <pc:docMk/>
            <pc:sldMk cId="0" sldId="264"/>
            <ac:spMk id="211" creationId="{00000000-0000-0000-0000-000000000000}"/>
          </ac:spMkLst>
        </pc:spChg>
        <pc:graphicFrameChg chg="modGraphic">
          <ac:chgData name="Asif Muhammad" userId="6b0af2cb-2f76-400b-94d9-178b55ef4f85" providerId="ADAL" clId="{E1280F1A-8918-4839-95E4-0358CF07C595}" dt="2023-04-02T10:21:54.269" v="55" actId="404"/>
          <ac:graphicFrameMkLst>
            <pc:docMk/>
            <pc:sldMk cId="0" sldId="264"/>
            <ac:graphicFrameMk id="212" creationId="{00000000-0000-0000-0000-000000000000}"/>
          </ac:graphicFrameMkLst>
        </pc:graphicFrameChg>
      </pc:sldChg>
      <pc:sldChg chg="modSp mod">
        <pc:chgData name="Asif Muhammad" userId="6b0af2cb-2f76-400b-94d9-178b55ef4f85" providerId="ADAL" clId="{E1280F1A-8918-4839-95E4-0358CF07C595}" dt="2023-04-02T10:22:27.053" v="57" actId="404"/>
        <pc:sldMkLst>
          <pc:docMk/>
          <pc:sldMk cId="0" sldId="265"/>
        </pc:sldMkLst>
        <pc:spChg chg="mod">
          <ac:chgData name="Asif Muhammad" userId="6b0af2cb-2f76-400b-94d9-178b55ef4f85" providerId="ADAL" clId="{E1280F1A-8918-4839-95E4-0358CF07C595}" dt="2023-04-02T10:12:45.893" v="13"/>
          <ac:spMkLst>
            <pc:docMk/>
            <pc:sldMk cId="0" sldId="265"/>
            <ac:spMk id="218" creationId="{00000000-0000-0000-0000-000000000000}"/>
          </ac:spMkLst>
        </pc:spChg>
        <pc:spChg chg="mod">
          <ac:chgData name="Asif Muhammad" userId="6b0af2cb-2f76-400b-94d9-178b55ef4f85" providerId="ADAL" clId="{E1280F1A-8918-4839-95E4-0358CF07C595}" dt="2023-04-02T10:12:45.893" v="13"/>
          <ac:spMkLst>
            <pc:docMk/>
            <pc:sldMk cId="0" sldId="265"/>
            <ac:spMk id="219" creationId="{00000000-0000-0000-0000-000000000000}"/>
          </ac:spMkLst>
        </pc:spChg>
        <pc:graphicFrameChg chg="modGraphic">
          <ac:chgData name="Asif Muhammad" userId="6b0af2cb-2f76-400b-94d9-178b55ef4f85" providerId="ADAL" clId="{E1280F1A-8918-4839-95E4-0358CF07C595}" dt="2023-04-02T10:22:27.053" v="57" actId="404"/>
          <ac:graphicFrameMkLst>
            <pc:docMk/>
            <pc:sldMk cId="0" sldId="265"/>
            <ac:graphicFrameMk id="220"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266"/>
        </pc:sldMkLst>
        <pc:spChg chg="mod">
          <ac:chgData name="Asif Muhammad" userId="6b0af2cb-2f76-400b-94d9-178b55ef4f85" providerId="ADAL" clId="{E1280F1A-8918-4839-95E4-0358CF07C595}" dt="2023-04-02T10:12:45.893" v="13"/>
          <ac:spMkLst>
            <pc:docMk/>
            <pc:sldMk cId="0" sldId="266"/>
            <ac:spMk id="226" creationId="{00000000-0000-0000-0000-000000000000}"/>
          </ac:spMkLst>
        </pc:spChg>
        <pc:spChg chg="mod">
          <ac:chgData name="Asif Muhammad" userId="6b0af2cb-2f76-400b-94d9-178b55ef4f85" providerId="ADAL" clId="{E1280F1A-8918-4839-95E4-0358CF07C595}" dt="2023-04-02T10:12:45.893" v="13"/>
          <ac:spMkLst>
            <pc:docMk/>
            <pc:sldMk cId="0" sldId="266"/>
            <ac:spMk id="227" creationId="{00000000-0000-0000-0000-000000000000}"/>
          </ac:spMkLst>
        </pc:spChg>
      </pc:sldChg>
      <pc:sldChg chg="modSp mod">
        <pc:chgData name="Asif Muhammad" userId="6b0af2cb-2f76-400b-94d9-178b55ef4f85" providerId="ADAL" clId="{E1280F1A-8918-4839-95E4-0358CF07C595}" dt="2023-04-02T10:33:42.296" v="62" actId="255"/>
        <pc:sldMkLst>
          <pc:docMk/>
          <pc:sldMk cId="0" sldId="267"/>
        </pc:sldMkLst>
        <pc:spChg chg="mod">
          <ac:chgData name="Asif Muhammad" userId="6b0af2cb-2f76-400b-94d9-178b55ef4f85" providerId="ADAL" clId="{E1280F1A-8918-4839-95E4-0358CF07C595}" dt="2023-04-02T10:12:45.893" v="13"/>
          <ac:spMkLst>
            <pc:docMk/>
            <pc:sldMk cId="0" sldId="267"/>
            <ac:spMk id="234" creationId="{00000000-0000-0000-0000-000000000000}"/>
          </ac:spMkLst>
        </pc:spChg>
        <pc:spChg chg="mod">
          <ac:chgData name="Asif Muhammad" userId="6b0af2cb-2f76-400b-94d9-178b55ef4f85" providerId="ADAL" clId="{E1280F1A-8918-4839-95E4-0358CF07C595}" dt="2023-04-02T10:12:45.893" v="13"/>
          <ac:spMkLst>
            <pc:docMk/>
            <pc:sldMk cId="0" sldId="267"/>
            <ac:spMk id="235" creationId="{00000000-0000-0000-0000-000000000000}"/>
          </ac:spMkLst>
        </pc:spChg>
        <pc:graphicFrameChg chg="mod modGraphic">
          <ac:chgData name="Asif Muhammad" userId="6b0af2cb-2f76-400b-94d9-178b55ef4f85" providerId="ADAL" clId="{E1280F1A-8918-4839-95E4-0358CF07C595}" dt="2023-04-02T10:33:42.296" v="62" actId="255"/>
          <ac:graphicFrameMkLst>
            <pc:docMk/>
            <pc:sldMk cId="0" sldId="267"/>
            <ac:graphicFrameMk id="236" creationId="{00000000-0000-0000-0000-000000000000}"/>
          </ac:graphicFrameMkLst>
        </pc:graphicFrameChg>
      </pc:sldChg>
      <pc:sldChg chg="modSp mod">
        <pc:chgData name="Asif Muhammad" userId="6b0af2cb-2f76-400b-94d9-178b55ef4f85" providerId="ADAL" clId="{E1280F1A-8918-4839-95E4-0358CF07C595}" dt="2023-04-02T10:34:54.420" v="67" actId="6549"/>
        <pc:sldMkLst>
          <pc:docMk/>
          <pc:sldMk cId="0" sldId="268"/>
        </pc:sldMkLst>
        <pc:spChg chg="mod">
          <ac:chgData name="Asif Muhammad" userId="6b0af2cb-2f76-400b-94d9-178b55ef4f85" providerId="ADAL" clId="{E1280F1A-8918-4839-95E4-0358CF07C595}" dt="2023-04-02T10:12:45.893" v="13"/>
          <ac:spMkLst>
            <pc:docMk/>
            <pc:sldMk cId="0" sldId="268"/>
            <ac:spMk id="242" creationId="{00000000-0000-0000-0000-000000000000}"/>
          </ac:spMkLst>
        </pc:spChg>
        <pc:spChg chg="mod">
          <ac:chgData name="Asif Muhammad" userId="6b0af2cb-2f76-400b-94d9-178b55ef4f85" providerId="ADAL" clId="{E1280F1A-8918-4839-95E4-0358CF07C595}" dt="2023-04-02T10:12:45.893" v="13"/>
          <ac:spMkLst>
            <pc:docMk/>
            <pc:sldMk cId="0" sldId="268"/>
            <ac:spMk id="243" creationId="{00000000-0000-0000-0000-000000000000}"/>
          </ac:spMkLst>
        </pc:spChg>
        <pc:graphicFrameChg chg="modGraphic">
          <ac:chgData name="Asif Muhammad" userId="6b0af2cb-2f76-400b-94d9-178b55ef4f85" providerId="ADAL" clId="{E1280F1A-8918-4839-95E4-0358CF07C595}" dt="2023-04-02T10:34:54.420" v="67" actId="6549"/>
          <ac:graphicFrameMkLst>
            <pc:docMk/>
            <pc:sldMk cId="0" sldId="268"/>
            <ac:graphicFrameMk id="244" creationId="{00000000-0000-0000-0000-000000000000}"/>
          </ac:graphicFrameMkLst>
        </pc:graphicFrameChg>
      </pc:sldChg>
      <pc:sldChg chg="modSp mod">
        <pc:chgData name="Asif Muhammad" userId="6b0af2cb-2f76-400b-94d9-178b55ef4f85" providerId="ADAL" clId="{E1280F1A-8918-4839-95E4-0358CF07C595}" dt="2023-04-02T10:37:30.226" v="72" actId="1076"/>
        <pc:sldMkLst>
          <pc:docMk/>
          <pc:sldMk cId="0" sldId="269"/>
        </pc:sldMkLst>
        <pc:spChg chg="mod">
          <ac:chgData name="Asif Muhammad" userId="6b0af2cb-2f76-400b-94d9-178b55ef4f85" providerId="ADAL" clId="{E1280F1A-8918-4839-95E4-0358CF07C595}" dt="2023-04-02T10:12:45.893" v="13"/>
          <ac:spMkLst>
            <pc:docMk/>
            <pc:sldMk cId="0" sldId="269"/>
            <ac:spMk id="250" creationId="{00000000-0000-0000-0000-000000000000}"/>
          </ac:spMkLst>
        </pc:spChg>
        <pc:spChg chg="mod">
          <ac:chgData name="Asif Muhammad" userId="6b0af2cb-2f76-400b-94d9-178b55ef4f85" providerId="ADAL" clId="{E1280F1A-8918-4839-95E4-0358CF07C595}" dt="2023-04-02T10:12:45.893" v="13"/>
          <ac:spMkLst>
            <pc:docMk/>
            <pc:sldMk cId="0" sldId="269"/>
            <ac:spMk id="251" creationId="{00000000-0000-0000-0000-000000000000}"/>
          </ac:spMkLst>
        </pc:spChg>
        <pc:graphicFrameChg chg="mod modGraphic">
          <ac:chgData name="Asif Muhammad" userId="6b0af2cb-2f76-400b-94d9-178b55ef4f85" providerId="ADAL" clId="{E1280F1A-8918-4839-95E4-0358CF07C595}" dt="2023-04-02T10:35:14.691" v="70" actId="1076"/>
          <ac:graphicFrameMkLst>
            <pc:docMk/>
            <pc:sldMk cId="0" sldId="269"/>
            <ac:graphicFrameMk id="252" creationId="{00000000-0000-0000-0000-000000000000}"/>
          </ac:graphicFrameMkLst>
        </pc:graphicFrameChg>
        <pc:picChg chg="mod">
          <ac:chgData name="Asif Muhammad" userId="6b0af2cb-2f76-400b-94d9-178b55ef4f85" providerId="ADAL" clId="{E1280F1A-8918-4839-95E4-0358CF07C595}" dt="2023-04-02T10:37:30.226" v="72" actId="1076"/>
          <ac:picMkLst>
            <pc:docMk/>
            <pc:sldMk cId="0" sldId="269"/>
            <ac:picMk id="253" creationId="{00000000-0000-0000-0000-000000000000}"/>
          </ac:picMkLst>
        </pc:picChg>
      </pc:sldChg>
      <pc:sldChg chg="modSp mod">
        <pc:chgData name="Asif Muhammad" userId="6b0af2cb-2f76-400b-94d9-178b55ef4f85" providerId="ADAL" clId="{E1280F1A-8918-4839-95E4-0358CF07C595}" dt="2023-04-02T10:38:41.861" v="74" actId="1076"/>
        <pc:sldMkLst>
          <pc:docMk/>
          <pc:sldMk cId="0" sldId="270"/>
        </pc:sldMkLst>
        <pc:spChg chg="mod">
          <ac:chgData name="Asif Muhammad" userId="6b0af2cb-2f76-400b-94d9-178b55ef4f85" providerId="ADAL" clId="{E1280F1A-8918-4839-95E4-0358CF07C595}" dt="2023-04-02T10:12:45.893" v="13"/>
          <ac:spMkLst>
            <pc:docMk/>
            <pc:sldMk cId="0" sldId="270"/>
            <ac:spMk id="259" creationId="{00000000-0000-0000-0000-000000000000}"/>
          </ac:spMkLst>
        </pc:spChg>
        <pc:spChg chg="mod">
          <ac:chgData name="Asif Muhammad" userId="6b0af2cb-2f76-400b-94d9-178b55ef4f85" providerId="ADAL" clId="{E1280F1A-8918-4839-95E4-0358CF07C595}" dt="2023-04-02T10:12:45.893" v="13"/>
          <ac:spMkLst>
            <pc:docMk/>
            <pc:sldMk cId="0" sldId="270"/>
            <ac:spMk id="260" creationId="{00000000-0000-0000-0000-000000000000}"/>
          </ac:spMkLst>
        </pc:spChg>
        <pc:graphicFrameChg chg="mod modGraphic">
          <ac:chgData name="Asif Muhammad" userId="6b0af2cb-2f76-400b-94d9-178b55ef4f85" providerId="ADAL" clId="{E1280F1A-8918-4839-95E4-0358CF07C595}" dt="2023-04-02T10:38:41.861" v="74" actId="1076"/>
          <ac:graphicFrameMkLst>
            <pc:docMk/>
            <pc:sldMk cId="0" sldId="270"/>
            <ac:graphicFrameMk id="261" creationId="{00000000-0000-0000-0000-000000000000}"/>
          </ac:graphicFrameMkLst>
        </pc:graphicFrameChg>
      </pc:sldChg>
      <pc:sldChg chg="modSp mod">
        <pc:chgData name="Asif Muhammad" userId="6b0af2cb-2f76-400b-94d9-178b55ef4f85" providerId="ADAL" clId="{E1280F1A-8918-4839-95E4-0358CF07C595}" dt="2023-04-02T10:40:05.303" v="76" actId="1076"/>
        <pc:sldMkLst>
          <pc:docMk/>
          <pc:sldMk cId="0" sldId="271"/>
        </pc:sldMkLst>
        <pc:spChg chg="mod">
          <ac:chgData name="Asif Muhammad" userId="6b0af2cb-2f76-400b-94d9-178b55ef4f85" providerId="ADAL" clId="{E1280F1A-8918-4839-95E4-0358CF07C595}" dt="2023-04-02T10:12:45.893" v="13"/>
          <ac:spMkLst>
            <pc:docMk/>
            <pc:sldMk cId="0" sldId="271"/>
            <ac:spMk id="267" creationId="{00000000-0000-0000-0000-000000000000}"/>
          </ac:spMkLst>
        </pc:spChg>
        <pc:spChg chg="mod">
          <ac:chgData name="Asif Muhammad" userId="6b0af2cb-2f76-400b-94d9-178b55ef4f85" providerId="ADAL" clId="{E1280F1A-8918-4839-95E4-0358CF07C595}" dt="2023-04-02T10:12:45.893" v="13"/>
          <ac:spMkLst>
            <pc:docMk/>
            <pc:sldMk cId="0" sldId="271"/>
            <ac:spMk id="268" creationId="{00000000-0000-0000-0000-000000000000}"/>
          </ac:spMkLst>
        </pc:spChg>
        <pc:graphicFrameChg chg="mod modGraphic">
          <ac:chgData name="Asif Muhammad" userId="6b0af2cb-2f76-400b-94d9-178b55ef4f85" providerId="ADAL" clId="{E1280F1A-8918-4839-95E4-0358CF07C595}" dt="2023-04-02T10:40:05.303" v="76" actId="1076"/>
          <ac:graphicFrameMkLst>
            <pc:docMk/>
            <pc:sldMk cId="0" sldId="271"/>
            <ac:graphicFrameMk id="269" creationId="{00000000-0000-0000-0000-000000000000}"/>
          </ac:graphicFrameMkLst>
        </pc:graphicFrameChg>
      </pc:sldChg>
      <pc:sldChg chg="modSp mod">
        <pc:chgData name="Asif Muhammad" userId="6b0af2cb-2f76-400b-94d9-178b55ef4f85" providerId="ADAL" clId="{E1280F1A-8918-4839-95E4-0358CF07C595}" dt="2023-04-02T10:40:35.710" v="78" actId="1076"/>
        <pc:sldMkLst>
          <pc:docMk/>
          <pc:sldMk cId="0" sldId="272"/>
        </pc:sldMkLst>
        <pc:spChg chg="mod">
          <ac:chgData name="Asif Muhammad" userId="6b0af2cb-2f76-400b-94d9-178b55ef4f85" providerId="ADAL" clId="{E1280F1A-8918-4839-95E4-0358CF07C595}" dt="2023-04-02T10:12:45.893" v="13"/>
          <ac:spMkLst>
            <pc:docMk/>
            <pc:sldMk cId="0" sldId="272"/>
            <ac:spMk id="275" creationId="{00000000-0000-0000-0000-000000000000}"/>
          </ac:spMkLst>
        </pc:spChg>
        <pc:spChg chg="mod">
          <ac:chgData name="Asif Muhammad" userId="6b0af2cb-2f76-400b-94d9-178b55ef4f85" providerId="ADAL" clId="{E1280F1A-8918-4839-95E4-0358CF07C595}" dt="2023-04-02T10:12:45.893" v="13"/>
          <ac:spMkLst>
            <pc:docMk/>
            <pc:sldMk cId="0" sldId="272"/>
            <ac:spMk id="276" creationId="{00000000-0000-0000-0000-000000000000}"/>
          </ac:spMkLst>
        </pc:spChg>
        <pc:graphicFrameChg chg="mod modGraphic">
          <ac:chgData name="Asif Muhammad" userId="6b0af2cb-2f76-400b-94d9-178b55ef4f85" providerId="ADAL" clId="{E1280F1A-8918-4839-95E4-0358CF07C595}" dt="2023-04-02T10:40:35.710" v="78" actId="1076"/>
          <ac:graphicFrameMkLst>
            <pc:docMk/>
            <pc:sldMk cId="0" sldId="272"/>
            <ac:graphicFrameMk id="277"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273"/>
        </pc:sldMkLst>
        <pc:spChg chg="mod">
          <ac:chgData name="Asif Muhammad" userId="6b0af2cb-2f76-400b-94d9-178b55ef4f85" providerId="ADAL" clId="{E1280F1A-8918-4839-95E4-0358CF07C595}" dt="2023-04-02T10:12:45.893" v="13"/>
          <ac:spMkLst>
            <pc:docMk/>
            <pc:sldMk cId="0" sldId="273"/>
            <ac:spMk id="283" creationId="{00000000-0000-0000-0000-000000000000}"/>
          </ac:spMkLst>
        </pc:spChg>
        <pc:spChg chg="mod">
          <ac:chgData name="Asif Muhammad" userId="6b0af2cb-2f76-400b-94d9-178b55ef4f85" providerId="ADAL" clId="{E1280F1A-8918-4839-95E4-0358CF07C595}" dt="2023-04-02T10:12:45.893" v="13"/>
          <ac:spMkLst>
            <pc:docMk/>
            <pc:sldMk cId="0" sldId="273"/>
            <ac:spMk id="284" creationId="{00000000-0000-0000-0000-000000000000}"/>
          </ac:spMkLst>
        </pc:spChg>
      </pc:sldChg>
      <pc:sldChg chg="modSp mod">
        <pc:chgData name="Asif Muhammad" userId="6b0af2cb-2f76-400b-94d9-178b55ef4f85" providerId="ADAL" clId="{E1280F1A-8918-4839-95E4-0358CF07C595}" dt="2023-04-02T10:42:28.325" v="84" actId="403"/>
        <pc:sldMkLst>
          <pc:docMk/>
          <pc:sldMk cId="0" sldId="274"/>
        </pc:sldMkLst>
        <pc:spChg chg="mod">
          <ac:chgData name="Asif Muhammad" userId="6b0af2cb-2f76-400b-94d9-178b55ef4f85" providerId="ADAL" clId="{E1280F1A-8918-4839-95E4-0358CF07C595}" dt="2023-04-02T10:12:45.893" v="13"/>
          <ac:spMkLst>
            <pc:docMk/>
            <pc:sldMk cId="0" sldId="274"/>
            <ac:spMk id="291" creationId="{00000000-0000-0000-0000-000000000000}"/>
          </ac:spMkLst>
        </pc:spChg>
        <pc:spChg chg="mod">
          <ac:chgData name="Asif Muhammad" userId="6b0af2cb-2f76-400b-94d9-178b55ef4f85" providerId="ADAL" clId="{E1280F1A-8918-4839-95E4-0358CF07C595}" dt="2023-04-02T10:12:45.893" v="13"/>
          <ac:spMkLst>
            <pc:docMk/>
            <pc:sldMk cId="0" sldId="274"/>
            <ac:spMk id="292" creationId="{00000000-0000-0000-0000-000000000000}"/>
          </ac:spMkLst>
        </pc:spChg>
        <pc:graphicFrameChg chg="mod modGraphic">
          <ac:chgData name="Asif Muhammad" userId="6b0af2cb-2f76-400b-94d9-178b55ef4f85" providerId="ADAL" clId="{E1280F1A-8918-4839-95E4-0358CF07C595}" dt="2023-04-02T10:42:28.325" v="84" actId="403"/>
          <ac:graphicFrameMkLst>
            <pc:docMk/>
            <pc:sldMk cId="0" sldId="274"/>
            <ac:graphicFrameMk id="293" creationId="{00000000-0000-0000-0000-000000000000}"/>
          </ac:graphicFrameMkLst>
        </pc:graphicFrameChg>
      </pc:sldChg>
      <pc:sldChg chg="modSp mod">
        <pc:chgData name="Asif Muhammad" userId="6b0af2cb-2f76-400b-94d9-178b55ef4f85" providerId="ADAL" clId="{E1280F1A-8918-4839-95E4-0358CF07C595}" dt="2023-04-02T10:43:09.845" v="86" actId="1076"/>
        <pc:sldMkLst>
          <pc:docMk/>
          <pc:sldMk cId="0" sldId="275"/>
        </pc:sldMkLst>
        <pc:spChg chg="mod">
          <ac:chgData name="Asif Muhammad" userId="6b0af2cb-2f76-400b-94d9-178b55ef4f85" providerId="ADAL" clId="{E1280F1A-8918-4839-95E4-0358CF07C595}" dt="2023-04-02T10:12:45.893" v="13"/>
          <ac:spMkLst>
            <pc:docMk/>
            <pc:sldMk cId="0" sldId="275"/>
            <ac:spMk id="299" creationId="{00000000-0000-0000-0000-000000000000}"/>
          </ac:spMkLst>
        </pc:spChg>
        <pc:spChg chg="mod">
          <ac:chgData name="Asif Muhammad" userId="6b0af2cb-2f76-400b-94d9-178b55ef4f85" providerId="ADAL" clId="{E1280F1A-8918-4839-95E4-0358CF07C595}" dt="2023-04-02T10:12:45.893" v="13"/>
          <ac:spMkLst>
            <pc:docMk/>
            <pc:sldMk cId="0" sldId="275"/>
            <ac:spMk id="300" creationId="{00000000-0000-0000-0000-000000000000}"/>
          </ac:spMkLst>
        </pc:spChg>
        <pc:graphicFrameChg chg="mod modGraphic">
          <ac:chgData name="Asif Muhammad" userId="6b0af2cb-2f76-400b-94d9-178b55ef4f85" providerId="ADAL" clId="{E1280F1A-8918-4839-95E4-0358CF07C595}" dt="2023-04-02T10:43:09.845" v="86" actId="1076"/>
          <ac:graphicFrameMkLst>
            <pc:docMk/>
            <pc:sldMk cId="0" sldId="275"/>
            <ac:graphicFrameMk id="301" creationId="{00000000-0000-0000-0000-000000000000}"/>
          </ac:graphicFrameMkLst>
        </pc:graphicFrameChg>
      </pc:sldChg>
      <pc:sldChg chg="modSp mod">
        <pc:chgData name="Asif Muhammad" userId="6b0af2cb-2f76-400b-94d9-178b55ef4f85" providerId="ADAL" clId="{E1280F1A-8918-4839-95E4-0358CF07C595}" dt="2023-04-02T10:45:01.842" v="89" actId="1076"/>
        <pc:sldMkLst>
          <pc:docMk/>
          <pc:sldMk cId="0" sldId="276"/>
        </pc:sldMkLst>
        <pc:spChg chg="mod">
          <ac:chgData name="Asif Muhammad" userId="6b0af2cb-2f76-400b-94d9-178b55ef4f85" providerId="ADAL" clId="{E1280F1A-8918-4839-95E4-0358CF07C595}" dt="2023-04-02T10:12:45.893" v="13"/>
          <ac:spMkLst>
            <pc:docMk/>
            <pc:sldMk cId="0" sldId="276"/>
            <ac:spMk id="307" creationId="{00000000-0000-0000-0000-000000000000}"/>
          </ac:spMkLst>
        </pc:spChg>
        <pc:spChg chg="mod">
          <ac:chgData name="Asif Muhammad" userId="6b0af2cb-2f76-400b-94d9-178b55ef4f85" providerId="ADAL" clId="{E1280F1A-8918-4839-95E4-0358CF07C595}" dt="2023-04-02T10:12:45.893" v="13"/>
          <ac:spMkLst>
            <pc:docMk/>
            <pc:sldMk cId="0" sldId="276"/>
            <ac:spMk id="308" creationId="{00000000-0000-0000-0000-000000000000}"/>
          </ac:spMkLst>
        </pc:spChg>
        <pc:graphicFrameChg chg="modGraphic">
          <ac:chgData name="Asif Muhammad" userId="6b0af2cb-2f76-400b-94d9-178b55ef4f85" providerId="ADAL" clId="{E1280F1A-8918-4839-95E4-0358CF07C595}" dt="2023-04-02T10:44:55.682" v="88" actId="403"/>
          <ac:graphicFrameMkLst>
            <pc:docMk/>
            <pc:sldMk cId="0" sldId="276"/>
            <ac:graphicFrameMk id="309" creationId="{00000000-0000-0000-0000-000000000000}"/>
          </ac:graphicFrameMkLst>
        </pc:graphicFrameChg>
        <pc:picChg chg="mod">
          <ac:chgData name="Asif Muhammad" userId="6b0af2cb-2f76-400b-94d9-178b55ef4f85" providerId="ADAL" clId="{E1280F1A-8918-4839-95E4-0358CF07C595}" dt="2023-04-02T10:45:01.842" v="89" actId="1076"/>
          <ac:picMkLst>
            <pc:docMk/>
            <pc:sldMk cId="0" sldId="276"/>
            <ac:picMk id="310" creationId="{00000000-0000-0000-0000-000000000000}"/>
          </ac:picMkLst>
        </pc:picChg>
      </pc:sldChg>
      <pc:sldChg chg="modSp mod">
        <pc:chgData name="Asif Muhammad" userId="6b0af2cb-2f76-400b-94d9-178b55ef4f85" providerId="ADAL" clId="{E1280F1A-8918-4839-95E4-0358CF07C595}" dt="2023-04-02T10:45:18.770" v="91" actId="1076"/>
        <pc:sldMkLst>
          <pc:docMk/>
          <pc:sldMk cId="0" sldId="277"/>
        </pc:sldMkLst>
        <pc:spChg chg="mod">
          <ac:chgData name="Asif Muhammad" userId="6b0af2cb-2f76-400b-94d9-178b55ef4f85" providerId="ADAL" clId="{E1280F1A-8918-4839-95E4-0358CF07C595}" dt="2023-04-02T10:12:45.893" v="13"/>
          <ac:spMkLst>
            <pc:docMk/>
            <pc:sldMk cId="0" sldId="277"/>
            <ac:spMk id="316" creationId="{00000000-0000-0000-0000-000000000000}"/>
          </ac:spMkLst>
        </pc:spChg>
        <pc:spChg chg="mod">
          <ac:chgData name="Asif Muhammad" userId="6b0af2cb-2f76-400b-94d9-178b55ef4f85" providerId="ADAL" clId="{E1280F1A-8918-4839-95E4-0358CF07C595}" dt="2023-04-02T10:12:45.893" v="13"/>
          <ac:spMkLst>
            <pc:docMk/>
            <pc:sldMk cId="0" sldId="277"/>
            <ac:spMk id="317" creationId="{00000000-0000-0000-0000-000000000000}"/>
          </ac:spMkLst>
        </pc:spChg>
        <pc:graphicFrameChg chg="mod modGraphic">
          <ac:chgData name="Asif Muhammad" userId="6b0af2cb-2f76-400b-94d9-178b55ef4f85" providerId="ADAL" clId="{E1280F1A-8918-4839-95E4-0358CF07C595}" dt="2023-04-02T10:45:18.770" v="91" actId="1076"/>
          <ac:graphicFrameMkLst>
            <pc:docMk/>
            <pc:sldMk cId="0" sldId="277"/>
            <ac:graphicFrameMk id="318" creationId="{00000000-0000-0000-0000-000000000000}"/>
          </ac:graphicFrameMkLst>
        </pc:graphicFrameChg>
      </pc:sldChg>
      <pc:sldChg chg="modSp mod">
        <pc:chgData name="Asif Muhammad" userId="6b0af2cb-2f76-400b-94d9-178b55ef4f85" providerId="ADAL" clId="{E1280F1A-8918-4839-95E4-0358CF07C595}" dt="2023-04-02T10:46:39.024" v="94" actId="404"/>
        <pc:sldMkLst>
          <pc:docMk/>
          <pc:sldMk cId="0" sldId="278"/>
        </pc:sldMkLst>
        <pc:spChg chg="mod">
          <ac:chgData name="Asif Muhammad" userId="6b0af2cb-2f76-400b-94d9-178b55ef4f85" providerId="ADAL" clId="{E1280F1A-8918-4839-95E4-0358CF07C595}" dt="2023-04-02T10:12:45.893" v="13"/>
          <ac:spMkLst>
            <pc:docMk/>
            <pc:sldMk cId="0" sldId="278"/>
            <ac:spMk id="324" creationId="{00000000-0000-0000-0000-000000000000}"/>
          </ac:spMkLst>
        </pc:spChg>
        <pc:spChg chg="mod">
          <ac:chgData name="Asif Muhammad" userId="6b0af2cb-2f76-400b-94d9-178b55ef4f85" providerId="ADAL" clId="{E1280F1A-8918-4839-95E4-0358CF07C595}" dt="2023-04-02T10:12:45.893" v="13"/>
          <ac:spMkLst>
            <pc:docMk/>
            <pc:sldMk cId="0" sldId="278"/>
            <ac:spMk id="325" creationId="{00000000-0000-0000-0000-000000000000}"/>
          </ac:spMkLst>
        </pc:spChg>
        <pc:graphicFrameChg chg="modGraphic">
          <ac:chgData name="Asif Muhammad" userId="6b0af2cb-2f76-400b-94d9-178b55ef4f85" providerId="ADAL" clId="{E1280F1A-8918-4839-95E4-0358CF07C595}" dt="2023-04-02T10:46:39.024" v="94" actId="404"/>
          <ac:graphicFrameMkLst>
            <pc:docMk/>
            <pc:sldMk cId="0" sldId="278"/>
            <ac:graphicFrameMk id="326" creationId="{00000000-0000-0000-0000-000000000000}"/>
          </ac:graphicFrameMkLst>
        </pc:graphicFrameChg>
      </pc:sldChg>
      <pc:sldChg chg="modSp mod">
        <pc:chgData name="Asif Muhammad" userId="6b0af2cb-2f76-400b-94d9-178b55ef4f85" providerId="ADAL" clId="{E1280F1A-8918-4839-95E4-0358CF07C595}" dt="2023-04-02T10:47:33.655" v="96" actId="403"/>
        <pc:sldMkLst>
          <pc:docMk/>
          <pc:sldMk cId="0" sldId="279"/>
        </pc:sldMkLst>
        <pc:spChg chg="mod">
          <ac:chgData name="Asif Muhammad" userId="6b0af2cb-2f76-400b-94d9-178b55ef4f85" providerId="ADAL" clId="{E1280F1A-8918-4839-95E4-0358CF07C595}" dt="2023-04-02T10:12:45.893" v="13"/>
          <ac:spMkLst>
            <pc:docMk/>
            <pc:sldMk cId="0" sldId="279"/>
            <ac:spMk id="332" creationId="{00000000-0000-0000-0000-000000000000}"/>
          </ac:spMkLst>
        </pc:spChg>
        <pc:spChg chg="mod">
          <ac:chgData name="Asif Muhammad" userId="6b0af2cb-2f76-400b-94d9-178b55ef4f85" providerId="ADAL" clId="{E1280F1A-8918-4839-95E4-0358CF07C595}" dt="2023-04-02T10:12:45.893" v="13"/>
          <ac:spMkLst>
            <pc:docMk/>
            <pc:sldMk cId="0" sldId="279"/>
            <ac:spMk id="333" creationId="{00000000-0000-0000-0000-000000000000}"/>
          </ac:spMkLst>
        </pc:spChg>
        <pc:graphicFrameChg chg="modGraphic">
          <ac:chgData name="Asif Muhammad" userId="6b0af2cb-2f76-400b-94d9-178b55ef4f85" providerId="ADAL" clId="{E1280F1A-8918-4839-95E4-0358CF07C595}" dt="2023-04-02T10:47:33.655" v="96" actId="403"/>
          <ac:graphicFrameMkLst>
            <pc:docMk/>
            <pc:sldMk cId="0" sldId="279"/>
            <ac:graphicFrameMk id="334" creationId="{00000000-0000-0000-0000-000000000000}"/>
          </ac:graphicFrameMkLst>
        </pc:graphicFrameChg>
      </pc:sldChg>
      <pc:sldChg chg="modSp mod">
        <pc:chgData name="Asif Muhammad" userId="6b0af2cb-2f76-400b-94d9-178b55ef4f85" providerId="ADAL" clId="{E1280F1A-8918-4839-95E4-0358CF07C595}" dt="2023-04-02T10:49:10.051" v="98" actId="1076"/>
        <pc:sldMkLst>
          <pc:docMk/>
          <pc:sldMk cId="0" sldId="280"/>
        </pc:sldMkLst>
        <pc:spChg chg="mod">
          <ac:chgData name="Asif Muhammad" userId="6b0af2cb-2f76-400b-94d9-178b55ef4f85" providerId="ADAL" clId="{E1280F1A-8918-4839-95E4-0358CF07C595}" dt="2023-04-02T10:12:45.893" v="13"/>
          <ac:spMkLst>
            <pc:docMk/>
            <pc:sldMk cId="0" sldId="280"/>
            <ac:spMk id="340" creationId="{00000000-0000-0000-0000-000000000000}"/>
          </ac:spMkLst>
        </pc:spChg>
        <pc:spChg chg="mod">
          <ac:chgData name="Asif Muhammad" userId="6b0af2cb-2f76-400b-94d9-178b55ef4f85" providerId="ADAL" clId="{E1280F1A-8918-4839-95E4-0358CF07C595}" dt="2023-04-02T10:12:45.893" v="13"/>
          <ac:spMkLst>
            <pc:docMk/>
            <pc:sldMk cId="0" sldId="280"/>
            <ac:spMk id="341" creationId="{00000000-0000-0000-0000-000000000000}"/>
          </ac:spMkLst>
        </pc:spChg>
        <pc:graphicFrameChg chg="mod modGraphic">
          <ac:chgData name="Asif Muhammad" userId="6b0af2cb-2f76-400b-94d9-178b55ef4f85" providerId="ADAL" clId="{E1280F1A-8918-4839-95E4-0358CF07C595}" dt="2023-04-02T10:49:10.051" v="98" actId="1076"/>
          <ac:graphicFrameMkLst>
            <pc:docMk/>
            <pc:sldMk cId="0" sldId="280"/>
            <ac:graphicFrameMk id="342" creationId="{00000000-0000-0000-0000-000000000000}"/>
          </ac:graphicFrameMkLst>
        </pc:graphicFrameChg>
      </pc:sldChg>
      <pc:sldChg chg="modSp mod">
        <pc:chgData name="Asif Muhammad" userId="6b0af2cb-2f76-400b-94d9-178b55ef4f85" providerId="ADAL" clId="{E1280F1A-8918-4839-95E4-0358CF07C595}" dt="2023-04-02T10:50:30.734" v="101" actId="404"/>
        <pc:sldMkLst>
          <pc:docMk/>
          <pc:sldMk cId="0" sldId="281"/>
        </pc:sldMkLst>
        <pc:spChg chg="mod">
          <ac:chgData name="Asif Muhammad" userId="6b0af2cb-2f76-400b-94d9-178b55ef4f85" providerId="ADAL" clId="{E1280F1A-8918-4839-95E4-0358CF07C595}" dt="2023-04-02T10:12:45.893" v="13"/>
          <ac:spMkLst>
            <pc:docMk/>
            <pc:sldMk cId="0" sldId="281"/>
            <ac:spMk id="348" creationId="{00000000-0000-0000-0000-000000000000}"/>
          </ac:spMkLst>
        </pc:spChg>
        <pc:spChg chg="mod">
          <ac:chgData name="Asif Muhammad" userId="6b0af2cb-2f76-400b-94d9-178b55ef4f85" providerId="ADAL" clId="{E1280F1A-8918-4839-95E4-0358CF07C595}" dt="2023-04-02T10:12:45.893" v="13"/>
          <ac:spMkLst>
            <pc:docMk/>
            <pc:sldMk cId="0" sldId="281"/>
            <ac:spMk id="349" creationId="{00000000-0000-0000-0000-000000000000}"/>
          </ac:spMkLst>
        </pc:spChg>
        <pc:graphicFrameChg chg="modGraphic">
          <ac:chgData name="Asif Muhammad" userId="6b0af2cb-2f76-400b-94d9-178b55ef4f85" providerId="ADAL" clId="{E1280F1A-8918-4839-95E4-0358CF07C595}" dt="2023-04-02T10:50:30.734" v="101" actId="404"/>
          <ac:graphicFrameMkLst>
            <pc:docMk/>
            <pc:sldMk cId="0" sldId="281"/>
            <ac:graphicFrameMk id="350" creationId="{00000000-0000-0000-0000-000000000000}"/>
          </ac:graphicFrameMkLst>
        </pc:graphicFrameChg>
      </pc:sldChg>
      <pc:sldChg chg="modSp mod">
        <pc:chgData name="Asif Muhammad" userId="6b0af2cb-2f76-400b-94d9-178b55ef4f85" providerId="ADAL" clId="{E1280F1A-8918-4839-95E4-0358CF07C595}" dt="2023-04-02T10:51:14.133" v="103" actId="403"/>
        <pc:sldMkLst>
          <pc:docMk/>
          <pc:sldMk cId="0" sldId="282"/>
        </pc:sldMkLst>
        <pc:spChg chg="mod">
          <ac:chgData name="Asif Muhammad" userId="6b0af2cb-2f76-400b-94d9-178b55ef4f85" providerId="ADAL" clId="{E1280F1A-8918-4839-95E4-0358CF07C595}" dt="2023-04-02T10:12:45.893" v="13"/>
          <ac:spMkLst>
            <pc:docMk/>
            <pc:sldMk cId="0" sldId="282"/>
            <ac:spMk id="356" creationId="{00000000-0000-0000-0000-000000000000}"/>
          </ac:spMkLst>
        </pc:spChg>
        <pc:spChg chg="mod">
          <ac:chgData name="Asif Muhammad" userId="6b0af2cb-2f76-400b-94d9-178b55ef4f85" providerId="ADAL" clId="{E1280F1A-8918-4839-95E4-0358CF07C595}" dt="2023-04-02T10:12:45.893" v="13"/>
          <ac:spMkLst>
            <pc:docMk/>
            <pc:sldMk cId="0" sldId="282"/>
            <ac:spMk id="357" creationId="{00000000-0000-0000-0000-000000000000}"/>
          </ac:spMkLst>
        </pc:spChg>
        <pc:graphicFrameChg chg="modGraphic">
          <ac:chgData name="Asif Muhammad" userId="6b0af2cb-2f76-400b-94d9-178b55ef4f85" providerId="ADAL" clId="{E1280F1A-8918-4839-95E4-0358CF07C595}" dt="2023-04-02T10:51:14.133" v="103" actId="403"/>
          <ac:graphicFrameMkLst>
            <pc:docMk/>
            <pc:sldMk cId="0" sldId="282"/>
            <ac:graphicFrameMk id="358" creationId="{00000000-0000-0000-0000-000000000000}"/>
          </ac:graphicFrameMkLst>
        </pc:graphicFrameChg>
      </pc:sldChg>
      <pc:sldChg chg="modSp mod">
        <pc:chgData name="Asif Muhammad" userId="6b0af2cb-2f76-400b-94d9-178b55ef4f85" providerId="ADAL" clId="{E1280F1A-8918-4839-95E4-0358CF07C595}" dt="2023-04-02T10:52:03.457" v="105" actId="403"/>
        <pc:sldMkLst>
          <pc:docMk/>
          <pc:sldMk cId="0" sldId="283"/>
        </pc:sldMkLst>
        <pc:spChg chg="mod">
          <ac:chgData name="Asif Muhammad" userId="6b0af2cb-2f76-400b-94d9-178b55ef4f85" providerId="ADAL" clId="{E1280F1A-8918-4839-95E4-0358CF07C595}" dt="2023-04-02T10:12:45.893" v="13"/>
          <ac:spMkLst>
            <pc:docMk/>
            <pc:sldMk cId="0" sldId="283"/>
            <ac:spMk id="364" creationId="{00000000-0000-0000-0000-000000000000}"/>
          </ac:spMkLst>
        </pc:spChg>
        <pc:spChg chg="mod">
          <ac:chgData name="Asif Muhammad" userId="6b0af2cb-2f76-400b-94d9-178b55ef4f85" providerId="ADAL" clId="{E1280F1A-8918-4839-95E4-0358CF07C595}" dt="2023-04-02T10:12:45.893" v="13"/>
          <ac:spMkLst>
            <pc:docMk/>
            <pc:sldMk cId="0" sldId="283"/>
            <ac:spMk id="365" creationId="{00000000-0000-0000-0000-000000000000}"/>
          </ac:spMkLst>
        </pc:spChg>
        <pc:graphicFrameChg chg="modGraphic">
          <ac:chgData name="Asif Muhammad" userId="6b0af2cb-2f76-400b-94d9-178b55ef4f85" providerId="ADAL" clId="{E1280F1A-8918-4839-95E4-0358CF07C595}" dt="2023-04-02T10:52:03.457" v="105" actId="403"/>
          <ac:graphicFrameMkLst>
            <pc:docMk/>
            <pc:sldMk cId="0" sldId="283"/>
            <ac:graphicFrameMk id="366" creationId="{00000000-0000-0000-0000-000000000000}"/>
          </ac:graphicFrameMkLst>
        </pc:graphicFrameChg>
      </pc:sldChg>
      <pc:sldChg chg="modSp mod">
        <pc:chgData name="Asif Muhammad" userId="6b0af2cb-2f76-400b-94d9-178b55ef4f85" providerId="ADAL" clId="{E1280F1A-8918-4839-95E4-0358CF07C595}" dt="2023-04-02T10:53:29.095" v="107" actId="403"/>
        <pc:sldMkLst>
          <pc:docMk/>
          <pc:sldMk cId="0" sldId="284"/>
        </pc:sldMkLst>
        <pc:spChg chg="mod">
          <ac:chgData name="Asif Muhammad" userId="6b0af2cb-2f76-400b-94d9-178b55ef4f85" providerId="ADAL" clId="{E1280F1A-8918-4839-95E4-0358CF07C595}" dt="2023-04-02T10:12:45.893" v="13"/>
          <ac:spMkLst>
            <pc:docMk/>
            <pc:sldMk cId="0" sldId="284"/>
            <ac:spMk id="372" creationId="{00000000-0000-0000-0000-000000000000}"/>
          </ac:spMkLst>
        </pc:spChg>
        <pc:spChg chg="mod">
          <ac:chgData name="Asif Muhammad" userId="6b0af2cb-2f76-400b-94d9-178b55ef4f85" providerId="ADAL" clId="{E1280F1A-8918-4839-95E4-0358CF07C595}" dt="2023-04-02T10:12:45.893" v="13"/>
          <ac:spMkLst>
            <pc:docMk/>
            <pc:sldMk cId="0" sldId="284"/>
            <ac:spMk id="373" creationId="{00000000-0000-0000-0000-000000000000}"/>
          </ac:spMkLst>
        </pc:spChg>
        <pc:graphicFrameChg chg="modGraphic">
          <ac:chgData name="Asif Muhammad" userId="6b0af2cb-2f76-400b-94d9-178b55ef4f85" providerId="ADAL" clId="{E1280F1A-8918-4839-95E4-0358CF07C595}" dt="2023-04-02T10:53:29.095" v="107" actId="403"/>
          <ac:graphicFrameMkLst>
            <pc:docMk/>
            <pc:sldMk cId="0" sldId="284"/>
            <ac:graphicFrameMk id="374" creationId="{00000000-0000-0000-0000-000000000000}"/>
          </ac:graphicFrameMkLst>
        </pc:graphicFrameChg>
      </pc:sldChg>
      <pc:sldChg chg="modSp mod">
        <pc:chgData name="Asif Muhammad" userId="6b0af2cb-2f76-400b-94d9-178b55ef4f85" providerId="ADAL" clId="{E1280F1A-8918-4839-95E4-0358CF07C595}" dt="2023-04-02T10:56:08.083" v="109" actId="404"/>
        <pc:sldMkLst>
          <pc:docMk/>
          <pc:sldMk cId="0" sldId="285"/>
        </pc:sldMkLst>
        <pc:spChg chg="mod">
          <ac:chgData name="Asif Muhammad" userId="6b0af2cb-2f76-400b-94d9-178b55ef4f85" providerId="ADAL" clId="{E1280F1A-8918-4839-95E4-0358CF07C595}" dt="2023-04-02T10:12:45.893" v="13"/>
          <ac:spMkLst>
            <pc:docMk/>
            <pc:sldMk cId="0" sldId="285"/>
            <ac:spMk id="380" creationId="{00000000-0000-0000-0000-000000000000}"/>
          </ac:spMkLst>
        </pc:spChg>
        <pc:spChg chg="mod">
          <ac:chgData name="Asif Muhammad" userId="6b0af2cb-2f76-400b-94d9-178b55ef4f85" providerId="ADAL" clId="{E1280F1A-8918-4839-95E4-0358CF07C595}" dt="2023-04-02T10:12:45.893" v="13"/>
          <ac:spMkLst>
            <pc:docMk/>
            <pc:sldMk cId="0" sldId="285"/>
            <ac:spMk id="381" creationId="{00000000-0000-0000-0000-000000000000}"/>
          </ac:spMkLst>
        </pc:spChg>
        <pc:graphicFrameChg chg="modGraphic">
          <ac:chgData name="Asif Muhammad" userId="6b0af2cb-2f76-400b-94d9-178b55ef4f85" providerId="ADAL" clId="{E1280F1A-8918-4839-95E4-0358CF07C595}" dt="2023-04-02T10:56:08.083" v="109" actId="404"/>
          <ac:graphicFrameMkLst>
            <pc:docMk/>
            <pc:sldMk cId="0" sldId="285"/>
            <ac:graphicFrameMk id="382" creationId="{00000000-0000-0000-0000-000000000000}"/>
          </ac:graphicFrameMkLst>
        </pc:graphicFrameChg>
      </pc:sldChg>
      <pc:sldChg chg="modSp mod">
        <pc:chgData name="Asif Muhammad" userId="6b0af2cb-2f76-400b-94d9-178b55ef4f85" providerId="ADAL" clId="{E1280F1A-8918-4839-95E4-0358CF07C595}" dt="2023-04-02T10:57:18.647" v="112" actId="403"/>
        <pc:sldMkLst>
          <pc:docMk/>
          <pc:sldMk cId="0" sldId="286"/>
        </pc:sldMkLst>
        <pc:spChg chg="mod">
          <ac:chgData name="Asif Muhammad" userId="6b0af2cb-2f76-400b-94d9-178b55ef4f85" providerId="ADAL" clId="{E1280F1A-8918-4839-95E4-0358CF07C595}" dt="2023-04-02T10:12:45.893" v="13"/>
          <ac:spMkLst>
            <pc:docMk/>
            <pc:sldMk cId="0" sldId="286"/>
            <ac:spMk id="388" creationId="{00000000-0000-0000-0000-000000000000}"/>
          </ac:spMkLst>
        </pc:spChg>
        <pc:spChg chg="mod">
          <ac:chgData name="Asif Muhammad" userId="6b0af2cb-2f76-400b-94d9-178b55ef4f85" providerId="ADAL" clId="{E1280F1A-8918-4839-95E4-0358CF07C595}" dt="2023-04-02T10:12:45.893" v="13"/>
          <ac:spMkLst>
            <pc:docMk/>
            <pc:sldMk cId="0" sldId="286"/>
            <ac:spMk id="389" creationId="{00000000-0000-0000-0000-000000000000}"/>
          </ac:spMkLst>
        </pc:spChg>
        <pc:graphicFrameChg chg="modGraphic">
          <ac:chgData name="Asif Muhammad" userId="6b0af2cb-2f76-400b-94d9-178b55ef4f85" providerId="ADAL" clId="{E1280F1A-8918-4839-95E4-0358CF07C595}" dt="2023-04-02T10:57:18.647" v="112" actId="403"/>
          <ac:graphicFrameMkLst>
            <pc:docMk/>
            <pc:sldMk cId="0" sldId="286"/>
            <ac:graphicFrameMk id="390" creationId="{00000000-0000-0000-0000-000000000000}"/>
          </ac:graphicFrameMkLst>
        </pc:graphicFrameChg>
        <pc:picChg chg="mod">
          <ac:chgData name="Asif Muhammad" userId="6b0af2cb-2f76-400b-94d9-178b55ef4f85" providerId="ADAL" clId="{E1280F1A-8918-4839-95E4-0358CF07C595}" dt="2023-04-02T10:57:14.876" v="111" actId="1076"/>
          <ac:picMkLst>
            <pc:docMk/>
            <pc:sldMk cId="0" sldId="286"/>
            <ac:picMk id="391" creationId="{00000000-0000-0000-0000-000000000000}"/>
          </ac:picMkLst>
        </pc:picChg>
      </pc:sldChg>
      <pc:sldChg chg="modSp mod">
        <pc:chgData name="Asif Muhammad" userId="6b0af2cb-2f76-400b-94d9-178b55ef4f85" providerId="ADAL" clId="{E1280F1A-8918-4839-95E4-0358CF07C595}" dt="2023-04-02T10:57:38.213" v="114" actId="1076"/>
        <pc:sldMkLst>
          <pc:docMk/>
          <pc:sldMk cId="0" sldId="287"/>
        </pc:sldMkLst>
        <pc:spChg chg="mod">
          <ac:chgData name="Asif Muhammad" userId="6b0af2cb-2f76-400b-94d9-178b55ef4f85" providerId="ADAL" clId="{E1280F1A-8918-4839-95E4-0358CF07C595}" dt="2023-04-02T10:12:45.893" v="13"/>
          <ac:spMkLst>
            <pc:docMk/>
            <pc:sldMk cId="0" sldId="287"/>
            <ac:spMk id="397" creationId="{00000000-0000-0000-0000-000000000000}"/>
          </ac:spMkLst>
        </pc:spChg>
        <pc:spChg chg="mod">
          <ac:chgData name="Asif Muhammad" userId="6b0af2cb-2f76-400b-94d9-178b55ef4f85" providerId="ADAL" clId="{E1280F1A-8918-4839-95E4-0358CF07C595}" dt="2023-04-02T10:12:45.893" v="13"/>
          <ac:spMkLst>
            <pc:docMk/>
            <pc:sldMk cId="0" sldId="287"/>
            <ac:spMk id="398" creationId="{00000000-0000-0000-0000-000000000000}"/>
          </ac:spMkLst>
        </pc:spChg>
        <pc:graphicFrameChg chg="mod modGraphic">
          <ac:chgData name="Asif Muhammad" userId="6b0af2cb-2f76-400b-94d9-178b55ef4f85" providerId="ADAL" clId="{E1280F1A-8918-4839-95E4-0358CF07C595}" dt="2023-04-02T10:57:38.213" v="114" actId="1076"/>
          <ac:graphicFrameMkLst>
            <pc:docMk/>
            <pc:sldMk cId="0" sldId="287"/>
            <ac:graphicFrameMk id="399" creationId="{00000000-0000-0000-0000-000000000000}"/>
          </ac:graphicFrameMkLst>
        </pc:graphicFrameChg>
      </pc:sldChg>
      <pc:sldChg chg="modSp mod">
        <pc:chgData name="Asif Muhammad" userId="6b0af2cb-2f76-400b-94d9-178b55ef4f85" providerId="ADAL" clId="{E1280F1A-8918-4839-95E4-0358CF07C595}" dt="2023-04-12T05:48:48.310" v="179" actId="404"/>
        <pc:sldMkLst>
          <pc:docMk/>
          <pc:sldMk cId="0" sldId="288"/>
        </pc:sldMkLst>
        <pc:spChg chg="mod">
          <ac:chgData name="Asif Muhammad" userId="6b0af2cb-2f76-400b-94d9-178b55ef4f85" providerId="ADAL" clId="{E1280F1A-8918-4839-95E4-0358CF07C595}" dt="2023-04-02T10:12:45.893" v="13"/>
          <ac:spMkLst>
            <pc:docMk/>
            <pc:sldMk cId="0" sldId="288"/>
            <ac:spMk id="405" creationId="{00000000-0000-0000-0000-000000000000}"/>
          </ac:spMkLst>
        </pc:spChg>
        <pc:spChg chg="mod">
          <ac:chgData name="Asif Muhammad" userId="6b0af2cb-2f76-400b-94d9-178b55ef4f85" providerId="ADAL" clId="{E1280F1A-8918-4839-95E4-0358CF07C595}" dt="2023-04-02T10:12:45.893" v="13"/>
          <ac:spMkLst>
            <pc:docMk/>
            <pc:sldMk cId="0" sldId="288"/>
            <ac:spMk id="406" creationId="{00000000-0000-0000-0000-000000000000}"/>
          </ac:spMkLst>
        </pc:spChg>
        <pc:graphicFrameChg chg="modGraphic">
          <ac:chgData name="Asif Muhammad" userId="6b0af2cb-2f76-400b-94d9-178b55ef4f85" providerId="ADAL" clId="{E1280F1A-8918-4839-95E4-0358CF07C595}" dt="2023-04-12T05:48:48.310" v="179" actId="404"/>
          <ac:graphicFrameMkLst>
            <pc:docMk/>
            <pc:sldMk cId="0" sldId="288"/>
            <ac:graphicFrameMk id="407" creationId="{00000000-0000-0000-0000-000000000000}"/>
          </ac:graphicFrameMkLst>
        </pc:graphicFrameChg>
      </pc:sldChg>
      <pc:sldChg chg="modSp mod modShow">
        <pc:chgData name="Asif Muhammad" userId="6b0af2cb-2f76-400b-94d9-178b55ef4f85" providerId="ADAL" clId="{E1280F1A-8918-4839-95E4-0358CF07C595}" dt="2023-04-12T05:49:14.877" v="180" actId="729"/>
        <pc:sldMkLst>
          <pc:docMk/>
          <pc:sldMk cId="0" sldId="289"/>
        </pc:sldMkLst>
        <pc:spChg chg="mod">
          <ac:chgData name="Asif Muhammad" userId="6b0af2cb-2f76-400b-94d9-178b55ef4f85" providerId="ADAL" clId="{E1280F1A-8918-4839-95E4-0358CF07C595}" dt="2023-04-02T10:12:45.893" v="13"/>
          <ac:spMkLst>
            <pc:docMk/>
            <pc:sldMk cId="0" sldId="289"/>
            <ac:spMk id="413" creationId="{00000000-0000-0000-0000-000000000000}"/>
          </ac:spMkLst>
        </pc:spChg>
        <pc:spChg chg="mod">
          <ac:chgData name="Asif Muhammad" userId="6b0af2cb-2f76-400b-94d9-178b55ef4f85" providerId="ADAL" clId="{E1280F1A-8918-4839-95E4-0358CF07C595}" dt="2023-04-02T10:12:45.893" v="13"/>
          <ac:spMkLst>
            <pc:docMk/>
            <pc:sldMk cId="0" sldId="289"/>
            <ac:spMk id="414" creationId="{00000000-0000-0000-0000-000000000000}"/>
          </ac:spMkLst>
        </pc:spChg>
      </pc:sldChg>
      <pc:sldChg chg="modSp">
        <pc:chgData name="Asif Muhammad" userId="6b0af2cb-2f76-400b-94d9-178b55ef4f85" providerId="ADAL" clId="{E1280F1A-8918-4839-95E4-0358CF07C595}" dt="2023-04-02T10:12:45.893" v="13"/>
        <pc:sldMkLst>
          <pc:docMk/>
          <pc:sldMk cId="0" sldId="290"/>
        </pc:sldMkLst>
        <pc:spChg chg="mod">
          <ac:chgData name="Asif Muhammad" userId="6b0af2cb-2f76-400b-94d9-178b55ef4f85" providerId="ADAL" clId="{E1280F1A-8918-4839-95E4-0358CF07C595}" dt="2023-04-02T10:12:45.893" v="13"/>
          <ac:spMkLst>
            <pc:docMk/>
            <pc:sldMk cId="0" sldId="290"/>
            <ac:spMk id="421" creationId="{00000000-0000-0000-0000-000000000000}"/>
          </ac:spMkLst>
        </pc:spChg>
        <pc:spChg chg="mod">
          <ac:chgData name="Asif Muhammad" userId="6b0af2cb-2f76-400b-94d9-178b55ef4f85" providerId="ADAL" clId="{E1280F1A-8918-4839-95E4-0358CF07C595}" dt="2023-04-02T10:12:45.893" v="13"/>
          <ac:spMkLst>
            <pc:docMk/>
            <pc:sldMk cId="0" sldId="290"/>
            <ac:spMk id="422" creationId="{00000000-0000-0000-0000-000000000000}"/>
          </ac:spMkLst>
        </pc:spChg>
      </pc:sldChg>
      <pc:sldChg chg="modSp">
        <pc:chgData name="Asif Muhammad" userId="6b0af2cb-2f76-400b-94d9-178b55ef4f85" providerId="ADAL" clId="{E1280F1A-8918-4839-95E4-0358CF07C595}" dt="2023-04-02T10:12:45.893" v="13"/>
        <pc:sldMkLst>
          <pc:docMk/>
          <pc:sldMk cId="0" sldId="291"/>
        </pc:sldMkLst>
        <pc:spChg chg="mod">
          <ac:chgData name="Asif Muhammad" userId="6b0af2cb-2f76-400b-94d9-178b55ef4f85" providerId="ADAL" clId="{E1280F1A-8918-4839-95E4-0358CF07C595}" dt="2023-04-02T10:12:45.893" v="13"/>
          <ac:spMkLst>
            <pc:docMk/>
            <pc:sldMk cId="0" sldId="291"/>
            <ac:spMk id="429" creationId="{00000000-0000-0000-0000-000000000000}"/>
          </ac:spMkLst>
        </pc:spChg>
        <pc:spChg chg="mod">
          <ac:chgData name="Asif Muhammad" userId="6b0af2cb-2f76-400b-94d9-178b55ef4f85" providerId="ADAL" clId="{E1280F1A-8918-4839-95E4-0358CF07C595}" dt="2023-04-02T10:12:45.893" v="13"/>
          <ac:spMkLst>
            <pc:docMk/>
            <pc:sldMk cId="0" sldId="291"/>
            <ac:spMk id="430" creationId="{00000000-0000-0000-0000-000000000000}"/>
          </ac:spMkLst>
        </pc:spChg>
      </pc:sldChg>
      <pc:sldChg chg="modSp">
        <pc:chgData name="Asif Muhammad" userId="6b0af2cb-2f76-400b-94d9-178b55ef4f85" providerId="ADAL" clId="{E1280F1A-8918-4839-95E4-0358CF07C595}" dt="2023-04-02T10:12:45.893" v="13"/>
        <pc:sldMkLst>
          <pc:docMk/>
          <pc:sldMk cId="0" sldId="292"/>
        </pc:sldMkLst>
        <pc:spChg chg="mod">
          <ac:chgData name="Asif Muhammad" userId="6b0af2cb-2f76-400b-94d9-178b55ef4f85" providerId="ADAL" clId="{E1280F1A-8918-4839-95E4-0358CF07C595}" dt="2023-04-02T10:12:45.893" v="13"/>
          <ac:spMkLst>
            <pc:docMk/>
            <pc:sldMk cId="0" sldId="292"/>
            <ac:spMk id="437" creationId="{00000000-0000-0000-0000-000000000000}"/>
          </ac:spMkLst>
        </pc:spChg>
        <pc:spChg chg="mod">
          <ac:chgData name="Asif Muhammad" userId="6b0af2cb-2f76-400b-94d9-178b55ef4f85" providerId="ADAL" clId="{E1280F1A-8918-4839-95E4-0358CF07C595}" dt="2023-04-02T10:12:45.893" v="13"/>
          <ac:spMkLst>
            <pc:docMk/>
            <pc:sldMk cId="0" sldId="292"/>
            <ac:spMk id="438" creationId="{00000000-0000-0000-0000-000000000000}"/>
          </ac:spMkLst>
        </pc:spChg>
      </pc:sldChg>
      <pc:sldChg chg="modSp mod">
        <pc:chgData name="Asif Muhammad" userId="6b0af2cb-2f76-400b-94d9-178b55ef4f85" providerId="ADAL" clId="{E1280F1A-8918-4839-95E4-0358CF07C595}" dt="2023-04-02T11:17:34.076" v="171" actId="403"/>
        <pc:sldMkLst>
          <pc:docMk/>
          <pc:sldMk cId="0" sldId="293"/>
        </pc:sldMkLst>
        <pc:spChg chg="mod">
          <ac:chgData name="Asif Muhammad" userId="6b0af2cb-2f76-400b-94d9-178b55ef4f85" providerId="ADAL" clId="{E1280F1A-8918-4839-95E4-0358CF07C595}" dt="2023-04-02T10:12:45.893" v="13"/>
          <ac:spMkLst>
            <pc:docMk/>
            <pc:sldMk cId="0" sldId="293"/>
            <ac:spMk id="445" creationId="{00000000-0000-0000-0000-000000000000}"/>
          </ac:spMkLst>
        </pc:spChg>
        <pc:spChg chg="mod">
          <ac:chgData name="Asif Muhammad" userId="6b0af2cb-2f76-400b-94d9-178b55ef4f85" providerId="ADAL" clId="{E1280F1A-8918-4839-95E4-0358CF07C595}" dt="2023-04-02T10:12:45.893" v="13"/>
          <ac:spMkLst>
            <pc:docMk/>
            <pc:sldMk cId="0" sldId="293"/>
            <ac:spMk id="446" creationId="{00000000-0000-0000-0000-000000000000}"/>
          </ac:spMkLst>
        </pc:spChg>
        <pc:graphicFrameChg chg="modGraphic">
          <ac:chgData name="Asif Muhammad" userId="6b0af2cb-2f76-400b-94d9-178b55ef4f85" providerId="ADAL" clId="{E1280F1A-8918-4839-95E4-0358CF07C595}" dt="2023-04-02T11:17:34.076" v="171" actId="403"/>
          <ac:graphicFrameMkLst>
            <pc:docMk/>
            <pc:sldMk cId="0" sldId="293"/>
            <ac:graphicFrameMk id="447"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294"/>
        </pc:sldMkLst>
        <pc:spChg chg="mod">
          <ac:chgData name="Asif Muhammad" userId="6b0af2cb-2f76-400b-94d9-178b55ef4f85" providerId="ADAL" clId="{E1280F1A-8918-4839-95E4-0358CF07C595}" dt="2023-04-02T10:12:45.893" v="13"/>
          <ac:spMkLst>
            <pc:docMk/>
            <pc:sldMk cId="0" sldId="294"/>
            <ac:spMk id="453" creationId="{00000000-0000-0000-0000-000000000000}"/>
          </ac:spMkLst>
        </pc:spChg>
        <pc:spChg chg="mod">
          <ac:chgData name="Asif Muhammad" userId="6b0af2cb-2f76-400b-94d9-178b55ef4f85" providerId="ADAL" clId="{E1280F1A-8918-4839-95E4-0358CF07C595}" dt="2023-04-02T10:12:45.893" v="13"/>
          <ac:spMkLst>
            <pc:docMk/>
            <pc:sldMk cId="0" sldId="294"/>
            <ac:spMk id="454" creationId="{00000000-0000-0000-0000-000000000000}"/>
          </ac:spMkLst>
        </pc:spChg>
      </pc:sldChg>
      <pc:sldChg chg="modSp mod">
        <pc:chgData name="Asif Muhammad" userId="6b0af2cb-2f76-400b-94d9-178b55ef4f85" providerId="ADAL" clId="{E1280F1A-8918-4839-95E4-0358CF07C595}" dt="2023-04-02T10:59:09.092" v="116" actId="403"/>
        <pc:sldMkLst>
          <pc:docMk/>
          <pc:sldMk cId="0" sldId="295"/>
        </pc:sldMkLst>
        <pc:spChg chg="mod">
          <ac:chgData name="Asif Muhammad" userId="6b0af2cb-2f76-400b-94d9-178b55ef4f85" providerId="ADAL" clId="{E1280F1A-8918-4839-95E4-0358CF07C595}" dt="2023-04-02T10:12:45.893" v="13"/>
          <ac:spMkLst>
            <pc:docMk/>
            <pc:sldMk cId="0" sldId="295"/>
            <ac:spMk id="461" creationId="{00000000-0000-0000-0000-000000000000}"/>
          </ac:spMkLst>
        </pc:spChg>
        <pc:spChg chg="mod">
          <ac:chgData name="Asif Muhammad" userId="6b0af2cb-2f76-400b-94d9-178b55ef4f85" providerId="ADAL" clId="{E1280F1A-8918-4839-95E4-0358CF07C595}" dt="2023-04-02T10:12:45.893" v="13"/>
          <ac:spMkLst>
            <pc:docMk/>
            <pc:sldMk cId="0" sldId="295"/>
            <ac:spMk id="462" creationId="{00000000-0000-0000-0000-000000000000}"/>
          </ac:spMkLst>
        </pc:spChg>
        <pc:graphicFrameChg chg="modGraphic">
          <ac:chgData name="Asif Muhammad" userId="6b0af2cb-2f76-400b-94d9-178b55ef4f85" providerId="ADAL" clId="{E1280F1A-8918-4839-95E4-0358CF07C595}" dt="2023-04-02T10:59:09.092" v="116" actId="403"/>
          <ac:graphicFrameMkLst>
            <pc:docMk/>
            <pc:sldMk cId="0" sldId="295"/>
            <ac:graphicFrameMk id="463" creationId="{00000000-0000-0000-0000-000000000000}"/>
          </ac:graphicFrameMkLst>
        </pc:graphicFrameChg>
      </pc:sldChg>
      <pc:sldChg chg="modSp mod">
        <pc:chgData name="Asif Muhammad" userId="6b0af2cb-2f76-400b-94d9-178b55ef4f85" providerId="ADAL" clId="{E1280F1A-8918-4839-95E4-0358CF07C595}" dt="2023-04-02T11:15:14.066" v="169" actId="404"/>
        <pc:sldMkLst>
          <pc:docMk/>
          <pc:sldMk cId="0" sldId="296"/>
        </pc:sldMkLst>
        <pc:spChg chg="mod">
          <ac:chgData name="Asif Muhammad" userId="6b0af2cb-2f76-400b-94d9-178b55ef4f85" providerId="ADAL" clId="{E1280F1A-8918-4839-95E4-0358CF07C595}" dt="2023-04-02T10:12:45.893" v="13"/>
          <ac:spMkLst>
            <pc:docMk/>
            <pc:sldMk cId="0" sldId="296"/>
            <ac:spMk id="469" creationId="{00000000-0000-0000-0000-000000000000}"/>
          </ac:spMkLst>
        </pc:spChg>
        <pc:spChg chg="mod">
          <ac:chgData name="Asif Muhammad" userId="6b0af2cb-2f76-400b-94d9-178b55ef4f85" providerId="ADAL" clId="{E1280F1A-8918-4839-95E4-0358CF07C595}" dt="2023-04-02T10:12:45.893" v="13"/>
          <ac:spMkLst>
            <pc:docMk/>
            <pc:sldMk cId="0" sldId="296"/>
            <ac:spMk id="470" creationId="{00000000-0000-0000-0000-000000000000}"/>
          </ac:spMkLst>
        </pc:spChg>
        <pc:graphicFrameChg chg="modGraphic">
          <ac:chgData name="Asif Muhammad" userId="6b0af2cb-2f76-400b-94d9-178b55ef4f85" providerId="ADAL" clId="{E1280F1A-8918-4839-95E4-0358CF07C595}" dt="2023-04-02T11:15:14.066" v="169" actId="404"/>
          <ac:graphicFrameMkLst>
            <pc:docMk/>
            <pc:sldMk cId="0" sldId="296"/>
            <ac:graphicFrameMk id="471" creationId="{00000000-0000-0000-0000-000000000000}"/>
          </ac:graphicFrameMkLst>
        </pc:graphicFrameChg>
      </pc:sldChg>
      <pc:sldChg chg="modSp mod">
        <pc:chgData name="Asif Muhammad" userId="6b0af2cb-2f76-400b-94d9-178b55ef4f85" providerId="ADAL" clId="{E1280F1A-8918-4839-95E4-0358CF07C595}" dt="2023-04-02T11:14:57.804" v="167" actId="403"/>
        <pc:sldMkLst>
          <pc:docMk/>
          <pc:sldMk cId="0" sldId="297"/>
        </pc:sldMkLst>
        <pc:spChg chg="mod">
          <ac:chgData name="Asif Muhammad" userId="6b0af2cb-2f76-400b-94d9-178b55ef4f85" providerId="ADAL" clId="{E1280F1A-8918-4839-95E4-0358CF07C595}" dt="2023-04-02T10:12:45.893" v="13"/>
          <ac:spMkLst>
            <pc:docMk/>
            <pc:sldMk cId="0" sldId="297"/>
            <ac:spMk id="477" creationId="{00000000-0000-0000-0000-000000000000}"/>
          </ac:spMkLst>
        </pc:spChg>
        <pc:spChg chg="mod">
          <ac:chgData name="Asif Muhammad" userId="6b0af2cb-2f76-400b-94d9-178b55ef4f85" providerId="ADAL" clId="{E1280F1A-8918-4839-95E4-0358CF07C595}" dt="2023-04-02T10:12:45.893" v="13"/>
          <ac:spMkLst>
            <pc:docMk/>
            <pc:sldMk cId="0" sldId="297"/>
            <ac:spMk id="478" creationId="{00000000-0000-0000-0000-000000000000}"/>
          </ac:spMkLst>
        </pc:spChg>
        <pc:graphicFrameChg chg="modGraphic">
          <ac:chgData name="Asif Muhammad" userId="6b0af2cb-2f76-400b-94d9-178b55ef4f85" providerId="ADAL" clId="{E1280F1A-8918-4839-95E4-0358CF07C595}" dt="2023-04-02T11:14:57.804" v="167" actId="403"/>
          <ac:graphicFrameMkLst>
            <pc:docMk/>
            <pc:sldMk cId="0" sldId="297"/>
            <ac:graphicFrameMk id="479" creationId="{00000000-0000-0000-0000-000000000000}"/>
          </ac:graphicFrameMkLst>
        </pc:graphicFrameChg>
      </pc:sldChg>
      <pc:sldChg chg="modSp mod">
        <pc:chgData name="Asif Muhammad" userId="6b0af2cb-2f76-400b-94d9-178b55ef4f85" providerId="ADAL" clId="{E1280F1A-8918-4839-95E4-0358CF07C595}" dt="2023-04-02T11:14:45.517" v="165" actId="403"/>
        <pc:sldMkLst>
          <pc:docMk/>
          <pc:sldMk cId="0" sldId="298"/>
        </pc:sldMkLst>
        <pc:spChg chg="mod">
          <ac:chgData name="Asif Muhammad" userId="6b0af2cb-2f76-400b-94d9-178b55ef4f85" providerId="ADAL" clId="{E1280F1A-8918-4839-95E4-0358CF07C595}" dt="2023-04-02T10:12:45.893" v="13"/>
          <ac:spMkLst>
            <pc:docMk/>
            <pc:sldMk cId="0" sldId="298"/>
            <ac:spMk id="485" creationId="{00000000-0000-0000-0000-000000000000}"/>
          </ac:spMkLst>
        </pc:spChg>
        <pc:spChg chg="mod">
          <ac:chgData name="Asif Muhammad" userId="6b0af2cb-2f76-400b-94d9-178b55ef4f85" providerId="ADAL" clId="{E1280F1A-8918-4839-95E4-0358CF07C595}" dt="2023-04-02T10:12:45.893" v="13"/>
          <ac:spMkLst>
            <pc:docMk/>
            <pc:sldMk cId="0" sldId="298"/>
            <ac:spMk id="486" creationId="{00000000-0000-0000-0000-000000000000}"/>
          </ac:spMkLst>
        </pc:spChg>
        <pc:graphicFrameChg chg="modGraphic">
          <ac:chgData name="Asif Muhammad" userId="6b0af2cb-2f76-400b-94d9-178b55ef4f85" providerId="ADAL" clId="{E1280F1A-8918-4839-95E4-0358CF07C595}" dt="2023-04-02T11:14:45.517" v="165" actId="403"/>
          <ac:graphicFrameMkLst>
            <pc:docMk/>
            <pc:sldMk cId="0" sldId="298"/>
            <ac:graphicFrameMk id="487"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299"/>
        </pc:sldMkLst>
        <pc:spChg chg="mod">
          <ac:chgData name="Asif Muhammad" userId="6b0af2cb-2f76-400b-94d9-178b55ef4f85" providerId="ADAL" clId="{E1280F1A-8918-4839-95E4-0358CF07C595}" dt="2023-04-02T10:12:45.893" v="13"/>
          <ac:spMkLst>
            <pc:docMk/>
            <pc:sldMk cId="0" sldId="299"/>
            <ac:spMk id="493" creationId="{00000000-0000-0000-0000-000000000000}"/>
          </ac:spMkLst>
        </pc:spChg>
        <pc:spChg chg="mod">
          <ac:chgData name="Asif Muhammad" userId="6b0af2cb-2f76-400b-94d9-178b55ef4f85" providerId="ADAL" clId="{E1280F1A-8918-4839-95E4-0358CF07C595}" dt="2023-04-02T10:12:45.893" v="13"/>
          <ac:spMkLst>
            <pc:docMk/>
            <pc:sldMk cId="0" sldId="299"/>
            <ac:spMk id="494" creationId="{00000000-0000-0000-0000-000000000000}"/>
          </ac:spMkLst>
        </pc:spChg>
      </pc:sldChg>
      <pc:sldChg chg="modSp">
        <pc:chgData name="Asif Muhammad" userId="6b0af2cb-2f76-400b-94d9-178b55ef4f85" providerId="ADAL" clId="{E1280F1A-8918-4839-95E4-0358CF07C595}" dt="2023-04-02T10:12:45.893" v="13"/>
        <pc:sldMkLst>
          <pc:docMk/>
          <pc:sldMk cId="0" sldId="300"/>
        </pc:sldMkLst>
        <pc:spChg chg="mod">
          <ac:chgData name="Asif Muhammad" userId="6b0af2cb-2f76-400b-94d9-178b55ef4f85" providerId="ADAL" clId="{E1280F1A-8918-4839-95E4-0358CF07C595}" dt="2023-04-02T10:12:45.893" v="13"/>
          <ac:spMkLst>
            <pc:docMk/>
            <pc:sldMk cId="0" sldId="300"/>
            <ac:spMk id="502" creationId="{00000000-0000-0000-0000-000000000000}"/>
          </ac:spMkLst>
        </pc:spChg>
        <pc:spChg chg="mod">
          <ac:chgData name="Asif Muhammad" userId="6b0af2cb-2f76-400b-94d9-178b55ef4f85" providerId="ADAL" clId="{E1280F1A-8918-4839-95E4-0358CF07C595}" dt="2023-04-02T10:12:45.893" v="13"/>
          <ac:spMkLst>
            <pc:docMk/>
            <pc:sldMk cId="0" sldId="300"/>
            <ac:spMk id="503" creationId="{00000000-0000-0000-0000-000000000000}"/>
          </ac:spMkLst>
        </pc:spChg>
      </pc:sldChg>
      <pc:sldChg chg="modSp mod">
        <pc:chgData name="Asif Muhammad" userId="6b0af2cb-2f76-400b-94d9-178b55ef4f85" providerId="ADAL" clId="{E1280F1A-8918-4839-95E4-0358CF07C595}" dt="2023-04-02T11:14:19.704" v="164" actId="403"/>
        <pc:sldMkLst>
          <pc:docMk/>
          <pc:sldMk cId="0" sldId="301"/>
        </pc:sldMkLst>
        <pc:spChg chg="mod">
          <ac:chgData name="Asif Muhammad" userId="6b0af2cb-2f76-400b-94d9-178b55ef4f85" providerId="ADAL" clId="{E1280F1A-8918-4839-95E4-0358CF07C595}" dt="2023-04-02T10:12:45.893" v="13"/>
          <ac:spMkLst>
            <pc:docMk/>
            <pc:sldMk cId="0" sldId="301"/>
            <ac:spMk id="510" creationId="{00000000-0000-0000-0000-000000000000}"/>
          </ac:spMkLst>
        </pc:spChg>
        <pc:spChg chg="mod">
          <ac:chgData name="Asif Muhammad" userId="6b0af2cb-2f76-400b-94d9-178b55ef4f85" providerId="ADAL" clId="{E1280F1A-8918-4839-95E4-0358CF07C595}" dt="2023-04-02T10:12:45.893" v="13"/>
          <ac:spMkLst>
            <pc:docMk/>
            <pc:sldMk cId="0" sldId="301"/>
            <ac:spMk id="511" creationId="{00000000-0000-0000-0000-000000000000}"/>
          </ac:spMkLst>
        </pc:spChg>
        <pc:graphicFrameChg chg="modGraphic">
          <ac:chgData name="Asif Muhammad" userId="6b0af2cb-2f76-400b-94d9-178b55ef4f85" providerId="ADAL" clId="{E1280F1A-8918-4839-95E4-0358CF07C595}" dt="2023-04-02T11:14:19.704" v="164" actId="403"/>
          <ac:graphicFrameMkLst>
            <pc:docMk/>
            <pc:sldMk cId="0" sldId="301"/>
            <ac:graphicFrameMk id="512" creationId="{00000000-0000-0000-0000-000000000000}"/>
          </ac:graphicFrameMkLst>
        </pc:graphicFrameChg>
      </pc:sldChg>
      <pc:sldChg chg="modSp mod">
        <pc:chgData name="Asif Muhammad" userId="6b0af2cb-2f76-400b-94d9-178b55ef4f85" providerId="ADAL" clId="{E1280F1A-8918-4839-95E4-0358CF07C595}" dt="2023-04-02T11:14:13.699" v="163" actId="404"/>
        <pc:sldMkLst>
          <pc:docMk/>
          <pc:sldMk cId="0" sldId="302"/>
        </pc:sldMkLst>
        <pc:spChg chg="mod">
          <ac:chgData name="Asif Muhammad" userId="6b0af2cb-2f76-400b-94d9-178b55ef4f85" providerId="ADAL" clId="{E1280F1A-8918-4839-95E4-0358CF07C595}" dt="2023-04-02T10:12:45.893" v="13"/>
          <ac:spMkLst>
            <pc:docMk/>
            <pc:sldMk cId="0" sldId="302"/>
            <ac:spMk id="518" creationId="{00000000-0000-0000-0000-000000000000}"/>
          </ac:spMkLst>
        </pc:spChg>
        <pc:spChg chg="mod">
          <ac:chgData name="Asif Muhammad" userId="6b0af2cb-2f76-400b-94d9-178b55ef4f85" providerId="ADAL" clId="{E1280F1A-8918-4839-95E4-0358CF07C595}" dt="2023-04-02T10:12:45.893" v="13"/>
          <ac:spMkLst>
            <pc:docMk/>
            <pc:sldMk cId="0" sldId="302"/>
            <ac:spMk id="519" creationId="{00000000-0000-0000-0000-000000000000}"/>
          </ac:spMkLst>
        </pc:spChg>
        <pc:graphicFrameChg chg="modGraphic">
          <ac:chgData name="Asif Muhammad" userId="6b0af2cb-2f76-400b-94d9-178b55ef4f85" providerId="ADAL" clId="{E1280F1A-8918-4839-95E4-0358CF07C595}" dt="2023-04-02T11:14:13.699" v="163" actId="404"/>
          <ac:graphicFrameMkLst>
            <pc:docMk/>
            <pc:sldMk cId="0" sldId="302"/>
            <ac:graphicFrameMk id="520" creationId="{00000000-0000-0000-0000-000000000000}"/>
          </ac:graphicFrameMkLst>
        </pc:graphicFrameChg>
      </pc:sldChg>
      <pc:sldChg chg="modSp mod">
        <pc:chgData name="Asif Muhammad" userId="6b0af2cb-2f76-400b-94d9-178b55ef4f85" providerId="ADAL" clId="{E1280F1A-8918-4839-95E4-0358CF07C595}" dt="2023-04-02T11:13:56.146" v="161" actId="14100"/>
        <pc:sldMkLst>
          <pc:docMk/>
          <pc:sldMk cId="0" sldId="303"/>
        </pc:sldMkLst>
        <pc:spChg chg="mod">
          <ac:chgData name="Asif Muhammad" userId="6b0af2cb-2f76-400b-94d9-178b55ef4f85" providerId="ADAL" clId="{E1280F1A-8918-4839-95E4-0358CF07C595}" dt="2023-04-02T10:12:45.893" v="13"/>
          <ac:spMkLst>
            <pc:docMk/>
            <pc:sldMk cId="0" sldId="303"/>
            <ac:spMk id="526" creationId="{00000000-0000-0000-0000-000000000000}"/>
          </ac:spMkLst>
        </pc:spChg>
        <pc:spChg chg="mod">
          <ac:chgData name="Asif Muhammad" userId="6b0af2cb-2f76-400b-94d9-178b55ef4f85" providerId="ADAL" clId="{E1280F1A-8918-4839-95E4-0358CF07C595}" dt="2023-04-02T10:12:45.893" v="13"/>
          <ac:spMkLst>
            <pc:docMk/>
            <pc:sldMk cId="0" sldId="303"/>
            <ac:spMk id="527" creationId="{00000000-0000-0000-0000-000000000000}"/>
          </ac:spMkLst>
        </pc:spChg>
        <pc:graphicFrameChg chg="mod modGraphic">
          <ac:chgData name="Asif Muhammad" userId="6b0af2cb-2f76-400b-94d9-178b55ef4f85" providerId="ADAL" clId="{E1280F1A-8918-4839-95E4-0358CF07C595}" dt="2023-04-02T11:13:56.146" v="161" actId="14100"/>
          <ac:graphicFrameMkLst>
            <pc:docMk/>
            <pc:sldMk cId="0" sldId="303"/>
            <ac:graphicFrameMk id="528"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304"/>
        </pc:sldMkLst>
        <pc:spChg chg="mod">
          <ac:chgData name="Asif Muhammad" userId="6b0af2cb-2f76-400b-94d9-178b55ef4f85" providerId="ADAL" clId="{E1280F1A-8918-4839-95E4-0358CF07C595}" dt="2023-04-02T10:12:45.893" v="13"/>
          <ac:spMkLst>
            <pc:docMk/>
            <pc:sldMk cId="0" sldId="304"/>
            <ac:spMk id="534" creationId="{00000000-0000-0000-0000-000000000000}"/>
          </ac:spMkLst>
        </pc:spChg>
        <pc:spChg chg="mod">
          <ac:chgData name="Asif Muhammad" userId="6b0af2cb-2f76-400b-94d9-178b55ef4f85" providerId="ADAL" clId="{E1280F1A-8918-4839-95E4-0358CF07C595}" dt="2023-04-02T10:12:45.893" v="13"/>
          <ac:spMkLst>
            <pc:docMk/>
            <pc:sldMk cId="0" sldId="304"/>
            <ac:spMk id="535" creationId="{00000000-0000-0000-0000-000000000000}"/>
          </ac:spMkLst>
        </pc:spChg>
      </pc:sldChg>
      <pc:sldChg chg="modSp mod">
        <pc:chgData name="Asif Muhammad" userId="6b0af2cb-2f76-400b-94d9-178b55ef4f85" providerId="ADAL" clId="{E1280F1A-8918-4839-95E4-0358CF07C595}" dt="2023-04-02T11:13:28.929" v="159" actId="404"/>
        <pc:sldMkLst>
          <pc:docMk/>
          <pc:sldMk cId="0" sldId="305"/>
        </pc:sldMkLst>
        <pc:spChg chg="mod">
          <ac:chgData name="Asif Muhammad" userId="6b0af2cb-2f76-400b-94d9-178b55ef4f85" providerId="ADAL" clId="{E1280F1A-8918-4839-95E4-0358CF07C595}" dt="2023-04-02T10:12:45.893" v="13"/>
          <ac:spMkLst>
            <pc:docMk/>
            <pc:sldMk cId="0" sldId="305"/>
            <ac:spMk id="544" creationId="{00000000-0000-0000-0000-000000000000}"/>
          </ac:spMkLst>
        </pc:spChg>
        <pc:spChg chg="mod">
          <ac:chgData name="Asif Muhammad" userId="6b0af2cb-2f76-400b-94d9-178b55ef4f85" providerId="ADAL" clId="{E1280F1A-8918-4839-95E4-0358CF07C595}" dt="2023-04-02T10:12:45.893" v="13"/>
          <ac:spMkLst>
            <pc:docMk/>
            <pc:sldMk cId="0" sldId="305"/>
            <ac:spMk id="545" creationId="{00000000-0000-0000-0000-000000000000}"/>
          </ac:spMkLst>
        </pc:spChg>
        <pc:graphicFrameChg chg="modGraphic">
          <ac:chgData name="Asif Muhammad" userId="6b0af2cb-2f76-400b-94d9-178b55ef4f85" providerId="ADAL" clId="{E1280F1A-8918-4839-95E4-0358CF07C595}" dt="2023-04-02T11:13:28.929" v="159" actId="404"/>
          <ac:graphicFrameMkLst>
            <pc:docMk/>
            <pc:sldMk cId="0" sldId="305"/>
            <ac:graphicFrameMk id="546" creationId="{00000000-0000-0000-0000-000000000000}"/>
          </ac:graphicFrameMkLst>
        </pc:graphicFrameChg>
      </pc:sldChg>
      <pc:sldChg chg="modSp mod">
        <pc:chgData name="Asif Muhammad" userId="6b0af2cb-2f76-400b-94d9-178b55ef4f85" providerId="ADAL" clId="{E1280F1A-8918-4839-95E4-0358CF07C595}" dt="2023-04-02T11:13:04.938" v="157" actId="404"/>
        <pc:sldMkLst>
          <pc:docMk/>
          <pc:sldMk cId="0" sldId="306"/>
        </pc:sldMkLst>
        <pc:spChg chg="mod">
          <ac:chgData name="Asif Muhammad" userId="6b0af2cb-2f76-400b-94d9-178b55ef4f85" providerId="ADAL" clId="{E1280F1A-8918-4839-95E4-0358CF07C595}" dt="2023-04-02T10:12:45.893" v="13"/>
          <ac:spMkLst>
            <pc:docMk/>
            <pc:sldMk cId="0" sldId="306"/>
            <ac:spMk id="552" creationId="{00000000-0000-0000-0000-000000000000}"/>
          </ac:spMkLst>
        </pc:spChg>
        <pc:spChg chg="mod">
          <ac:chgData name="Asif Muhammad" userId="6b0af2cb-2f76-400b-94d9-178b55ef4f85" providerId="ADAL" clId="{E1280F1A-8918-4839-95E4-0358CF07C595}" dt="2023-04-02T10:12:45.893" v="13"/>
          <ac:spMkLst>
            <pc:docMk/>
            <pc:sldMk cId="0" sldId="306"/>
            <ac:spMk id="553" creationId="{00000000-0000-0000-0000-000000000000}"/>
          </ac:spMkLst>
        </pc:spChg>
        <pc:graphicFrameChg chg="modGraphic">
          <ac:chgData name="Asif Muhammad" userId="6b0af2cb-2f76-400b-94d9-178b55ef4f85" providerId="ADAL" clId="{E1280F1A-8918-4839-95E4-0358CF07C595}" dt="2023-04-02T11:13:04.938" v="157" actId="404"/>
          <ac:graphicFrameMkLst>
            <pc:docMk/>
            <pc:sldMk cId="0" sldId="306"/>
            <ac:graphicFrameMk id="554"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307"/>
        </pc:sldMkLst>
        <pc:spChg chg="mod">
          <ac:chgData name="Asif Muhammad" userId="6b0af2cb-2f76-400b-94d9-178b55ef4f85" providerId="ADAL" clId="{E1280F1A-8918-4839-95E4-0358CF07C595}" dt="2023-04-02T10:12:45.893" v="13"/>
          <ac:spMkLst>
            <pc:docMk/>
            <pc:sldMk cId="0" sldId="307"/>
            <ac:spMk id="560" creationId="{00000000-0000-0000-0000-000000000000}"/>
          </ac:spMkLst>
        </pc:spChg>
        <pc:spChg chg="mod">
          <ac:chgData name="Asif Muhammad" userId="6b0af2cb-2f76-400b-94d9-178b55ef4f85" providerId="ADAL" clId="{E1280F1A-8918-4839-95E4-0358CF07C595}" dt="2023-04-02T10:12:45.893" v="13"/>
          <ac:spMkLst>
            <pc:docMk/>
            <pc:sldMk cId="0" sldId="307"/>
            <ac:spMk id="561" creationId="{00000000-0000-0000-0000-000000000000}"/>
          </ac:spMkLst>
        </pc:spChg>
      </pc:sldChg>
      <pc:sldChg chg="modSp mod">
        <pc:chgData name="Asif Muhammad" userId="6b0af2cb-2f76-400b-94d9-178b55ef4f85" providerId="ADAL" clId="{E1280F1A-8918-4839-95E4-0358CF07C595}" dt="2023-04-02T11:12:31.054" v="154" actId="1076"/>
        <pc:sldMkLst>
          <pc:docMk/>
          <pc:sldMk cId="0" sldId="308"/>
        </pc:sldMkLst>
        <pc:spChg chg="mod">
          <ac:chgData name="Asif Muhammad" userId="6b0af2cb-2f76-400b-94d9-178b55ef4f85" providerId="ADAL" clId="{E1280F1A-8918-4839-95E4-0358CF07C595}" dt="2023-04-02T10:12:45.893" v="13"/>
          <ac:spMkLst>
            <pc:docMk/>
            <pc:sldMk cId="0" sldId="308"/>
            <ac:spMk id="568" creationId="{00000000-0000-0000-0000-000000000000}"/>
          </ac:spMkLst>
        </pc:spChg>
        <pc:spChg chg="mod">
          <ac:chgData name="Asif Muhammad" userId="6b0af2cb-2f76-400b-94d9-178b55ef4f85" providerId="ADAL" clId="{E1280F1A-8918-4839-95E4-0358CF07C595}" dt="2023-04-02T10:12:45.893" v="13"/>
          <ac:spMkLst>
            <pc:docMk/>
            <pc:sldMk cId="0" sldId="308"/>
            <ac:spMk id="569" creationId="{00000000-0000-0000-0000-000000000000}"/>
          </ac:spMkLst>
        </pc:spChg>
        <pc:graphicFrameChg chg="mod modGraphic">
          <ac:chgData name="Asif Muhammad" userId="6b0af2cb-2f76-400b-94d9-178b55ef4f85" providerId="ADAL" clId="{E1280F1A-8918-4839-95E4-0358CF07C595}" dt="2023-04-02T11:12:31.054" v="154" actId="1076"/>
          <ac:graphicFrameMkLst>
            <pc:docMk/>
            <pc:sldMk cId="0" sldId="308"/>
            <ac:graphicFrameMk id="570" creationId="{00000000-0000-0000-0000-000000000000}"/>
          </ac:graphicFrameMkLst>
        </pc:graphicFrameChg>
      </pc:sldChg>
      <pc:sldChg chg="modSp mod">
        <pc:chgData name="Asif Muhammad" userId="6b0af2cb-2f76-400b-94d9-178b55ef4f85" providerId="ADAL" clId="{E1280F1A-8918-4839-95E4-0358CF07C595}" dt="2023-04-02T11:12:15.873" v="152" actId="404"/>
        <pc:sldMkLst>
          <pc:docMk/>
          <pc:sldMk cId="0" sldId="309"/>
        </pc:sldMkLst>
        <pc:spChg chg="mod">
          <ac:chgData name="Asif Muhammad" userId="6b0af2cb-2f76-400b-94d9-178b55ef4f85" providerId="ADAL" clId="{E1280F1A-8918-4839-95E4-0358CF07C595}" dt="2023-04-02T10:12:45.893" v="13"/>
          <ac:spMkLst>
            <pc:docMk/>
            <pc:sldMk cId="0" sldId="309"/>
            <ac:spMk id="576" creationId="{00000000-0000-0000-0000-000000000000}"/>
          </ac:spMkLst>
        </pc:spChg>
        <pc:spChg chg="mod">
          <ac:chgData name="Asif Muhammad" userId="6b0af2cb-2f76-400b-94d9-178b55ef4f85" providerId="ADAL" clId="{E1280F1A-8918-4839-95E4-0358CF07C595}" dt="2023-04-02T10:12:45.893" v="13"/>
          <ac:spMkLst>
            <pc:docMk/>
            <pc:sldMk cId="0" sldId="309"/>
            <ac:spMk id="577" creationId="{00000000-0000-0000-0000-000000000000}"/>
          </ac:spMkLst>
        </pc:spChg>
        <pc:graphicFrameChg chg="modGraphic">
          <ac:chgData name="Asif Muhammad" userId="6b0af2cb-2f76-400b-94d9-178b55ef4f85" providerId="ADAL" clId="{E1280F1A-8918-4839-95E4-0358CF07C595}" dt="2023-04-02T11:12:15.873" v="152" actId="404"/>
          <ac:graphicFrameMkLst>
            <pc:docMk/>
            <pc:sldMk cId="0" sldId="309"/>
            <ac:graphicFrameMk id="578" creationId="{00000000-0000-0000-0000-000000000000}"/>
          </ac:graphicFrameMkLst>
        </pc:graphicFrameChg>
      </pc:sldChg>
      <pc:sldChg chg="modSp mod">
        <pc:chgData name="Asif Muhammad" userId="6b0af2cb-2f76-400b-94d9-178b55ef4f85" providerId="ADAL" clId="{E1280F1A-8918-4839-95E4-0358CF07C595}" dt="2023-04-02T11:09:23.761" v="149" actId="404"/>
        <pc:sldMkLst>
          <pc:docMk/>
          <pc:sldMk cId="0" sldId="310"/>
        </pc:sldMkLst>
        <pc:spChg chg="mod">
          <ac:chgData name="Asif Muhammad" userId="6b0af2cb-2f76-400b-94d9-178b55ef4f85" providerId="ADAL" clId="{E1280F1A-8918-4839-95E4-0358CF07C595}" dt="2023-04-02T10:12:45.893" v="13"/>
          <ac:spMkLst>
            <pc:docMk/>
            <pc:sldMk cId="0" sldId="310"/>
            <ac:spMk id="584" creationId="{00000000-0000-0000-0000-000000000000}"/>
          </ac:spMkLst>
        </pc:spChg>
        <pc:spChg chg="mod">
          <ac:chgData name="Asif Muhammad" userId="6b0af2cb-2f76-400b-94d9-178b55ef4f85" providerId="ADAL" clId="{E1280F1A-8918-4839-95E4-0358CF07C595}" dt="2023-04-02T10:12:45.893" v="13"/>
          <ac:spMkLst>
            <pc:docMk/>
            <pc:sldMk cId="0" sldId="310"/>
            <ac:spMk id="585" creationId="{00000000-0000-0000-0000-000000000000}"/>
          </ac:spMkLst>
        </pc:spChg>
        <pc:graphicFrameChg chg="modGraphic">
          <ac:chgData name="Asif Muhammad" userId="6b0af2cb-2f76-400b-94d9-178b55ef4f85" providerId="ADAL" clId="{E1280F1A-8918-4839-95E4-0358CF07C595}" dt="2023-04-02T11:09:23.761" v="149" actId="404"/>
          <ac:graphicFrameMkLst>
            <pc:docMk/>
            <pc:sldMk cId="0" sldId="310"/>
            <ac:graphicFrameMk id="586"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311"/>
        </pc:sldMkLst>
        <pc:spChg chg="mod">
          <ac:chgData name="Asif Muhammad" userId="6b0af2cb-2f76-400b-94d9-178b55ef4f85" providerId="ADAL" clId="{E1280F1A-8918-4839-95E4-0358CF07C595}" dt="2023-04-02T10:12:45.893" v="13"/>
          <ac:spMkLst>
            <pc:docMk/>
            <pc:sldMk cId="0" sldId="311"/>
            <ac:spMk id="592" creationId="{00000000-0000-0000-0000-000000000000}"/>
          </ac:spMkLst>
        </pc:spChg>
        <pc:spChg chg="mod">
          <ac:chgData name="Asif Muhammad" userId="6b0af2cb-2f76-400b-94d9-178b55ef4f85" providerId="ADAL" clId="{E1280F1A-8918-4839-95E4-0358CF07C595}" dt="2023-04-02T10:12:45.893" v="13"/>
          <ac:spMkLst>
            <pc:docMk/>
            <pc:sldMk cId="0" sldId="311"/>
            <ac:spMk id="593" creationId="{00000000-0000-0000-0000-000000000000}"/>
          </ac:spMkLst>
        </pc:spChg>
      </pc:sldChg>
      <pc:sldChg chg="modSp mod">
        <pc:chgData name="Asif Muhammad" userId="6b0af2cb-2f76-400b-94d9-178b55ef4f85" providerId="ADAL" clId="{E1280F1A-8918-4839-95E4-0358CF07C595}" dt="2023-04-02T11:08:55.042" v="144" actId="404"/>
        <pc:sldMkLst>
          <pc:docMk/>
          <pc:sldMk cId="0" sldId="312"/>
        </pc:sldMkLst>
        <pc:spChg chg="mod">
          <ac:chgData name="Asif Muhammad" userId="6b0af2cb-2f76-400b-94d9-178b55ef4f85" providerId="ADAL" clId="{E1280F1A-8918-4839-95E4-0358CF07C595}" dt="2023-04-02T10:12:45.893" v="13"/>
          <ac:spMkLst>
            <pc:docMk/>
            <pc:sldMk cId="0" sldId="312"/>
            <ac:spMk id="600" creationId="{00000000-0000-0000-0000-000000000000}"/>
          </ac:spMkLst>
        </pc:spChg>
        <pc:spChg chg="mod">
          <ac:chgData name="Asif Muhammad" userId="6b0af2cb-2f76-400b-94d9-178b55ef4f85" providerId="ADAL" clId="{E1280F1A-8918-4839-95E4-0358CF07C595}" dt="2023-04-02T10:12:45.893" v="13"/>
          <ac:spMkLst>
            <pc:docMk/>
            <pc:sldMk cId="0" sldId="312"/>
            <ac:spMk id="601" creationId="{00000000-0000-0000-0000-000000000000}"/>
          </ac:spMkLst>
        </pc:spChg>
        <pc:graphicFrameChg chg="modGraphic">
          <ac:chgData name="Asif Muhammad" userId="6b0af2cb-2f76-400b-94d9-178b55ef4f85" providerId="ADAL" clId="{E1280F1A-8918-4839-95E4-0358CF07C595}" dt="2023-04-02T11:08:55.042" v="144" actId="404"/>
          <ac:graphicFrameMkLst>
            <pc:docMk/>
            <pc:sldMk cId="0" sldId="312"/>
            <ac:graphicFrameMk id="602" creationId="{00000000-0000-0000-0000-000000000000}"/>
          </ac:graphicFrameMkLst>
        </pc:graphicFrameChg>
      </pc:sldChg>
      <pc:sldChg chg="modSp mod">
        <pc:chgData name="Asif Muhammad" userId="6b0af2cb-2f76-400b-94d9-178b55ef4f85" providerId="ADAL" clId="{E1280F1A-8918-4839-95E4-0358CF07C595}" dt="2023-04-02T11:08:22.908" v="141" actId="403"/>
        <pc:sldMkLst>
          <pc:docMk/>
          <pc:sldMk cId="0" sldId="313"/>
        </pc:sldMkLst>
        <pc:spChg chg="mod">
          <ac:chgData name="Asif Muhammad" userId="6b0af2cb-2f76-400b-94d9-178b55ef4f85" providerId="ADAL" clId="{E1280F1A-8918-4839-95E4-0358CF07C595}" dt="2023-04-02T10:12:45.893" v="13"/>
          <ac:spMkLst>
            <pc:docMk/>
            <pc:sldMk cId="0" sldId="313"/>
            <ac:spMk id="608" creationId="{00000000-0000-0000-0000-000000000000}"/>
          </ac:spMkLst>
        </pc:spChg>
        <pc:spChg chg="mod">
          <ac:chgData name="Asif Muhammad" userId="6b0af2cb-2f76-400b-94d9-178b55ef4f85" providerId="ADAL" clId="{E1280F1A-8918-4839-95E4-0358CF07C595}" dt="2023-04-02T10:12:45.893" v="13"/>
          <ac:spMkLst>
            <pc:docMk/>
            <pc:sldMk cId="0" sldId="313"/>
            <ac:spMk id="609" creationId="{00000000-0000-0000-0000-000000000000}"/>
          </ac:spMkLst>
        </pc:spChg>
        <pc:graphicFrameChg chg="modGraphic">
          <ac:chgData name="Asif Muhammad" userId="6b0af2cb-2f76-400b-94d9-178b55ef4f85" providerId="ADAL" clId="{E1280F1A-8918-4839-95E4-0358CF07C595}" dt="2023-04-02T11:08:22.908" v="141" actId="403"/>
          <ac:graphicFrameMkLst>
            <pc:docMk/>
            <pc:sldMk cId="0" sldId="313"/>
            <ac:graphicFrameMk id="610" creationId="{00000000-0000-0000-0000-000000000000}"/>
          </ac:graphicFrameMkLst>
        </pc:graphicFrameChg>
      </pc:sldChg>
      <pc:sldChg chg="modSp mod">
        <pc:chgData name="Asif Muhammad" userId="6b0af2cb-2f76-400b-94d9-178b55ef4f85" providerId="ADAL" clId="{E1280F1A-8918-4839-95E4-0358CF07C595}" dt="2023-04-02T11:07:16.712" v="137" actId="404"/>
        <pc:sldMkLst>
          <pc:docMk/>
          <pc:sldMk cId="0" sldId="314"/>
        </pc:sldMkLst>
        <pc:spChg chg="mod">
          <ac:chgData name="Asif Muhammad" userId="6b0af2cb-2f76-400b-94d9-178b55ef4f85" providerId="ADAL" clId="{E1280F1A-8918-4839-95E4-0358CF07C595}" dt="2023-04-02T10:12:45.893" v="13"/>
          <ac:spMkLst>
            <pc:docMk/>
            <pc:sldMk cId="0" sldId="314"/>
            <ac:spMk id="616" creationId="{00000000-0000-0000-0000-000000000000}"/>
          </ac:spMkLst>
        </pc:spChg>
        <pc:spChg chg="mod">
          <ac:chgData name="Asif Muhammad" userId="6b0af2cb-2f76-400b-94d9-178b55ef4f85" providerId="ADAL" clId="{E1280F1A-8918-4839-95E4-0358CF07C595}" dt="2023-04-02T10:12:45.893" v="13"/>
          <ac:spMkLst>
            <pc:docMk/>
            <pc:sldMk cId="0" sldId="314"/>
            <ac:spMk id="617" creationId="{00000000-0000-0000-0000-000000000000}"/>
          </ac:spMkLst>
        </pc:spChg>
        <pc:graphicFrameChg chg="modGraphic">
          <ac:chgData name="Asif Muhammad" userId="6b0af2cb-2f76-400b-94d9-178b55ef4f85" providerId="ADAL" clId="{E1280F1A-8918-4839-95E4-0358CF07C595}" dt="2023-04-02T11:07:16.712" v="137" actId="404"/>
          <ac:graphicFrameMkLst>
            <pc:docMk/>
            <pc:sldMk cId="0" sldId="314"/>
            <ac:graphicFrameMk id="618"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315"/>
        </pc:sldMkLst>
        <pc:spChg chg="mod">
          <ac:chgData name="Asif Muhammad" userId="6b0af2cb-2f76-400b-94d9-178b55ef4f85" providerId="ADAL" clId="{E1280F1A-8918-4839-95E4-0358CF07C595}" dt="2023-04-02T10:12:45.893" v="13"/>
          <ac:spMkLst>
            <pc:docMk/>
            <pc:sldMk cId="0" sldId="315"/>
            <ac:spMk id="624" creationId="{00000000-0000-0000-0000-000000000000}"/>
          </ac:spMkLst>
        </pc:spChg>
        <pc:spChg chg="mod">
          <ac:chgData name="Asif Muhammad" userId="6b0af2cb-2f76-400b-94d9-178b55ef4f85" providerId="ADAL" clId="{E1280F1A-8918-4839-95E4-0358CF07C595}" dt="2023-04-02T10:12:45.893" v="13"/>
          <ac:spMkLst>
            <pc:docMk/>
            <pc:sldMk cId="0" sldId="315"/>
            <ac:spMk id="625" creationId="{00000000-0000-0000-0000-000000000000}"/>
          </ac:spMkLst>
        </pc:spChg>
      </pc:sldChg>
      <pc:sldChg chg="modSp mod">
        <pc:chgData name="Asif Muhammad" userId="6b0af2cb-2f76-400b-94d9-178b55ef4f85" providerId="ADAL" clId="{E1280F1A-8918-4839-95E4-0358CF07C595}" dt="2023-04-02T11:06:43.913" v="134" actId="403"/>
        <pc:sldMkLst>
          <pc:docMk/>
          <pc:sldMk cId="0" sldId="316"/>
        </pc:sldMkLst>
        <pc:spChg chg="mod">
          <ac:chgData name="Asif Muhammad" userId="6b0af2cb-2f76-400b-94d9-178b55ef4f85" providerId="ADAL" clId="{E1280F1A-8918-4839-95E4-0358CF07C595}" dt="2023-04-02T10:12:45.893" v="13"/>
          <ac:spMkLst>
            <pc:docMk/>
            <pc:sldMk cId="0" sldId="316"/>
            <ac:spMk id="633" creationId="{00000000-0000-0000-0000-000000000000}"/>
          </ac:spMkLst>
        </pc:spChg>
        <pc:spChg chg="mod">
          <ac:chgData name="Asif Muhammad" userId="6b0af2cb-2f76-400b-94d9-178b55ef4f85" providerId="ADAL" clId="{E1280F1A-8918-4839-95E4-0358CF07C595}" dt="2023-04-02T10:12:45.893" v="13"/>
          <ac:spMkLst>
            <pc:docMk/>
            <pc:sldMk cId="0" sldId="316"/>
            <ac:spMk id="634" creationId="{00000000-0000-0000-0000-000000000000}"/>
          </ac:spMkLst>
        </pc:spChg>
        <pc:graphicFrameChg chg="modGraphic">
          <ac:chgData name="Asif Muhammad" userId="6b0af2cb-2f76-400b-94d9-178b55ef4f85" providerId="ADAL" clId="{E1280F1A-8918-4839-95E4-0358CF07C595}" dt="2023-04-02T11:06:43.913" v="134" actId="403"/>
          <ac:graphicFrameMkLst>
            <pc:docMk/>
            <pc:sldMk cId="0" sldId="316"/>
            <ac:graphicFrameMk id="635" creationId="{00000000-0000-0000-0000-000000000000}"/>
          </ac:graphicFrameMkLst>
        </pc:graphicFrameChg>
      </pc:sldChg>
      <pc:sldChg chg="modSp mod">
        <pc:chgData name="Asif Muhammad" userId="6b0af2cb-2f76-400b-94d9-178b55ef4f85" providerId="ADAL" clId="{E1280F1A-8918-4839-95E4-0358CF07C595}" dt="2023-04-02T11:06:22.977" v="133" actId="1076"/>
        <pc:sldMkLst>
          <pc:docMk/>
          <pc:sldMk cId="0" sldId="317"/>
        </pc:sldMkLst>
        <pc:spChg chg="mod">
          <ac:chgData name="Asif Muhammad" userId="6b0af2cb-2f76-400b-94d9-178b55ef4f85" providerId="ADAL" clId="{E1280F1A-8918-4839-95E4-0358CF07C595}" dt="2023-04-02T10:12:45.893" v="13"/>
          <ac:spMkLst>
            <pc:docMk/>
            <pc:sldMk cId="0" sldId="317"/>
            <ac:spMk id="641" creationId="{00000000-0000-0000-0000-000000000000}"/>
          </ac:spMkLst>
        </pc:spChg>
        <pc:spChg chg="mod">
          <ac:chgData name="Asif Muhammad" userId="6b0af2cb-2f76-400b-94d9-178b55ef4f85" providerId="ADAL" clId="{E1280F1A-8918-4839-95E4-0358CF07C595}" dt="2023-04-02T10:12:45.893" v="13"/>
          <ac:spMkLst>
            <pc:docMk/>
            <pc:sldMk cId="0" sldId="317"/>
            <ac:spMk id="642" creationId="{00000000-0000-0000-0000-000000000000}"/>
          </ac:spMkLst>
        </pc:spChg>
        <pc:graphicFrameChg chg="modGraphic">
          <ac:chgData name="Asif Muhammad" userId="6b0af2cb-2f76-400b-94d9-178b55ef4f85" providerId="ADAL" clId="{E1280F1A-8918-4839-95E4-0358CF07C595}" dt="2023-04-02T11:06:12.826" v="132" actId="403"/>
          <ac:graphicFrameMkLst>
            <pc:docMk/>
            <pc:sldMk cId="0" sldId="317"/>
            <ac:graphicFrameMk id="643" creationId="{00000000-0000-0000-0000-000000000000}"/>
          </ac:graphicFrameMkLst>
        </pc:graphicFrameChg>
        <pc:picChg chg="mod">
          <ac:chgData name="Asif Muhammad" userId="6b0af2cb-2f76-400b-94d9-178b55ef4f85" providerId="ADAL" clId="{E1280F1A-8918-4839-95E4-0358CF07C595}" dt="2023-04-02T11:06:22.977" v="133" actId="1076"/>
          <ac:picMkLst>
            <pc:docMk/>
            <pc:sldMk cId="0" sldId="317"/>
            <ac:picMk id="644" creationId="{00000000-0000-0000-0000-000000000000}"/>
          </ac:picMkLst>
        </pc:picChg>
      </pc:sldChg>
      <pc:sldChg chg="modSp mod">
        <pc:chgData name="Asif Muhammad" userId="6b0af2cb-2f76-400b-94d9-178b55ef4f85" providerId="ADAL" clId="{E1280F1A-8918-4839-95E4-0358CF07C595}" dt="2023-04-02T11:05:10.180" v="130" actId="403"/>
        <pc:sldMkLst>
          <pc:docMk/>
          <pc:sldMk cId="0" sldId="318"/>
        </pc:sldMkLst>
        <pc:spChg chg="mod">
          <ac:chgData name="Asif Muhammad" userId="6b0af2cb-2f76-400b-94d9-178b55ef4f85" providerId="ADAL" clId="{E1280F1A-8918-4839-95E4-0358CF07C595}" dt="2023-04-02T10:12:45.893" v="13"/>
          <ac:spMkLst>
            <pc:docMk/>
            <pc:sldMk cId="0" sldId="318"/>
            <ac:spMk id="650" creationId="{00000000-0000-0000-0000-000000000000}"/>
          </ac:spMkLst>
        </pc:spChg>
        <pc:spChg chg="mod">
          <ac:chgData name="Asif Muhammad" userId="6b0af2cb-2f76-400b-94d9-178b55ef4f85" providerId="ADAL" clId="{E1280F1A-8918-4839-95E4-0358CF07C595}" dt="2023-04-02T10:12:45.893" v="13"/>
          <ac:spMkLst>
            <pc:docMk/>
            <pc:sldMk cId="0" sldId="318"/>
            <ac:spMk id="651" creationId="{00000000-0000-0000-0000-000000000000}"/>
          </ac:spMkLst>
        </pc:spChg>
        <pc:graphicFrameChg chg="modGraphic">
          <ac:chgData name="Asif Muhammad" userId="6b0af2cb-2f76-400b-94d9-178b55ef4f85" providerId="ADAL" clId="{E1280F1A-8918-4839-95E4-0358CF07C595}" dt="2023-04-02T11:05:10.180" v="130" actId="403"/>
          <ac:graphicFrameMkLst>
            <pc:docMk/>
            <pc:sldMk cId="0" sldId="318"/>
            <ac:graphicFrameMk id="652" creationId="{00000000-0000-0000-0000-000000000000}"/>
          </ac:graphicFrameMkLst>
        </pc:graphicFrameChg>
      </pc:sldChg>
      <pc:sldChg chg="modSp mod">
        <pc:chgData name="Asif Muhammad" userId="6b0af2cb-2f76-400b-94d9-178b55ef4f85" providerId="ADAL" clId="{E1280F1A-8918-4839-95E4-0358CF07C595}" dt="2023-04-02T11:04:48.730" v="128" actId="403"/>
        <pc:sldMkLst>
          <pc:docMk/>
          <pc:sldMk cId="0" sldId="319"/>
        </pc:sldMkLst>
        <pc:spChg chg="mod">
          <ac:chgData name="Asif Muhammad" userId="6b0af2cb-2f76-400b-94d9-178b55ef4f85" providerId="ADAL" clId="{E1280F1A-8918-4839-95E4-0358CF07C595}" dt="2023-04-02T10:12:45.893" v="13"/>
          <ac:spMkLst>
            <pc:docMk/>
            <pc:sldMk cId="0" sldId="319"/>
            <ac:spMk id="658" creationId="{00000000-0000-0000-0000-000000000000}"/>
          </ac:spMkLst>
        </pc:spChg>
        <pc:spChg chg="mod">
          <ac:chgData name="Asif Muhammad" userId="6b0af2cb-2f76-400b-94d9-178b55ef4f85" providerId="ADAL" clId="{E1280F1A-8918-4839-95E4-0358CF07C595}" dt="2023-04-02T10:12:45.893" v="13"/>
          <ac:spMkLst>
            <pc:docMk/>
            <pc:sldMk cId="0" sldId="319"/>
            <ac:spMk id="659" creationId="{00000000-0000-0000-0000-000000000000}"/>
          </ac:spMkLst>
        </pc:spChg>
        <pc:graphicFrameChg chg="modGraphic">
          <ac:chgData name="Asif Muhammad" userId="6b0af2cb-2f76-400b-94d9-178b55ef4f85" providerId="ADAL" clId="{E1280F1A-8918-4839-95E4-0358CF07C595}" dt="2023-04-02T11:04:48.730" v="128" actId="403"/>
          <ac:graphicFrameMkLst>
            <pc:docMk/>
            <pc:sldMk cId="0" sldId="319"/>
            <ac:graphicFrameMk id="660" creationId="{00000000-0000-0000-0000-000000000000}"/>
          </ac:graphicFrameMkLst>
        </pc:graphicFrameChg>
      </pc:sldChg>
      <pc:sldChg chg="modSp mod">
        <pc:chgData name="Asif Muhammad" userId="6b0af2cb-2f76-400b-94d9-178b55ef4f85" providerId="ADAL" clId="{E1280F1A-8918-4839-95E4-0358CF07C595}" dt="2023-04-02T11:04:06.267" v="126" actId="1076"/>
        <pc:sldMkLst>
          <pc:docMk/>
          <pc:sldMk cId="0" sldId="320"/>
        </pc:sldMkLst>
        <pc:spChg chg="mod">
          <ac:chgData name="Asif Muhammad" userId="6b0af2cb-2f76-400b-94d9-178b55ef4f85" providerId="ADAL" clId="{E1280F1A-8918-4839-95E4-0358CF07C595}" dt="2023-04-02T10:12:45.893" v="13"/>
          <ac:spMkLst>
            <pc:docMk/>
            <pc:sldMk cId="0" sldId="320"/>
            <ac:spMk id="666" creationId="{00000000-0000-0000-0000-000000000000}"/>
          </ac:spMkLst>
        </pc:spChg>
        <pc:spChg chg="mod">
          <ac:chgData name="Asif Muhammad" userId="6b0af2cb-2f76-400b-94d9-178b55ef4f85" providerId="ADAL" clId="{E1280F1A-8918-4839-95E4-0358CF07C595}" dt="2023-04-02T10:12:45.893" v="13"/>
          <ac:spMkLst>
            <pc:docMk/>
            <pc:sldMk cId="0" sldId="320"/>
            <ac:spMk id="667" creationId="{00000000-0000-0000-0000-000000000000}"/>
          </ac:spMkLst>
        </pc:spChg>
        <pc:graphicFrameChg chg="mod">
          <ac:chgData name="Asif Muhammad" userId="6b0af2cb-2f76-400b-94d9-178b55ef4f85" providerId="ADAL" clId="{E1280F1A-8918-4839-95E4-0358CF07C595}" dt="2023-04-02T11:04:06.267" v="126" actId="1076"/>
          <ac:graphicFrameMkLst>
            <pc:docMk/>
            <pc:sldMk cId="0" sldId="320"/>
            <ac:graphicFrameMk id="668" creationId="{00000000-0000-0000-0000-000000000000}"/>
          </ac:graphicFrameMkLst>
        </pc:graphicFrameChg>
      </pc:sldChg>
      <pc:sldChg chg="modSp mod">
        <pc:chgData name="Asif Muhammad" userId="6b0af2cb-2f76-400b-94d9-178b55ef4f85" providerId="ADAL" clId="{E1280F1A-8918-4839-95E4-0358CF07C595}" dt="2023-04-02T11:03:54.196" v="125" actId="404"/>
        <pc:sldMkLst>
          <pc:docMk/>
          <pc:sldMk cId="0" sldId="321"/>
        </pc:sldMkLst>
        <pc:spChg chg="mod">
          <ac:chgData name="Asif Muhammad" userId="6b0af2cb-2f76-400b-94d9-178b55ef4f85" providerId="ADAL" clId="{E1280F1A-8918-4839-95E4-0358CF07C595}" dt="2023-04-02T10:12:45.893" v="13"/>
          <ac:spMkLst>
            <pc:docMk/>
            <pc:sldMk cId="0" sldId="321"/>
            <ac:spMk id="674" creationId="{00000000-0000-0000-0000-000000000000}"/>
          </ac:spMkLst>
        </pc:spChg>
        <pc:spChg chg="mod">
          <ac:chgData name="Asif Muhammad" userId="6b0af2cb-2f76-400b-94d9-178b55ef4f85" providerId="ADAL" clId="{E1280F1A-8918-4839-95E4-0358CF07C595}" dt="2023-04-02T10:12:45.893" v="13"/>
          <ac:spMkLst>
            <pc:docMk/>
            <pc:sldMk cId="0" sldId="321"/>
            <ac:spMk id="675" creationId="{00000000-0000-0000-0000-000000000000}"/>
          </ac:spMkLst>
        </pc:spChg>
        <pc:graphicFrameChg chg="modGraphic">
          <ac:chgData name="Asif Muhammad" userId="6b0af2cb-2f76-400b-94d9-178b55ef4f85" providerId="ADAL" clId="{E1280F1A-8918-4839-95E4-0358CF07C595}" dt="2023-04-02T11:03:54.196" v="125" actId="404"/>
          <ac:graphicFrameMkLst>
            <pc:docMk/>
            <pc:sldMk cId="0" sldId="321"/>
            <ac:graphicFrameMk id="676" creationId="{00000000-0000-0000-0000-000000000000}"/>
          </ac:graphicFrameMkLst>
        </pc:graphicFrameChg>
      </pc:sldChg>
      <pc:sldChg chg="modSp mod">
        <pc:chgData name="Asif Muhammad" userId="6b0af2cb-2f76-400b-94d9-178b55ef4f85" providerId="ADAL" clId="{E1280F1A-8918-4839-95E4-0358CF07C595}" dt="2023-04-02T11:02:09.091" v="123" actId="403"/>
        <pc:sldMkLst>
          <pc:docMk/>
          <pc:sldMk cId="0" sldId="322"/>
        </pc:sldMkLst>
        <pc:spChg chg="mod">
          <ac:chgData name="Asif Muhammad" userId="6b0af2cb-2f76-400b-94d9-178b55ef4f85" providerId="ADAL" clId="{E1280F1A-8918-4839-95E4-0358CF07C595}" dt="2023-04-02T10:12:45.893" v="13"/>
          <ac:spMkLst>
            <pc:docMk/>
            <pc:sldMk cId="0" sldId="322"/>
            <ac:spMk id="682" creationId="{00000000-0000-0000-0000-000000000000}"/>
          </ac:spMkLst>
        </pc:spChg>
        <pc:spChg chg="mod">
          <ac:chgData name="Asif Muhammad" userId="6b0af2cb-2f76-400b-94d9-178b55ef4f85" providerId="ADAL" clId="{E1280F1A-8918-4839-95E4-0358CF07C595}" dt="2023-04-02T10:12:45.893" v="13"/>
          <ac:spMkLst>
            <pc:docMk/>
            <pc:sldMk cId="0" sldId="322"/>
            <ac:spMk id="683" creationId="{00000000-0000-0000-0000-000000000000}"/>
          </ac:spMkLst>
        </pc:spChg>
        <pc:graphicFrameChg chg="modGraphic">
          <ac:chgData name="Asif Muhammad" userId="6b0af2cb-2f76-400b-94d9-178b55ef4f85" providerId="ADAL" clId="{E1280F1A-8918-4839-95E4-0358CF07C595}" dt="2023-04-02T11:02:09.091" v="123" actId="403"/>
          <ac:graphicFrameMkLst>
            <pc:docMk/>
            <pc:sldMk cId="0" sldId="322"/>
            <ac:graphicFrameMk id="684" creationId="{00000000-0000-0000-0000-000000000000}"/>
          </ac:graphicFrameMkLst>
        </pc:graphicFrameChg>
      </pc:sldChg>
      <pc:sldChg chg="modSp">
        <pc:chgData name="Asif Muhammad" userId="6b0af2cb-2f76-400b-94d9-178b55ef4f85" providerId="ADAL" clId="{E1280F1A-8918-4839-95E4-0358CF07C595}" dt="2023-04-02T10:12:45.893" v="13"/>
        <pc:sldMkLst>
          <pc:docMk/>
          <pc:sldMk cId="0" sldId="323"/>
        </pc:sldMkLst>
        <pc:spChg chg="mod">
          <ac:chgData name="Asif Muhammad" userId="6b0af2cb-2f76-400b-94d9-178b55ef4f85" providerId="ADAL" clId="{E1280F1A-8918-4839-95E4-0358CF07C595}" dt="2023-04-02T10:12:45.893" v="13"/>
          <ac:spMkLst>
            <pc:docMk/>
            <pc:sldMk cId="0" sldId="323"/>
            <ac:spMk id="690" creationId="{00000000-0000-0000-0000-000000000000}"/>
          </ac:spMkLst>
        </pc:spChg>
        <pc:spChg chg="mod">
          <ac:chgData name="Asif Muhammad" userId="6b0af2cb-2f76-400b-94d9-178b55ef4f85" providerId="ADAL" clId="{E1280F1A-8918-4839-95E4-0358CF07C595}" dt="2023-04-02T10:12:45.893" v="13"/>
          <ac:spMkLst>
            <pc:docMk/>
            <pc:sldMk cId="0" sldId="323"/>
            <ac:spMk id="691" creationId="{00000000-0000-0000-0000-000000000000}"/>
          </ac:spMkLst>
        </pc:spChg>
      </pc:sldChg>
      <pc:sldChg chg="modSp mod">
        <pc:chgData name="Asif Muhammad" userId="6b0af2cb-2f76-400b-94d9-178b55ef4f85" providerId="ADAL" clId="{E1280F1A-8918-4839-95E4-0358CF07C595}" dt="2023-04-02T11:01:04.826" v="122" actId="1076"/>
        <pc:sldMkLst>
          <pc:docMk/>
          <pc:sldMk cId="0" sldId="324"/>
        </pc:sldMkLst>
        <pc:spChg chg="mod">
          <ac:chgData name="Asif Muhammad" userId="6b0af2cb-2f76-400b-94d9-178b55ef4f85" providerId="ADAL" clId="{E1280F1A-8918-4839-95E4-0358CF07C595}" dt="2023-04-02T10:12:45.893" v="13"/>
          <ac:spMkLst>
            <pc:docMk/>
            <pc:sldMk cId="0" sldId="324"/>
            <ac:spMk id="698" creationId="{00000000-0000-0000-0000-000000000000}"/>
          </ac:spMkLst>
        </pc:spChg>
        <pc:spChg chg="mod">
          <ac:chgData name="Asif Muhammad" userId="6b0af2cb-2f76-400b-94d9-178b55ef4f85" providerId="ADAL" clId="{E1280F1A-8918-4839-95E4-0358CF07C595}" dt="2023-04-02T10:12:45.893" v="13"/>
          <ac:spMkLst>
            <pc:docMk/>
            <pc:sldMk cId="0" sldId="324"/>
            <ac:spMk id="699" creationId="{00000000-0000-0000-0000-000000000000}"/>
          </ac:spMkLst>
        </pc:spChg>
        <pc:graphicFrameChg chg="modGraphic">
          <ac:chgData name="Asif Muhammad" userId="6b0af2cb-2f76-400b-94d9-178b55ef4f85" providerId="ADAL" clId="{E1280F1A-8918-4839-95E4-0358CF07C595}" dt="2023-04-02T11:00:59.278" v="121" actId="403"/>
          <ac:graphicFrameMkLst>
            <pc:docMk/>
            <pc:sldMk cId="0" sldId="324"/>
            <ac:graphicFrameMk id="700" creationId="{00000000-0000-0000-0000-000000000000}"/>
          </ac:graphicFrameMkLst>
        </pc:graphicFrameChg>
        <pc:picChg chg="mod">
          <ac:chgData name="Asif Muhammad" userId="6b0af2cb-2f76-400b-94d9-178b55ef4f85" providerId="ADAL" clId="{E1280F1A-8918-4839-95E4-0358CF07C595}" dt="2023-04-02T11:01:04.826" v="122" actId="1076"/>
          <ac:picMkLst>
            <pc:docMk/>
            <pc:sldMk cId="0" sldId="324"/>
            <ac:picMk id="701" creationId="{00000000-0000-0000-0000-000000000000}"/>
          </ac:picMkLst>
        </pc:picChg>
      </pc:sldChg>
      <pc:sldChg chg="modSp mod">
        <pc:chgData name="Asif Muhammad" userId="6b0af2cb-2f76-400b-94d9-178b55ef4f85" providerId="ADAL" clId="{E1280F1A-8918-4839-95E4-0358CF07C595}" dt="2023-04-02T11:00:47.343" v="120" actId="403"/>
        <pc:sldMkLst>
          <pc:docMk/>
          <pc:sldMk cId="0" sldId="325"/>
        </pc:sldMkLst>
        <pc:spChg chg="mod">
          <ac:chgData name="Asif Muhammad" userId="6b0af2cb-2f76-400b-94d9-178b55ef4f85" providerId="ADAL" clId="{E1280F1A-8918-4839-95E4-0358CF07C595}" dt="2023-04-02T10:12:45.893" v="13"/>
          <ac:spMkLst>
            <pc:docMk/>
            <pc:sldMk cId="0" sldId="325"/>
            <ac:spMk id="707" creationId="{00000000-0000-0000-0000-000000000000}"/>
          </ac:spMkLst>
        </pc:spChg>
        <pc:spChg chg="mod">
          <ac:chgData name="Asif Muhammad" userId="6b0af2cb-2f76-400b-94d9-178b55ef4f85" providerId="ADAL" clId="{E1280F1A-8918-4839-95E4-0358CF07C595}" dt="2023-04-02T10:12:45.893" v="13"/>
          <ac:spMkLst>
            <pc:docMk/>
            <pc:sldMk cId="0" sldId="325"/>
            <ac:spMk id="708" creationId="{00000000-0000-0000-0000-000000000000}"/>
          </ac:spMkLst>
        </pc:spChg>
        <pc:graphicFrameChg chg="modGraphic">
          <ac:chgData name="Asif Muhammad" userId="6b0af2cb-2f76-400b-94d9-178b55ef4f85" providerId="ADAL" clId="{E1280F1A-8918-4839-95E4-0358CF07C595}" dt="2023-04-02T11:00:47.343" v="120" actId="403"/>
          <ac:graphicFrameMkLst>
            <pc:docMk/>
            <pc:sldMk cId="0" sldId="325"/>
            <ac:graphicFrameMk id="709" creationId="{00000000-0000-0000-0000-000000000000}"/>
          </ac:graphicFrameMkLst>
        </pc:graphicFrameChg>
      </pc:sldChg>
      <pc:sldChg chg="modSp mod">
        <pc:chgData name="Asif Muhammad" userId="6b0af2cb-2f76-400b-94d9-178b55ef4f85" providerId="ADAL" clId="{E1280F1A-8918-4839-95E4-0358CF07C595}" dt="2023-04-02T11:00:28.258" v="119" actId="403"/>
        <pc:sldMkLst>
          <pc:docMk/>
          <pc:sldMk cId="0" sldId="326"/>
        </pc:sldMkLst>
        <pc:spChg chg="mod">
          <ac:chgData name="Asif Muhammad" userId="6b0af2cb-2f76-400b-94d9-178b55ef4f85" providerId="ADAL" clId="{E1280F1A-8918-4839-95E4-0358CF07C595}" dt="2023-04-02T10:12:45.893" v="13"/>
          <ac:spMkLst>
            <pc:docMk/>
            <pc:sldMk cId="0" sldId="326"/>
            <ac:spMk id="716" creationId="{00000000-0000-0000-0000-000000000000}"/>
          </ac:spMkLst>
        </pc:spChg>
        <pc:spChg chg="mod">
          <ac:chgData name="Asif Muhammad" userId="6b0af2cb-2f76-400b-94d9-178b55ef4f85" providerId="ADAL" clId="{E1280F1A-8918-4839-95E4-0358CF07C595}" dt="2023-04-02T10:12:45.893" v="13"/>
          <ac:spMkLst>
            <pc:docMk/>
            <pc:sldMk cId="0" sldId="326"/>
            <ac:spMk id="717" creationId="{00000000-0000-0000-0000-000000000000}"/>
          </ac:spMkLst>
        </pc:spChg>
        <pc:graphicFrameChg chg="modGraphic">
          <ac:chgData name="Asif Muhammad" userId="6b0af2cb-2f76-400b-94d9-178b55ef4f85" providerId="ADAL" clId="{E1280F1A-8918-4839-95E4-0358CF07C595}" dt="2023-04-02T11:00:28.258" v="119" actId="403"/>
          <ac:graphicFrameMkLst>
            <pc:docMk/>
            <pc:sldMk cId="0" sldId="326"/>
            <ac:graphicFrameMk id="718" creationId="{00000000-0000-0000-0000-000000000000}"/>
          </ac:graphicFrameMkLst>
        </pc:graphicFrameChg>
      </pc:sldChg>
      <pc:sldChg chg="modSp mod">
        <pc:chgData name="Asif Muhammad" userId="6b0af2cb-2f76-400b-94d9-178b55ef4f85" providerId="ADAL" clId="{E1280F1A-8918-4839-95E4-0358CF07C595}" dt="2023-04-02T11:00:18.398" v="117" actId="403"/>
        <pc:sldMkLst>
          <pc:docMk/>
          <pc:sldMk cId="0" sldId="327"/>
        </pc:sldMkLst>
        <pc:spChg chg="mod">
          <ac:chgData name="Asif Muhammad" userId="6b0af2cb-2f76-400b-94d9-178b55ef4f85" providerId="ADAL" clId="{E1280F1A-8918-4839-95E4-0358CF07C595}" dt="2023-04-02T10:12:45.893" v="13"/>
          <ac:spMkLst>
            <pc:docMk/>
            <pc:sldMk cId="0" sldId="327"/>
            <ac:spMk id="725" creationId="{00000000-0000-0000-0000-000000000000}"/>
          </ac:spMkLst>
        </pc:spChg>
        <pc:spChg chg="mod">
          <ac:chgData name="Asif Muhammad" userId="6b0af2cb-2f76-400b-94d9-178b55ef4f85" providerId="ADAL" clId="{E1280F1A-8918-4839-95E4-0358CF07C595}" dt="2023-04-02T10:12:45.893" v="13"/>
          <ac:spMkLst>
            <pc:docMk/>
            <pc:sldMk cId="0" sldId="327"/>
            <ac:spMk id="726" creationId="{00000000-0000-0000-0000-000000000000}"/>
          </ac:spMkLst>
        </pc:spChg>
        <pc:graphicFrameChg chg="modGraphic">
          <ac:chgData name="Asif Muhammad" userId="6b0af2cb-2f76-400b-94d9-178b55ef4f85" providerId="ADAL" clId="{E1280F1A-8918-4839-95E4-0358CF07C595}" dt="2023-04-02T11:00:18.398" v="117" actId="403"/>
          <ac:graphicFrameMkLst>
            <pc:docMk/>
            <pc:sldMk cId="0" sldId="327"/>
            <ac:graphicFrameMk id="727" creationId="{00000000-0000-0000-0000-000000000000}"/>
          </ac:graphicFrameMkLst>
        </pc:graphicFrameChg>
      </pc:sldChg>
      <pc:sldChg chg="modSp mod">
        <pc:chgData name="Asif Muhammad" userId="6b0af2cb-2f76-400b-94d9-178b55ef4f85" providerId="ADAL" clId="{E1280F1A-8918-4839-95E4-0358CF07C595}" dt="2023-04-02T10:12:45.893" v="13"/>
        <pc:sldMkLst>
          <pc:docMk/>
          <pc:sldMk cId="0" sldId="328"/>
        </pc:sldMkLst>
        <pc:spChg chg="mod">
          <ac:chgData name="Asif Muhammad" userId="6b0af2cb-2f76-400b-94d9-178b55ef4f85" providerId="ADAL" clId="{E1280F1A-8918-4839-95E4-0358CF07C595}" dt="2023-04-02T10:12:45.893" v="13"/>
          <ac:spMkLst>
            <pc:docMk/>
            <pc:sldMk cId="0" sldId="328"/>
            <ac:spMk id="733" creationId="{00000000-0000-0000-0000-000000000000}"/>
          </ac:spMkLst>
        </pc:spChg>
        <pc:spChg chg="mod">
          <ac:chgData name="Asif Muhammad" userId="6b0af2cb-2f76-400b-94d9-178b55ef4f85" providerId="ADAL" clId="{E1280F1A-8918-4839-95E4-0358CF07C595}" dt="2023-04-02T10:12:45.893" v="13"/>
          <ac:spMkLst>
            <pc:docMk/>
            <pc:sldMk cId="0" sldId="328"/>
            <ac:spMk id="734" creationId="{00000000-0000-0000-0000-000000000000}"/>
          </ac:spMkLst>
        </pc:spChg>
        <pc:spChg chg="mod">
          <ac:chgData name="Asif Muhammad" userId="6b0af2cb-2f76-400b-94d9-178b55ef4f85" providerId="ADAL" clId="{E1280F1A-8918-4839-95E4-0358CF07C595}" dt="2023-04-02T10:12:45.893" v="13"/>
          <ac:spMkLst>
            <pc:docMk/>
            <pc:sldMk cId="0" sldId="328"/>
            <ac:spMk id="735" creationId="{00000000-0000-0000-0000-000000000000}"/>
          </ac:spMkLst>
        </pc:spChg>
      </pc:sldChg>
      <pc:sldMasterChg chg="modSldLayout">
        <pc:chgData name="Asif Muhammad" userId="6b0af2cb-2f76-400b-94d9-178b55ef4f85" providerId="ADAL" clId="{E1280F1A-8918-4839-95E4-0358CF07C595}" dt="2023-04-02T10:12:45.893" v="13"/>
        <pc:sldMasterMkLst>
          <pc:docMk/>
          <pc:sldMasterMk cId="3436203186" sldId="2147483667"/>
        </pc:sldMasterMkLst>
        <pc:sldLayoutChg chg="delSp">
          <pc:chgData name="Asif Muhammad" userId="6b0af2cb-2f76-400b-94d9-178b55ef4f85" providerId="ADAL" clId="{E1280F1A-8918-4839-95E4-0358CF07C595}" dt="2023-04-02T10:12:45.893" v="13"/>
          <pc:sldLayoutMkLst>
            <pc:docMk/>
            <pc:sldMasterMk cId="3436203186" sldId="2147483667"/>
            <pc:sldLayoutMk cId="879130965" sldId="2147483679"/>
          </pc:sldLayoutMkLst>
          <pc:picChg chg="del">
            <ac:chgData name="Asif Muhammad" userId="6b0af2cb-2f76-400b-94d9-178b55ef4f85" providerId="ADAL" clId="{E1280F1A-8918-4839-95E4-0358CF07C595}" dt="2023-04-02T10:12:45.893" v="13"/>
            <ac:picMkLst>
              <pc:docMk/>
              <pc:sldMasterMk cId="3436203186" sldId="2147483667"/>
              <pc:sldLayoutMk cId="879130965" sldId="2147483679"/>
              <ac:picMk id="25" creationId="{00000000-0000-0000-0000-000000000000}"/>
            </ac:picMkLst>
          </pc:picChg>
          <pc:picChg chg="del">
            <ac:chgData name="Asif Muhammad" userId="6b0af2cb-2f76-400b-94d9-178b55ef4f85" providerId="ADAL" clId="{E1280F1A-8918-4839-95E4-0358CF07C595}" dt="2023-04-02T10:12:45.893" v="13"/>
            <ac:picMkLst>
              <pc:docMk/>
              <pc:sldMasterMk cId="3436203186" sldId="2147483667"/>
              <pc:sldLayoutMk cId="879130965" sldId="2147483679"/>
              <ac:picMk id="26" creationId="{00000000-0000-0000-0000-000000000000}"/>
            </ac:picMkLst>
          </pc:picChg>
          <pc:picChg chg="del">
            <ac:chgData name="Asif Muhammad" userId="6b0af2cb-2f76-400b-94d9-178b55ef4f85" providerId="ADAL" clId="{E1280F1A-8918-4839-95E4-0358CF07C595}" dt="2023-04-02T10:12:45.893" v="13"/>
            <ac:picMkLst>
              <pc:docMk/>
              <pc:sldMasterMk cId="3436203186" sldId="2147483667"/>
              <pc:sldLayoutMk cId="879130965" sldId="2147483679"/>
              <ac:picMk id="27"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9" name="Google Shape;32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3" name="Google Shape;35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9" name="Google Shape;36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4" name="Google Shape;39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0" name="Google Shape;41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8" name="Google Shape;41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2" name="Google Shape;442;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0" name="Google Shape;450;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8" name="Google Shape;458;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6" name="Google Shape;46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2" name="Google Shape;482;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0" name="Google Shape;490;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9" name="Google Shape;49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7" name="Google Shape;50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5" name="Google Shape;515;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9" name="Google Shape;549;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7" name="Google Shape;55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5" name="Google Shape;565;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7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23F54-7708-9603-F412-6567BBE72B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08A7757-9B63-AD68-44FB-B9DA5063D4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E0ECEFF-4D12-FF90-58FC-576708C99964}"/>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5" name="Footer Placeholder 4">
            <a:extLst>
              <a:ext uri="{FF2B5EF4-FFF2-40B4-BE49-F238E27FC236}">
                <a16:creationId xmlns:a16="http://schemas.microsoft.com/office/drawing/2014/main" id="{05E58DE0-276E-8048-CDE8-417733AF1A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FE744E6-7889-D356-86A0-E4AF16373255}"/>
              </a:ext>
            </a:extLst>
          </p:cNvPr>
          <p:cNvSpPr>
            <a:spLocks noGrp="1"/>
          </p:cNvSpPr>
          <p:nvPr>
            <p:ph type="sldNum" sz="quarter" idx="12"/>
          </p:nvPr>
        </p:nvSpPr>
        <p:spPr/>
        <p:txBody>
          <a:bodyPr/>
          <a:lstStyle/>
          <a:p>
            <a:fld id="{52924E67-D1C1-420E-845C-B72AB5DF0630}" type="slidenum">
              <a:rPr lang="en-GB" smtClean="0"/>
              <a:t>‹#›</a:t>
            </a:fld>
            <a:endParaRPr lang="en-GB"/>
          </a:p>
        </p:txBody>
      </p:sp>
    </p:spTree>
    <p:extLst>
      <p:ext uri="{BB962C8B-B14F-4D97-AF65-F5344CB8AC3E}">
        <p14:creationId xmlns:p14="http://schemas.microsoft.com/office/powerpoint/2010/main" val="1117177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37132-3D09-0C05-154F-EDED73614C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5C5C82E-9A33-499E-C08D-2585FDAFF7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601E0AC-393A-FB39-BDC8-3457B321CE3E}"/>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5" name="Footer Placeholder 4">
            <a:extLst>
              <a:ext uri="{FF2B5EF4-FFF2-40B4-BE49-F238E27FC236}">
                <a16:creationId xmlns:a16="http://schemas.microsoft.com/office/drawing/2014/main" id="{49F2A764-EF6D-3737-A34B-4F86B295AA3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BF510E-6E4B-D6B4-266B-2D8DAF34314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45797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3DAD6-2222-2389-4D0E-E57A90D47D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023EE13-61BE-B5D4-CDF2-D28C95C87E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7E38D4-BEDD-4DAC-DC94-CCE7839E34F2}"/>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5" name="Footer Placeholder 4">
            <a:extLst>
              <a:ext uri="{FF2B5EF4-FFF2-40B4-BE49-F238E27FC236}">
                <a16:creationId xmlns:a16="http://schemas.microsoft.com/office/drawing/2014/main" id="{EE6813B3-3950-726F-80CB-232ECDB52E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EA27C0-67DD-F2ED-4470-208D26FCDA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9258126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29535-CBEA-E873-7942-F0D561DCC8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E339216-6A1D-D1DC-A6C2-01C6B87680D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9465A06-DF1D-849F-2A41-199D82D8AF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A18A0DD-2C80-D12B-2205-68CCAAECAFE5}"/>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6" name="Footer Placeholder 5">
            <a:extLst>
              <a:ext uri="{FF2B5EF4-FFF2-40B4-BE49-F238E27FC236}">
                <a16:creationId xmlns:a16="http://schemas.microsoft.com/office/drawing/2014/main" id="{5E363D6E-8BD9-B380-FD9D-340E901611E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9A4E26-EFE8-BB1A-DC13-341C5BC50E3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29909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5EAB2-EBF5-9A66-756E-48341F378D6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F732966-C570-E93F-5F54-C34982306F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A95646-DB41-AE7E-CBEB-7EB644E472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FB8B646-B399-365A-1133-7DFFE3C1C7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C1A666-7C01-08A6-AE40-FC9C615340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BC0B9EC-3DEB-E5FD-D1D4-937551052E6B}"/>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8" name="Footer Placeholder 7">
            <a:extLst>
              <a:ext uri="{FF2B5EF4-FFF2-40B4-BE49-F238E27FC236}">
                <a16:creationId xmlns:a16="http://schemas.microsoft.com/office/drawing/2014/main" id="{5CAB3774-0258-1509-2543-8E07D71424A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CD6099-279B-90E6-697B-F75119CE3A8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39156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E6501-8BF5-378A-C915-AAB27900C88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8E2C1AA-8C08-247B-F198-DA7EF6F6EDAB}"/>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4" name="Footer Placeholder 3">
            <a:extLst>
              <a:ext uri="{FF2B5EF4-FFF2-40B4-BE49-F238E27FC236}">
                <a16:creationId xmlns:a16="http://schemas.microsoft.com/office/drawing/2014/main" id="{1EEF7F01-3DC5-49E5-440B-0FDCE96C9B2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E66B568-1F83-4F2F-6B1D-84FF1F32E61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1304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0F1BE6-A2B0-6BE5-0E15-3FFCEABFE438}"/>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3" name="Footer Placeholder 2">
            <a:extLst>
              <a:ext uri="{FF2B5EF4-FFF2-40B4-BE49-F238E27FC236}">
                <a16:creationId xmlns:a16="http://schemas.microsoft.com/office/drawing/2014/main" id="{D95B9B82-0A6A-74D5-3491-CA736943EBD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AEFC767-9E7D-31B3-B40D-1A119393543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06943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BB2FB-C577-26D5-92F3-DEA9EB3147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74F0E92-32DB-DAC5-D947-6A89DF62ED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1870C86-D60C-7A82-BE9F-BA5E7ECAD1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ED327-F2EE-BE84-54AA-035BF3B3A82E}"/>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6" name="Footer Placeholder 5">
            <a:extLst>
              <a:ext uri="{FF2B5EF4-FFF2-40B4-BE49-F238E27FC236}">
                <a16:creationId xmlns:a16="http://schemas.microsoft.com/office/drawing/2014/main" id="{CF65FA62-A274-1F14-0E9A-B6940698519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33BAA6-08BA-E874-84F7-7CFCFCAFB4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17655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009CB-D470-92DC-9200-FA9258142D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E47CAD3-2AA8-8870-856F-6C4A9F44C3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27AE2A6-718A-8426-7DEF-F9B19269D6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0AC32F-A6D3-08BB-9E7B-41E83679ECFD}"/>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6" name="Footer Placeholder 5">
            <a:extLst>
              <a:ext uri="{FF2B5EF4-FFF2-40B4-BE49-F238E27FC236}">
                <a16:creationId xmlns:a16="http://schemas.microsoft.com/office/drawing/2014/main" id="{D984E9E1-14A1-867E-F4B6-D5B6DC13DB6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73F4909-2F7D-8437-6841-411EE80D040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5741005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9834C-C9FA-DC1B-7A48-620450D202D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D89FDDC-7F0B-3749-C83F-F0BC972489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85A1D2-25C3-1FEF-A0E4-B2D9391A78EC}"/>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5" name="Footer Placeholder 4">
            <a:extLst>
              <a:ext uri="{FF2B5EF4-FFF2-40B4-BE49-F238E27FC236}">
                <a16:creationId xmlns:a16="http://schemas.microsoft.com/office/drawing/2014/main" id="{404BFF94-FA8D-9C63-0D1C-0CB5251BCD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97EEC84-6016-E3C7-C1B3-36858FFD695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85514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709477-0D36-D83A-BBAB-DF5FC58A603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2A52082-39F2-7F7D-BB97-5152EA17F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58CEECB-E9D7-66FC-DCA7-E37693487676}"/>
              </a:ext>
            </a:extLst>
          </p:cNvPr>
          <p:cNvSpPr>
            <a:spLocks noGrp="1"/>
          </p:cNvSpPr>
          <p:nvPr>
            <p:ph type="dt" sz="half" idx="10"/>
          </p:nvPr>
        </p:nvSpPr>
        <p:spPr/>
        <p:txBody>
          <a:bodyPr/>
          <a:lstStyle/>
          <a:p>
            <a:fld id="{AD625FE4-5C56-4498-BE73-3E00F563329A}" type="datetimeFigureOut">
              <a:rPr lang="en-GB" smtClean="0"/>
              <a:t>25/11/2024</a:t>
            </a:fld>
            <a:endParaRPr lang="en-GB"/>
          </a:p>
        </p:txBody>
      </p:sp>
      <p:sp>
        <p:nvSpPr>
          <p:cNvPr id="5" name="Footer Placeholder 4">
            <a:extLst>
              <a:ext uri="{FF2B5EF4-FFF2-40B4-BE49-F238E27FC236}">
                <a16:creationId xmlns:a16="http://schemas.microsoft.com/office/drawing/2014/main" id="{1E71A255-5751-A1B7-980A-87FBC5AF0ED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F0FC80-1C65-0E07-7E46-0D05F4494E6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96520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3"/>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79130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AE32F7-ED60-EB43-D006-D0EB8A0251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6B06AD8-E1CD-DE20-8F06-D84F1E615D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24E060-28D6-1E0D-8979-C936283CC8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25FE4-5C56-4498-BE73-3E00F563329A}" type="datetimeFigureOut">
              <a:rPr lang="en-GB" smtClean="0"/>
              <a:t>25/11/2024</a:t>
            </a:fld>
            <a:endParaRPr lang="en-GB"/>
          </a:p>
        </p:txBody>
      </p:sp>
      <p:sp>
        <p:nvSpPr>
          <p:cNvPr id="5" name="Footer Placeholder 4">
            <a:extLst>
              <a:ext uri="{FF2B5EF4-FFF2-40B4-BE49-F238E27FC236}">
                <a16:creationId xmlns:a16="http://schemas.microsoft.com/office/drawing/2014/main" id="{BE26F858-5F0C-EE15-36B8-9363C06806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F3AA3AE-E344-4533-26A9-427BA348AF2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36203186"/>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expressjs.com/en/4x/api.html#app.METHOD"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hyperlink" Target="http://expressjs.com/en/4x/api.html#app.use" TargetMode="External"/><Relationship Id="rId4" Type="http://schemas.openxmlformats.org/officeDocument/2006/relationships/hyperlink" Target="http://expressjs.com/en/4x/api.html#app.all"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about:blank"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s://gist.github.com/nanotaboada/6396437"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hyperlink" Target="http://localhost:3000/book/9781593275846"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48"/>
        <p:cNvGrpSpPr/>
        <p:nvPr/>
      </p:nvGrpSpPr>
      <p:grpSpPr>
        <a:xfrm>
          <a:off x="0" y="0"/>
          <a:ext cx="0" cy="0"/>
          <a:chOff x="0" y="0"/>
          <a:chExt cx="0" cy="0"/>
        </a:xfrm>
      </p:grpSpPr>
      <p:sp useBgFill="1">
        <p:nvSpPr>
          <p:cNvPr id="155" name="Rectangle 154">
            <a:extLst>
              <a:ext uri="{FF2B5EF4-FFF2-40B4-BE49-F238E27FC236}">
                <a16:creationId xmlns:a16="http://schemas.microsoft.com/office/drawing/2014/main" id="{FFD48BC7-DC40-47DE-87EE-9F4B6ECB9ABB}"/>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7" name="Freeform: Shape 156">
            <a:extLst>
              <a:ext uri="{FF2B5EF4-FFF2-40B4-BE49-F238E27FC236}">
                <a16:creationId xmlns:a16="http://schemas.microsoft.com/office/drawing/2014/main" id="{E502BBC7-2C76-46F3-BC24-5985BC13DB8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9" name="Freeform: Shape 158">
            <a:extLst>
              <a:ext uri="{FF2B5EF4-FFF2-40B4-BE49-F238E27FC236}">
                <a16:creationId xmlns:a16="http://schemas.microsoft.com/office/drawing/2014/main" id="{C7F28D52-2A5F-4D23-81AE-7CB8B591C7A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Google Shape;149;p20"/>
          <p:cNvSpPr txBox="1">
            <a:spLocks noGrp="1"/>
          </p:cNvSpPr>
          <p:nvPr>
            <p:ph type="ctrTitle"/>
          </p:nvPr>
        </p:nvSpPr>
        <p:spPr>
          <a:xfrm>
            <a:off x="1524003" y="1999615"/>
            <a:ext cx="9144000" cy="2764028"/>
          </a:xfrm>
          <a:prstGeom prst="rect">
            <a:avLst/>
          </a:prstGeom>
        </p:spPr>
        <p:txBody>
          <a:bodyPr spcFirstLastPara="1" lIns="91425" tIns="45700" rIns="91425" bIns="45700" anchor="ctr" anchorCtr="0">
            <a:normAutofit/>
          </a:bodyPr>
          <a:lstStyle/>
          <a:p>
            <a:pPr marL="0" marR="0" lvl="0" indent="0" rtl="0">
              <a:spcBef>
                <a:spcPts val="0"/>
              </a:spcBef>
              <a:spcAft>
                <a:spcPts val="0"/>
              </a:spcAft>
              <a:buClr>
                <a:srgbClr val="FFFFFF"/>
              </a:buClr>
              <a:buSzPts val="7200"/>
              <a:buFont typeface="Arial"/>
              <a:buNone/>
            </a:pPr>
            <a:r>
              <a:rPr lang="pt-BR" sz="7200" dirty="0"/>
              <a:t>Express JS</a:t>
            </a:r>
          </a:p>
        </p:txBody>
      </p:sp>
      <p:sp>
        <p:nvSpPr>
          <p:cNvPr id="150" name="Google Shape;150;p20"/>
          <p:cNvSpPr txBox="1">
            <a:spLocks noGrp="1"/>
          </p:cNvSpPr>
          <p:nvPr>
            <p:ph type="subTitle" idx="1"/>
          </p:nvPr>
        </p:nvSpPr>
        <p:spPr>
          <a:xfrm>
            <a:off x="1966912" y="5645150"/>
            <a:ext cx="8258176" cy="631825"/>
          </a:xfrm>
          <a:prstGeom prst="rect">
            <a:avLst/>
          </a:prstGeom>
        </p:spPr>
        <p:txBody>
          <a:bodyPr spcFirstLastPara="1" lIns="91425" tIns="45700" rIns="91425" bIns="45700" anchor="ctr" anchorCtr="0">
            <a:normAutofit/>
          </a:bodyPr>
          <a:lstStyle/>
          <a:p>
            <a:pPr marL="0" lvl="0" indent="0" rtl="0">
              <a:spcBef>
                <a:spcPts val="0"/>
              </a:spcBef>
              <a:spcAft>
                <a:spcPts val="600"/>
              </a:spcAft>
              <a:buSzPts val="2400"/>
              <a:buNone/>
            </a:pPr>
            <a:r>
              <a:rPr lang="en-US" sz="2800"/>
              <a:t>MEAN/MERN STACK</a:t>
            </a:r>
          </a:p>
        </p:txBody>
      </p:sp>
      <p:sp>
        <p:nvSpPr>
          <p:cNvPr id="161" name="Rectangle 160">
            <a:extLst>
              <a:ext uri="{FF2B5EF4-FFF2-40B4-BE49-F238E27FC236}">
                <a16:creationId xmlns:a16="http://schemas.microsoft.com/office/drawing/2014/main" id="{3629484E-3792-4B3D-89AD-7C8A1ED0E0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a:t>Learning Objectives:</a:t>
            </a:r>
            <a:endParaRPr/>
          </a:p>
        </p:txBody>
      </p:sp>
      <p:sp>
        <p:nvSpPr>
          <p:cNvPr id="163" name="Google Shape;163;p22"/>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1400"/>
              </a:spcBef>
              <a:spcAft>
                <a:spcPts val="0"/>
              </a:spcAft>
              <a:buSzPts val="1800"/>
              <a:buNone/>
            </a:pPr>
            <a:endParaRPr/>
          </a:p>
          <a:p>
            <a:pPr marL="384048" lvl="1" indent="-144780" algn="l" rtl="0">
              <a:lnSpc>
                <a:spcPct val="100000"/>
              </a:lnSpc>
              <a:spcBef>
                <a:spcPts val="0"/>
              </a:spcBef>
              <a:spcAft>
                <a:spcPts val="0"/>
              </a:spcAft>
              <a:buClr>
                <a:srgbClr val="000000"/>
              </a:buClr>
              <a:buSzPts val="1200"/>
              <a:buFont typeface="Times New Roman"/>
              <a:buChar char="►"/>
            </a:pPr>
            <a:r>
              <a:rPr lang="en-US" sz="2000"/>
              <a:t>Routing</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static files</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Templating</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Restful API</a:t>
            </a:r>
            <a:endParaRPr sz="2000"/>
          </a:p>
          <a:p>
            <a:pPr marL="384048" lvl="1" indent="-144780" algn="l" rtl="0">
              <a:lnSpc>
                <a:spcPct val="100000"/>
              </a:lnSpc>
              <a:spcBef>
                <a:spcPts val="0"/>
              </a:spcBef>
              <a:spcAft>
                <a:spcPts val="0"/>
              </a:spcAft>
              <a:buClr>
                <a:srgbClr val="000000"/>
              </a:buClr>
              <a:buSzPts val="1200"/>
              <a:buFont typeface="Times New Roman"/>
              <a:buChar char="►"/>
            </a:pPr>
            <a:r>
              <a:rPr lang="en-US" sz="2000"/>
              <a:t>Authentication and Authorization with JWT token </a:t>
            </a:r>
            <a:endParaRPr sz="2000"/>
          </a:p>
          <a:p>
            <a:pPr marL="914400" lvl="0" indent="0" algn="l" rtl="0">
              <a:lnSpc>
                <a:spcPct val="100000"/>
              </a:lnSpc>
              <a:spcBef>
                <a:spcPts val="0"/>
              </a:spcBef>
              <a:spcAft>
                <a:spcPts val="0"/>
              </a:spcAft>
              <a:buSzPts val="1800"/>
              <a:buNone/>
            </a:pPr>
            <a:endParaRPr sz="2000"/>
          </a:p>
          <a:p>
            <a:pPr marL="914400" lvl="0" indent="0" algn="l" rtl="0">
              <a:lnSpc>
                <a:spcPct val="100000"/>
              </a:lnSpc>
              <a:spcBef>
                <a:spcPts val="0"/>
              </a:spcBef>
              <a:spcAft>
                <a:spcPts val="0"/>
              </a:spcAft>
              <a:buSzPts val="1800"/>
              <a:buNone/>
            </a:pPr>
            <a:endParaRPr sz="2000"/>
          </a:p>
          <a:p>
            <a:pPr marL="0" lvl="0" indent="0" algn="l" rtl="0">
              <a:lnSpc>
                <a:spcPct val="100000"/>
              </a:lnSpc>
              <a:spcBef>
                <a:spcPts val="0"/>
              </a:spcBef>
              <a:spcAft>
                <a:spcPts val="0"/>
              </a:spcAft>
              <a:buSzPts val="1800"/>
              <a:buNone/>
            </a:pPr>
            <a:endParaRPr sz="2000"/>
          </a:p>
          <a:p>
            <a:pPr marL="914400" lvl="0" indent="0" algn="l" rtl="0">
              <a:lnSpc>
                <a:spcPct val="100000"/>
              </a:lnSpc>
              <a:spcBef>
                <a:spcPts val="0"/>
              </a:spcBef>
              <a:spcAft>
                <a:spcPts val="0"/>
              </a:spcAft>
              <a:buSzPts val="1800"/>
              <a:buNone/>
            </a:pPr>
            <a:endParaRPr sz="2000"/>
          </a:p>
          <a:p>
            <a:pPr marL="384048" lvl="0" indent="0" algn="l" rtl="0">
              <a:lnSpc>
                <a:spcPct val="100000"/>
              </a:lnSpc>
              <a:spcBef>
                <a:spcPts val="0"/>
              </a:spcBef>
              <a:spcAft>
                <a:spcPts val="0"/>
              </a:spcAft>
              <a:buSzPts val="1800"/>
              <a:buNone/>
            </a:pPr>
            <a:endParaRPr sz="2000"/>
          </a:p>
          <a:p>
            <a:pPr marL="384048" lvl="0" indent="0" algn="l" rtl="0">
              <a:lnSpc>
                <a:spcPct val="100000"/>
              </a:lnSpc>
              <a:spcBef>
                <a:spcPts val="0"/>
              </a:spcBef>
              <a:spcAft>
                <a:spcPts val="0"/>
              </a:spcAft>
              <a:buSzPts val="1800"/>
              <a:buNone/>
            </a:pPr>
            <a:endParaRPr sz="2000"/>
          </a:p>
        </p:txBody>
      </p:sp>
      <p:sp>
        <p:nvSpPr>
          <p:cNvPr id="164" name="Google Shape;164;p2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65" name="Google Shape;165;p2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178" name="Google Shape;178;p2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79" name="Google Shape;179;p2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graphicFrame>
        <p:nvGraphicFramePr>
          <p:cNvPr id="180" name="Google Shape;180;p24"/>
          <p:cNvGraphicFramePr/>
          <p:nvPr>
            <p:extLst>
              <p:ext uri="{D42A27DB-BD31-4B8C-83A1-F6EECF244321}">
                <p14:modId xmlns:p14="http://schemas.microsoft.com/office/powerpoint/2010/main" val="2091835307"/>
              </p:ext>
            </p:extLst>
          </p:nvPr>
        </p:nvGraphicFramePr>
        <p:xfrm>
          <a:off x="1018013" y="1814351"/>
          <a:ext cx="10155975" cy="504426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1019225">
                <a:tc>
                  <a:txBody>
                    <a:bodyPr/>
                    <a:lstStyle/>
                    <a:p>
                      <a:pPr marL="0" marR="0" lvl="0" indent="0" algn="l" rtl="0">
                        <a:lnSpc>
                          <a:spcPct val="100000"/>
                        </a:lnSpc>
                        <a:spcBef>
                          <a:spcPts val="0"/>
                        </a:spcBef>
                        <a:spcAft>
                          <a:spcPts val="0"/>
                        </a:spcAft>
                        <a:buClr>
                          <a:srgbClr val="000000"/>
                        </a:buClr>
                        <a:buSzPts val="1200"/>
                        <a:buFont typeface="Arial"/>
                        <a:buNone/>
                      </a:pPr>
                      <a:r>
                        <a:rPr lang="en-US" sz="1400" b="1" u="sng" strike="noStrike" cap="none">
                          <a:latin typeface="Times New Roman"/>
                          <a:ea typeface="Times New Roman"/>
                          <a:cs typeface="Times New Roman"/>
                          <a:sym typeface="Times New Roman"/>
                        </a:rPr>
                        <a:t>Routing</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Routing refers to determining how an application responds to a client request to a particular endpoint, which is a URI (or path) and a specific HTTP request method (GET, POST, and so on).</a:t>
                      </a:r>
                      <a:endParaRPr sz="14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Each route can have one or more handler functions, which are executed when the route is matched.</a:t>
                      </a:r>
                      <a:endParaRPr sz="14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Route definition takes the following structure:</a:t>
                      </a:r>
                      <a:endParaRPr sz="14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METHOD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4FC1FF"/>
                          </a:solidFill>
                          <a:latin typeface="Consolas"/>
                          <a:ea typeface="Consolas"/>
                          <a:cs typeface="Consolas"/>
                          <a:sym typeface="Consolas"/>
                        </a:rPr>
                        <a:t>PATH</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4FC1FF"/>
                          </a:solidFill>
                          <a:latin typeface="Consolas"/>
                          <a:ea typeface="Consolas"/>
                          <a:cs typeface="Consolas"/>
                          <a:sym typeface="Consolas"/>
                        </a:rPr>
                        <a:t>HANDLER</a:t>
                      </a:r>
                      <a:r>
                        <a:rPr lang="en-US" sz="1100" u="none" strike="noStrike" cap="none" dirty="0">
                          <a:solidFill>
                            <a:srgbClr val="D4D4D4"/>
                          </a:solidFill>
                          <a:latin typeface="Consolas"/>
                          <a:ea typeface="Consolas"/>
                          <a:cs typeface="Consolas"/>
                          <a:sym typeface="Consolas"/>
                        </a:rPr>
                        <a:t>)</a:t>
                      </a:r>
                      <a:endParaRPr sz="14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Where:</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app is an instance of express.</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METHOD is an HTTP request method, in lowercase.</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PATH is a path on the server.</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HANDLER is the function executed when the route is matched.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It is assumed that an instance of express named app is created and the server is running</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 following examples illustrate defining simple routes.</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'Hello World!'</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Respond to POST request on the root route (/), the application’s home page:</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post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'Got a POST request'</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186" name="Google Shape;186;p2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87" name="Google Shape;187;p2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graphicFrame>
        <p:nvGraphicFramePr>
          <p:cNvPr id="188" name="Google Shape;188;p25"/>
          <p:cNvGraphicFramePr/>
          <p:nvPr>
            <p:extLst>
              <p:ext uri="{D42A27DB-BD31-4B8C-83A1-F6EECF244321}">
                <p14:modId xmlns:p14="http://schemas.microsoft.com/office/powerpoint/2010/main" val="643401026"/>
              </p:ext>
            </p:extLst>
          </p:nvPr>
        </p:nvGraphicFramePr>
        <p:xfrm>
          <a:off x="1018013" y="1814351"/>
          <a:ext cx="10155975" cy="448041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Respond to a PUT request to the /user route:</a:t>
                      </a:r>
                      <a:endParaRPr sz="14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put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'/user'</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'Got a PUT request at /user'</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Respond to a DELETE request to the /user route:</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delete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'/user'</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'Got a DELETE request at /user'</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Routing refers to how an application’s endpoints (URIs) respond to client requests.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define routing using methods of the Express app object that correspond to HTTP methods; for example, </a:t>
                      </a:r>
                      <a:r>
                        <a:rPr lang="en-US" sz="1400" u="none" strike="noStrike" cap="none" dirty="0" err="1">
                          <a:latin typeface="Times New Roman"/>
                          <a:ea typeface="Times New Roman"/>
                          <a:cs typeface="Times New Roman"/>
                          <a:sym typeface="Times New Roman"/>
                        </a:rPr>
                        <a:t>app.get</a:t>
                      </a:r>
                      <a:r>
                        <a:rPr lang="en-US" sz="1400" u="none" strike="noStrike" cap="none" dirty="0">
                          <a:latin typeface="Times New Roman"/>
                          <a:ea typeface="Times New Roman"/>
                          <a:cs typeface="Times New Roman"/>
                          <a:sym typeface="Times New Roman"/>
                        </a:rPr>
                        <a:t>() to handle GET requests and </a:t>
                      </a:r>
                      <a:r>
                        <a:rPr lang="en-US" sz="1400" u="none" strike="noStrike" cap="none" dirty="0" err="1">
                          <a:latin typeface="Times New Roman"/>
                          <a:ea typeface="Times New Roman"/>
                          <a:cs typeface="Times New Roman"/>
                          <a:sym typeface="Times New Roman"/>
                        </a:rPr>
                        <a:t>app.post</a:t>
                      </a:r>
                      <a:r>
                        <a:rPr lang="en-US" sz="1400" u="none" strike="noStrike" cap="none" dirty="0">
                          <a:latin typeface="Times New Roman"/>
                          <a:ea typeface="Times New Roman"/>
                          <a:cs typeface="Times New Roman"/>
                          <a:sym typeface="Times New Roman"/>
                        </a:rPr>
                        <a:t> to handle POST requests. For a full list, see </a:t>
                      </a:r>
                      <a:r>
                        <a:rPr lang="en-US" sz="1400" u="sng" strike="noStrike" cap="none" dirty="0" err="1">
                          <a:solidFill>
                            <a:schemeClr val="hlink"/>
                          </a:solidFill>
                          <a:latin typeface="Times New Roman"/>
                          <a:ea typeface="Times New Roman"/>
                          <a:cs typeface="Times New Roman"/>
                          <a:sym typeface="Times New Roman"/>
                          <a:hlinkClick r:id="rId3"/>
                        </a:rPr>
                        <a:t>app.METHOD</a:t>
                      </a:r>
                      <a:r>
                        <a:rPr lang="en-US" sz="1400" u="none" strike="noStrike" cap="none"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also use </a:t>
                      </a:r>
                      <a:r>
                        <a:rPr lang="en-US" sz="1400" u="sng" strike="noStrike" cap="none" dirty="0" err="1">
                          <a:solidFill>
                            <a:schemeClr val="hlink"/>
                          </a:solidFill>
                          <a:latin typeface="Times New Roman"/>
                          <a:ea typeface="Times New Roman"/>
                          <a:cs typeface="Times New Roman"/>
                          <a:sym typeface="Times New Roman"/>
                          <a:hlinkClick r:id="rId4"/>
                        </a:rPr>
                        <a:t>app.all</a:t>
                      </a:r>
                      <a:r>
                        <a:rPr lang="en-US" sz="1400" u="sng" strike="noStrike" cap="none" dirty="0">
                          <a:solidFill>
                            <a:schemeClr val="hlink"/>
                          </a:solidFill>
                          <a:latin typeface="Times New Roman"/>
                          <a:ea typeface="Times New Roman"/>
                          <a:cs typeface="Times New Roman"/>
                          <a:sym typeface="Times New Roman"/>
                          <a:hlinkClick r:id="rId4"/>
                        </a:rPr>
                        <a:t>()</a:t>
                      </a:r>
                      <a:r>
                        <a:rPr lang="en-US" sz="1400" u="none" strike="noStrike" cap="none" dirty="0">
                          <a:latin typeface="Times New Roman"/>
                          <a:ea typeface="Times New Roman"/>
                          <a:cs typeface="Times New Roman"/>
                          <a:sym typeface="Times New Roman"/>
                        </a:rPr>
                        <a:t> to handle all HTTP methods and </a:t>
                      </a:r>
                      <a:r>
                        <a:rPr lang="en-US" sz="1400" u="sng" strike="noStrike" cap="none" dirty="0" err="1">
                          <a:solidFill>
                            <a:schemeClr val="hlink"/>
                          </a:solidFill>
                          <a:latin typeface="Times New Roman"/>
                          <a:ea typeface="Times New Roman"/>
                          <a:cs typeface="Times New Roman"/>
                          <a:sym typeface="Times New Roman"/>
                          <a:hlinkClick r:id="rId5"/>
                        </a:rPr>
                        <a:t>app.use</a:t>
                      </a:r>
                      <a:r>
                        <a:rPr lang="en-US" sz="1400" u="sng" strike="noStrike" cap="none" dirty="0">
                          <a:solidFill>
                            <a:schemeClr val="hlink"/>
                          </a:solidFill>
                          <a:latin typeface="Times New Roman"/>
                          <a:ea typeface="Times New Roman"/>
                          <a:cs typeface="Times New Roman"/>
                          <a:sym typeface="Times New Roman"/>
                          <a:hlinkClick r:id="rId5"/>
                        </a:rPr>
                        <a:t>()</a:t>
                      </a:r>
                      <a:r>
                        <a:rPr lang="en-US" sz="1400" u="none" strike="noStrike" cap="none" dirty="0">
                          <a:latin typeface="Times New Roman"/>
                          <a:ea typeface="Times New Roman"/>
                          <a:cs typeface="Times New Roman"/>
                          <a:sym typeface="Times New Roman"/>
                        </a:rPr>
                        <a:t> to specify middleware as the callback function.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These routing methods specify a callback function (sometimes called “handler functions”) called when the application receives a request to the specified route (endpoint) and HTTP method. In other words, the application “listens” for requests that match the specified route(s) and method(s), and when it detects a match, it calls the specified callback function.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In fact, the routing methods can have more than one callback function as arguments. With multiple callback functions, it is important to provide next as an argument to the callback function and then call next() within the body of the function to hand off control to the next callback.</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02" name="Google Shape;202;p2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03" name="Google Shape;203;p2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graphicFrame>
        <p:nvGraphicFramePr>
          <p:cNvPr id="204" name="Google Shape;204;p27"/>
          <p:cNvGraphicFramePr/>
          <p:nvPr>
            <p:extLst>
              <p:ext uri="{D42A27DB-BD31-4B8C-83A1-F6EECF244321}">
                <p14:modId xmlns:p14="http://schemas.microsoft.com/office/powerpoint/2010/main" val="275975984"/>
              </p:ext>
            </p:extLst>
          </p:nvPr>
        </p:nvGraphicFramePr>
        <p:xfrm>
          <a:off x="1018000" y="1674951"/>
          <a:ext cx="10155975" cy="493761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all</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'/secret'</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'Accessing the secret section ...'</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6A9955"/>
                          </a:solidFill>
                          <a:latin typeface="Consolas"/>
                          <a:ea typeface="Consolas"/>
                          <a:cs typeface="Consolas"/>
                          <a:sym typeface="Consolas"/>
                        </a:rPr>
                        <a:t>// pass control to the next handler</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600" b="1" u="none" strike="noStrike" cap="none" dirty="0">
                          <a:latin typeface="Times New Roman"/>
                          <a:ea typeface="Times New Roman"/>
                          <a:cs typeface="Times New Roman"/>
                          <a:sym typeface="Times New Roman"/>
                        </a:rPr>
                        <a:t>Route paths</a:t>
                      </a:r>
                      <a:endParaRPr sz="16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Route paths, in combination with a request method, define the endpoints at which requests can be made. Route paths can be strings, string patterns, or regular expressions.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characters ?, +, *, and () are subsets of their regular expression counterparts. The hyphen (-) and the dot (.) are interpreted literally by string-based paths.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If you need to use the dollar character ($) in a path string, enclose it escaped within ([ and ]). For example, the path string for requests at “/data/$book”, would be “/data/([\$])book”.</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Here are some examples of route paths based on strings. This route path will match requests to the root route, /.</a:t>
                      </a:r>
                      <a:endParaRPr sz="12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9CDCFE"/>
                          </a:solidFill>
                          <a:latin typeface="Consolas"/>
                          <a:ea typeface="Consolas"/>
                          <a:cs typeface="Consolas"/>
                          <a:sym typeface="Consolas"/>
                        </a:rPr>
                        <a:t>app</a:t>
                      </a:r>
                      <a:r>
                        <a:rPr lang="en-US" sz="1200" u="none" strike="noStrike" cap="none">
                          <a:solidFill>
                            <a:srgbClr val="D4D4D4"/>
                          </a:solidFill>
                          <a:latin typeface="Consolas"/>
                          <a:ea typeface="Consolas"/>
                          <a:cs typeface="Consolas"/>
                          <a:sym typeface="Consolas"/>
                        </a:rPr>
                        <a:t>.</a:t>
                      </a:r>
                      <a:r>
                        <a:rPr lang="en-US" sz="1200" u="none" strike="noStrike" cap="none">
                          <a:solidFill>
                            <a:srgbClr val="DCDCAA"/>
                          </a:solidFill>
                          <a:latin typeface="Consolas"/>
                          <a:ea typeface="Consolas"/>
                          <a:cs typeface="Consolas"/>
                          <a:sym typeface="Consolas"/>
                        </a:rPr>
                        <a:t>get</a:t>
                      </a:r>
                      <a:r>
                        <a:rPr lang="en-US" sz="1200" u="none" strike="noStrike" cap="none">
                          <a:solidFill>
                            <a:srgbClr val="D4D4D4"/>
                          </a:solidFill>
                          <a:latin typeface="Consolas"/>
                          <a:ea typeface="Consolas"/>
                          <a:cs typeface="Consolas"/>
                          <a:sym typeface="Consolas"/>
                        </a:rPr>
                        <a:t>(</a:t>
                      </a:r>
                      <a:r>
                        <a:rPr lang="en-US" sz="1200" u="none" strike="noStrike" cap="none">
                          <a:solidFill>
                            <a:srgbClr val="CE9178"/>
                          </a:solidFill>
                          <a:latin typeface="Consolas"/>
                          <a:ea typeface="Consolas"/>
                          <a:cs typeface="Consolas"/>
                          <a:sym typeface="Consolas"/>
                        </a:rPr>
                        <a:t>'/'</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req</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res</a:t>
                      </a:r>
                      <a:r>
                        <a:rPr lang="en-US" sz="1200" u="none" strike="noStrike" cap="none">
                          <a:solidFill>
                            <a:srgbClr val="D4D4D4"/>
                          </a:solidFill>
                          <a:latin typeface="Consolas"/>
                          <a:ea typeface="Consolas"/>
                          <a:cs typeface="Consolas"/>
                          <a:sym typeface="Consolas"/>
                        </a:rPr>
                        <a:t>) </a:t>
                      </a:r>
                      <a:r>
                        <a:rPr lang="en-US" sz="1200" u="none" strike="noStrike" cap="none">
                          <a:solidFill>
                            <a:srgbClr val="569CD6"/>
                          </a:solidFill>
                          <a:latin typeface="Consolas"/>
                          <a:ea typeface="Consolas"/>
                          <a:cs typeface="Consolas"/>
                          <a:sym typeface="Consolas"/>
                        </a:rPr>
                        <a:t>=&gt;</a:t>
                      </a:r>
                      <a:r>
                        <a:rPr lang="en-US" sz="1200" u="none" strike="noStrike" cap="none">
                          <a:solidFill>
                            <a:srgbClr val="D4D4D4"/>
                          </a:solidFill>
                          <a:latin typeface="Consolas"/>
                          <a:ea typeface="Consolas"/>
                          <a:cs typeface="Consolas"/>
                          <a:sym typeface="Consolas"/>
                        </a:rPr>
                        <a:t> {</a:t>
                      </a:r>
                      <a:endParaRPr sz="12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res</a:t>
                      </a:r>
                      <a:r>
                        <a:rPr lang="en-US" sz="1200" u="none" strike="noStrike" cap="none">
                          <a:solidFill>
                            <a:srgbClr val="D4D4D4"/>
                          </a:solidFill>
                          <a:latin typeface="Consolas"/>
                          <a:ea typeface="Consolas"/>
                          <a:cs typeface="Consolas"/>
                          <a:sym typeface="Consolas"/>
                        </a:rPr>
                        <a:t>.</a:t>
                      </a:r>
                      <a:r>
                        <a:rPr lang="en-US" sz="1200" u="none" strike="noStrike" cap="none">
                          <a:solidFill>
                            <a:srgbClr val="DCDCAA"/>
                          </a:solidFill>
                          <a:latin typeface="Consolas"/>
                          <a:ea typeface="Consolas"/>
                          <a:cs typeface="Consolas"/>
                          <a:sym typeface="Consolas"/>
                        </a:rPr>
                        <a:t>send</a:t>
                      </a:r>
                      <a:r>
                        <a:rPr lang="en-US" sz="1200" u="none" strike="noStrike" cap="none">
                          <a:solidFill>
                            <a:srgbClr val="D4D4D4"/>
                          </a:solidFill>
                          <a:latin typeface="Consolas"/>
                          <a:ea typeface="Consolas"/>
                          <a:cs typeface="Consolas"/>
                          <a:sym typeface="Consolas"/>
                        </a:rPr>
                        <a:t>(</a:t>
                      </a:r>
                      <a:r>
                        <a:rPr lang="en-US" sz="1200" u="none" strike="noStrike" cap="none">
                          <a:solidFill>
                            <a:srgbClr val="CE9178"/>
                          </a:solidFill>
                          <a:latin typeface="Consolas"/>
                          <a:ea typeface="Consolas"/>
                          <a:cs typeface="Consolas"/>
                          <a:sym typeface="Consolas"/>
                        </a:rPr>
                        <a:t>'root'</a:t>
                      </a:r>
                      <a:r>
                        <a:rPr lang="en-US" sz="1200" u="none" strike="noStrike" cap="none">
                          <a:solidFill>
                            <a:srgbClr val="D4D4D4"/>
                          </a:solidFill>
                          <a:latin typeface="Consolas"/>
                          <a:ea typeface="Consolas"/>
                          <a:cs typeface="Consolas"/>
                          <a:sym typeface="Consolas"/>
                        </a:rPr>
                        <a:t>)</a:t>
                      </a:r>
                      <a:endParaRPr sz="12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D4D4D4"/>
                          </a:solidFill>
                          <a:latin typeface="Consolas"/>
                          <a:ea typeface="Consolas"/>
                          <a:cs typeface="Consolas"/>
                          <a:sym typeface="Consolas"/>
                        </a:rPr>
                        <a:t>})</a:t>
                      </a:r>
                      <a:endParaRPr sz="16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This route path will match requests to /about.</a:t>
                      </a:r>
                      <a:endParaRPr sz="12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get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'/about'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send</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'about'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10" name="Google Shape;210;p2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1" name="Google Shape;211;p2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6</a:t>
            </a:fld>
            <a:endParaRPr/>
          </a:p>
        </p:txBody>
      </p:sp>
      <p:graphicFrame>
        <p:nvGraphicFramePr>
          <p:cNvPr id="212" name="Google Shape;212;p28"/>
          <p:cNvGraphicFramePr/>
          <p:nvPr>
            <p:extLst>
              <p:ext uri="{D42A27DB-BD31-4B8C-83A1-F6EECF244321}">
                <p14:modId xmlns:p14="http://schemas.microsoft.com/office/powerpoint/2010/main" val="3480561899"/>
              </p:ext>
            </p:extLst>
          </p:nvPr>
        </p:nvGraphicFramePr>
        <p:xfrm>
          <a:off x="1018000" y="1674951"/>
          <a:ext cx="10155975" cy="454128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This route path will match requests to /random.text.</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random.text</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random.text</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4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Here are some examples of route paths based on string patterns.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This route path will match </a:t>
                      </a:r>
                      <a:r>
                        <a:rPr lang="en-US" sz="1400" u="none" strike="noStrike" cap="none" dirty="0" err="1">
                          <a:latin typeface="Times New Roman"/>
                          <a:ea typeface="Times New Roman"/>
                          <a:cs typeface="Times New Roman"/>
                          <a:sym typeface="Times New Roman"/>
                        </a:rPr>
                        <a:t>acd</a:t>
                      </a:r>
                      <a:r>
                        <a:rPr lang="en-US" sz="1400" u="none" strike="noStrike" cap="none" dirty="0">
                          <a:latin typeface="Times New Roman"/>
                          <a:ea typeface="Times New Roman"/>
                          <a:cs typeface="Times New Roman"/>
                          <a:sym typeface="Times New Roman"/>
                        </a:rPr>
                        <a:t> and </a:t>
                      </a:r>
                      <a:r>
                        <a:rPr lang="en-US" sz="1400" u="none" strike="noStrike" cap="none" dirty="0" err="1">
                          <a:latin typeface="Times New Roman"/>
                          <a:ea typeface="Times New Roman"/>
                          <a:cs typeface="Times New Roman"/>
                          <a:sym typeface="Times New Roman"/>
                        </a:rPr>
                        <a:t>abcd</a:t>
                      </a:r>
                      <a:r>
                        <a:rPr lang="en-US" sz="1400" u="none" strike="noStrike" cap="none" dirty="0">
                          <a:latin typeface="Times New Roman"/>
                          <a:ea typeface="Times New Roman"/>
                          <a:cs typeface="Times New Roman"/>
                          <a:sym typeface="Times New Roman"/>
                        </a:rPr>
                        <a:t>.</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ab?cd</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ab?cd</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This route path will match abcd, abbcd, abbbcd, and so on.</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ab+cd</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ab+cd</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This route path will match abcd, abxcd, abRANDOMcd, ab123cd, and so on.</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'/ab*cd'</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'ab*cd'</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9"/>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18" name="Google Shape;218;p2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9" name="Google Shape;219;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graphicFrame>
        <p:nvGraphicFramePr>
          <p:cNvPr id="220" name="Google Shape;220;p29"/>
          <p:cNvGraphicFramePr/>
          <p:nvPr>
            <p:extLst>
              <p:ext uri="{D42A27DB-BD31-4B8C-83A1-F6EECF244321}">
                <p14:modId xmlns:p14="http://schemas.microsoft.com/office/powerpoint/2010/main" val="3529370330"/>
              </p:ext>
            </p:extLst>
          </p:nvPr>
        </p:nvGraphicFramePr>
        <p:xfrm>
          <a:off x="1018000" y="1674951"/>
          <a:ext cx="10155975" cy="466320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This route path will match /abe and /abcde.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'/ab(cd)?e'</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'ab(cd)?e'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Examples of route paths based on regular expressions:</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This route path will match anything with an “a” in it.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/a/</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This route path will match butterfly and dragonfly, but not butterflyman, dragonflyman, and so on.</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a:t>
                      </a:r>
                      <a:r>
                        <a:rPr lang="en-US" sz="1050" u="none" strike="noStrike" cap="none" dirty="0">
                          <a:solidFill>
                            <a:srgbClr val="D7BA7D"/>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fly</a:t>
                      </a:r>
                      <a:r>
                        <a:rPr lang="en-US" sz="1050" u="none" strike="noStrike" cap="none" dirty="0">
                          <a:solidFill>
                            <a:srgbClr val="DCDCAA"/>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'/.*fly$/'</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Route parameters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Route parameters are named URL segments that are used to capture the values specified at their position in the URL. The captured values are populated in the req.params object, with the name of the route parameter specified in the path as their respective keys.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Route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path</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 /users/</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books</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bookId</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4EC9B0"/>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URL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http</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6A9955"/>
                          </a:solidFill>
                          <a:latin typeface="Consolas"/>
                          <a:ea typeface="Consolas"/>
                          <a:cs typeface="Consolas"/>
                          <a:sym typeface="Consolas"/>
                        </a:rPr>
                        <a:t>//localhost:3000/users/34/books/8989</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userId</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"34"</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bookId</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"8989"</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0"/>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dirty="0"/>
              <a:t>Introduction to Express JS</a:t>
            </a:r>
            <a:endParaRPr sz="3300" dirty="0"/>
          </a:p>
        </p:txBody>
      </p:sp>
      <p:sp>
        <p:nvSpPr>
          <p:cNvPr id="226" name="Google Shape;226;p3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27" name="Google Shape;227;p3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graphicFrame>
        <p:nvGraphicFramePr>
          <p:cNvPr id="228" name="Google Shape;228;p30"/>
          <p:cNvGraphicFramePr/>
          <p:nvPr/>
        </p:nvGraphicFramePr>
        <p:xfrm>
          <a:off x="1018000" y="1674951"/>
          <a:ext cx="10155975" cy="427461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To define routes with route parameters, simply specify the route parameters in the path of the route as shown below.</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'/users/:</a:t>
                      </a:r>
                      <a:r>
                        <a:rPr lang="en-US" sz="1050" u="none" strike="noStrike" cap="none" dirty="0" err="1">
                          <a:solidFill>
                            <a:srgbClr val="CE9178"/>
                          </a:solidFill>
                          <a:latin typeface="Consolas"/>
                          <a:ea typeface="Consolas"/>
                          <a:cs typeface="Consolas"/>
                          <a:sym typeface="Consolas"/>
                        </a:rPr>
                        <a:t>userId</a:t>
                      </a:r>
                      <a:r>
                        <a:rPr lang="en-US" sz="1050" u="none" strike="noStrike" cap="none" dirty="0">
                          <a:solidFill>
                            <a:srgbClr val="CE9178"/>
                          </a:solidFill>
                          <a:latin typeface="Consolas"/>
                          <a:ea typeface="Consolas"/>
                          <a:cs typeface="Consolas"/>
                          <a:sym typeface="Consolas"/>
                        </a:rPr>
                        <a:t>/books/:</a:t>
                      </a:r>
                      <a:r>
                        <a:rPr lang="en-US" sz="1050" u="none" strike="noStrike" cap="none" dirty="0" err="1">
                          <a:solidFill>
                            <a:srgbClr val="CE9178"/>
                          </a:solidFill>
                          <a:latin typeface="Consolas"/>
                          <a:ea typeface="Consolas"/>
                          <a:cs typeface="Consolas"/>
                          <a:sym typeface="Consolas"/>
                        </a:rPr>
                        <a:t>bookId</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name of route parameters must be made up of “word characters” ([A-Za-z0-9_]).</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Since the hyphen (-) and the dot (.) are interpreted literally, they can be used along with route parameters for useful purposes.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Route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path</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 /flights/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from</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to</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4EC9B0"/>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URL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http</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6A9955"/>
                          </a:solidFill>
                          <a:latin typeface="Consolas"/>
                          <a:ea typeface="Consolas"/>
                          <a:cs typeface="Consolas"/>
                          <a:sym typeface="Consolas"/>
                        </a:rPr>
                        <a:t>//localhost:3000/flights/LAX-SFO</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CE9178"/>
                          </a:solidFill>
                          <a:latin typeface="Consolas"/>
                          <a:ea typeface="Consolas"/>
                          <a:cs typeface="Consolas"/>
                          <a:sym typeface="Consolas"/>
                        </a:rPr>
                        <a:t>"from"</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"LAX"</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"to"</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"SFO"</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Route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path</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 /plantae/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genus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species</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4EC9B0"/>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URL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http</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6A9955"/>
                          </a:solidFill>
                          <a:latin typeface="Consolas"/>
                          <a:ea typeface="Consolas"/>
                          <a:cs typeface="Consolas"/>
                          <a:sym typeface="Consolas"/>
                        </a:rPr>
                        <a:t>//localhost:3000/plantae/Prunus.persica</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CE9178"/>
                          </a:solidFill>
                          <a:latin typeface="Consolas"/>
                          <a:ea typeface="Consolas"/>
                          <a:cs typeface="Consolas"/>
                          <a:sym typeface="Consolas"/>
                        </a:rPr>
                        <a:t>"genus"</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Prunus</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"species"</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persica</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To have more control over the exact string that can be matched by a route parameter, you can append a regular expression in parentheses (()):</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Route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path</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16969"/>
                          </a:solidFill>
                          <a:latin typeface="Consolas"/>
                          <a:ea typeface="Consolas"/>
                          <a:cs typeface="Consolas"/>
                          <a:sym typeface="Consolas"/>
                        </a:rPr>
                        <a:t> /user/</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4EC9B0"/>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URL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http</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6A9955"/>
                          </a:solidFill>
                          <a:latin typeface="Consolas"/>
                          <a:ea typeface="Consolas"/>
                          <a:cs typeface="Consolas"/>
                          <a:sym typeface="Consolas"/>
                        </a:rPr>
                        <a:t>//localhost:3000/user/42</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userId</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"42"</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Because the regular expression is usually part of a literal string, be sure to escape any \ characters with an additional backslash, for example </a:t>
                      </a:r>
                      <a:r>
                        <a:rPr lang="en-US" sz="1200" u="sng" strike="noStrike" cap="none" dirty="0">
                          <a:solidFill>
                            <a:schemeClr val="hlink"/>
                          </a:solidFill>
                          <a:latin typeface="Times New Roman"/>
                          <a:ea typeface="Times New Roman"/>
                          <a:cs typeface="Times New Roman"/>
                          <a:sym typeface="Times New Roman"/>
                          <a:hlinkClick r:id="rId3"/>
                        </a:rPr>
                        <a:t>\\d</a:t>
                      </a:r>
                      <a:r>
                        <a:rPr lang="en-US" sz="1200" u="none" strike="noStrike" cap="none" dirty="0">
                          <a:latin typeface="Times New Roman"/>
                          <a:ea typeface="Times New Roman"/>
                          <a:cs typeface="Times New Roman"/>
                          <a:sym typeface="Times New Roman"/>
                        </a:rPr>
                        <a:t>+.</a:t>
                      </a:r>
                      <a:endParaRPr sz="12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34" name="Google Shape;234;p3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35" name="Google Shape;235;p3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graphicFrame>
        <p:nvGraphicFramePr>
          <p:cNvPr id="236" name="Google Shape;236;p31"/>
          <p:cNvGraphicFramePr/>
          <p:nvPr>
            <p:extLst>
              <p:ext uri="{D42A27DB-BD31-4B8C-83A1-F6EECF244321}">
                <p14:modId xmlns:p14="http://schemas.microsoft.com/office/powerpoint/2010/main" val="1588825724"/>
              </p:ext>
            </p:extLst>
          </p:nvPr>
        </p:nvGraphicFramePr>
        <p:xfrm>
          <a:off x="1066788" y="1722905"/>
          <a:ext cx="10155975" cy="454137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Route handlers</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provide multiple callback functions that behave like middleware to handle a request. The only exception is that these callbacks might invoke next('route') to bypass the remaining route callbacks. You can use this mechanism to impose pre-conditions on a route, then pass control to subsequent routes if there’s no reason to proceed with the current route.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Route handlers can be in the form of a function, an array of functions, or combinations of both, as shown in the following examples.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 single callback function can handle a route. For example:</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51375">
                <a:tc>
                  <a:txBody>
                    <a:bodyPr/>
                    <a:lstStyle/>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err="1">
                          <a:solidFill>
                            <a:srgbClr val="9CDCFE"/>
                          </a:solidFill>
                          <a:latin typeface="Consolas"/>
                          <a:ea typeface="Consolas"/>
                          <a:cs typeface="Consolas"/>
                          <a:sym typeface="Consolas"/>
                        </a:rPr>
                        <a:t>app</a:t>
                      </a:r>
                      <a:r>
                        <a:rPr lang="en-US" sz="1400" u="none" strike="noStrike" cap="none" dirty="0" err="1">
                          <a:solidFill>
                            <a:srgbClr val="D4D4D4"/>
                          </a:solidFill>
                          <a:latin typeface="Consolas"/>
                          <a:ea typeface="Consolas"/>
                          <a:cs typeface="Consolas"/>
                          <a:sym typeface="Consolas"/>
                        </a:rPr>
                        <a:t>.</a:t>
                      </a:r>
                      <a:r>
                        <a:rPr lang="en-US" sz="1400" u="none" strike="noStrike" cap="none" dirty="0" err="1">
                          <a:solidFill>
                            <a:srgbClr val="DCDCAA"/>
                          </a:solidFill>
                          <a:latin typeface="Consolas"/>
                          <a:ea typeface="Consolas"/>
                          <a:cs typeface="Consolas"/>
                          <a:sym typeface="Consolas"/>
                        </a:rPr>
                        <a:t>get</a:t>
                      </a:r>
                      <a:r>
                        <a:rPr lang="en-US" sz="1400" u="none" strike="noStrike" cap="none" dirty="0">
                          <a:solidFill>
                            <a:srgbClr val="D4D4D4"/>
                          </a:solidFill>
                          <a:latin typeface="Consolas"/>
                          <a:ea typeface="Consolas"/>
                          <a:cs typeface="Consolas"/>
                          <a:sym typeface="Consolas"/>
                        </a:rPr>
                        <a:t>(</a:t>
                      </a:r>
                      <a:r>
                        <a:rPr lang="en-US" sz="1400" u="none" strike="noStrike" cap="none" dirty="0">
                          <a:solidFill>
                            <a:srgbClr val="CE9178"/>
                          </a:solidFill>
                          <a:latin typeface="Consolas"/>
                          <a:ea typeface="Consolas"/>
                          <a:cs typeface="Consolas"/>
                          <a:sym typeface="Consolas"/>
                        </a:rPr>
                        <a:t>'/example/a'</a:t>
                      </a:r>
                      <a:r>
                        <a:rPr lang="en-US" sz="1400" u="none" strike="noStrike" cap="none" dirty="0">
                          <a:solidFill>
                            <a:srgbClr val="D4D4D4"/>
                          </a:solidFill>
                          <a:latin typeface="Consolas"/>
                          <a:ea typeface="Consolas"/>
                          <a:cs typeface="Consolas"/>
                          <a:sym typeface="Consolas"/>
                        </a:rPr>
                        <a:t>, (</a:t>
                      </a:r>
                      <a:r>
                        <a:rPr lang="en-US" sz="1400" u="none" strike="noStrike" cap="none" dirty="0" err="1">
                          <a:solidFill>
                            <a:srgbClr val="9CDCFE"/>
                          </a:solidFill>
                          <a:latin typeface="Consolas"/>
                          <a:ea typeface="Consolas"/>
                          <a:cs typeface="Consolas"/>
                          <a:sym typeface="Consolas"/>
                        </a:rPr>
                        <a:t>req</a:t>
                      </a: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9CDCFE"/>
                          </a:solidFill>
                          <a:latin typeface="Consolas"/>
                          <a:ea typeface="Consolas"/>
                          <a:cs typeface="Consolas"/>
                          <a:sym typeface="Consolas"/>
                        </a:rPr>
                        <a:t>res</a:t>
                      </a: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569CD6"/>
                          </a:solidFill>
                          <a:latin typeface="Consolas"/>
                          <a:ea typeface="Consolas"/>
                          <a:cs typeface="Consolas"/>
                          <a:sym typeface="Consolas"/>
                        </a:rPr>
                        <a:t>=&gt;</a:t>
                      </a:r>
                      <a:r>
                        <a:rPr lang="en-US" sz="1400" u="none" strike="noStrike" cap="none" dirty="0">
                          <a:solidFill>
                            <a:srgbClr val="D4D4D4"/>
                          </a:solidFill>
                          <a:latin typeface="Consolas"/>
                          <a:ea typeface="Consolas"/>
                          <a:cs typeface="Consolas"/>
                          <a:sym typeface="Consolas"/>
                        </a:rPr>
                        <a:t> {</a:t>
                      </a:r>
                      <a:endParaRPr sz="14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a:solidFill>
                            <a:srgbClr val="D4D4D4"/>
                          </a:solidFill>
                          <a:latin typeface="Consolas"/>
                          <a:ea typeface="Consolas"/>
                          <a:cs typeface="Consolas"/>
                          <a:sym typeface="Consolas"/>
                        </a:rPr>
                        <a:t>  </a:t>
                      </a:r>
                      <a:r>
                        <a:rPr lang="en-US" sz="1400" u="none" strike="noStrike" cap="none" dirty="0" err="1">
                          <a:solidFill>
                            <a:srgbClr val="9CDCFE"/>
                          </a:solidFill>
                          <a:latin typeface="Consolas"/>
                          <a:ea typeface="Consolas"/>
                          <a:cs typeface="Consolas"/>
                          <a:sym typeface="Consolas"/>
                        </a:rPr>
                        <a:t>res</a:t>
                      </a:r>
                      <a:r>
                        <a:rPr lang="en-US" sz="1400" u="none" strike="noStrike" cap="none" dirty="0" err="1">
                          <a:solidFill>
                            <a:srgbClr val="D4D4D4"/>
                          </a:solidFill>
                          <a:latin typeface="Consolas"/>
                          <a:ea typeface="Consolas"/>
                          <a:cs typeface="Consolas"/>
                          <a:sym typeface="Consolas"/>
                        </a:rPr>
                        <a:t>.</a:t>
                      </a:r>
                      <a:r>
                        <a:rPr lang="en-US" sz="1400" u="none" strike="noStrike" cap="none" dirty="0" err="1">
                          <a:solidFill>
                            <a:srgbClr val="DCDCAA"/>
                          </a:solidFill>
                          <a:latin typeface="Consolas"/>
                          <a:ea typeface="Consolas"/>
                          <a:cs typeface="Consolas"/>
                          <a:sym typeface="Consolas"/>
                        </a:rPr>
                        <a:t>send</a:t>
                      </a:r>
                      <a:r>
                        <a:rPr lang="en-US" sz="1400" u="none" strike="noStrike" cap="none" dirty="0">
                          <a:solidFill>
                            <a:srgbClr val="D4D4D4"/>
                          </a:solidFill>
                          <a:latin typeface="Consolas"/>
                          <a:ea typeface="Consolas"/>
                          <a:cs typeface="Consolas"/>
                          <a:sym typeface="Consolas"/>
                        </a:rPr>
                        <a:t>(</a:t>
                      </a:r>
                      <a:r>
                        <a:rPr lang="en-US" sz="1400" u="none" strike="noStrike" cap="none" dirty="0">
                          <a:solidFill>
                            <a:srgbClr val="CE9178"/>
                          </a:solidFill>
                          <a:latin typeface="Consolas"/>
                          <a:ea typeface="Consolas"/>
                          <a:cs typeface="Consolas"/>
                          <a:sym typeface="Consolas"/>
                        </a:rPr>
                        <a:t>'Hello from A!'</a:t>
                      </a:r>
                      <a:r>
                        <a:rPr lang="en-US" sz="1400" u="none" strike="noStrike" cap="none" dirty="0">
                          <a:solidFill>
                            <a:srgbClr val="D4D4D4"/>
                          </a:solidFill>
                          <a:latin typeface="Consolas"/>
                          <a:ea typeface="Consolas"/>
                          <a:cs typeface="Consolas"/>
                          <a:sym typeface="Consolas"/>
                        </a:rPr>
                        <a:t>)</a:t>
                      </a:r>
                      <a:endParaRPr sz="14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a:solidFill>
                            <a:srgbClr val="D4D4D4"/>
                          </a:solidFill>
                          <a:latin typeface="Consolas"/>
                          <a:ea typeface="Consolas"/>
                          <a:cs typeface="Consolas"/>
                          <a:sym typeface="Consolas"/>
                        </a:rPr>
                        <a:t>})</a:t>
                      </a:r>
                      <a:endParaRPr sz="14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More than one callback function can handle a route (make sure you specify the next object). For example:</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err="1">
                          <a:solidFill>
                            <a:srgbClr val="9CDCFE"/>
                          </a:solidFill>
                          <a:latin typeface="Consolas"/>
                          <a:ea typeface="Consolas"/>
                          <a:cs typeface="Consolas"/>
                          <a:sym typeface="Consolas"/>
                        </a:rPr>
                        <a:t>app</a:t>
                      </a:r>
                      <a:r>
                        <a:rPr lang="en-US" sz="1400" u="none" strike="noStrike" cap="none" dirty="0" err="1">
                          <a:solidFill>
                            <a:srgbClr val="D4D4D4"/>
                          </a:solidFill>
                          <a:latin typeface="Consolas"/>
                          <a:ea typeface="Consolas"/>
                          <a:cs typeface="Consolas"/>
                          <a:sym typeface="Consolas"/>
                        </a:rPr>
                        <a:t>.</a:t>
                      </a:r>
                      <a:r>
                        <a:rPr lang="en-US" sz="1400" u="none" strike="noStrike" cap="none" dirty="0" err="1">
                          <a:solidFill>
                            <a:srgbClr val="DCDCAA"/>
                          </a:solidFill>
                          <a:latin typeface="Consolas"/>
                          <a:ea typeface="Consolas"/>
                          <a:cs typeface="Consolas"/>
                          <a:sym typeface="Consolas"/>
                        </a:rPr>
                        <a:t>get</a:t>
                      </a:r>
                      <a:r>
                        <a:rPr lang="en-US" sz="1400" u="none" strike="noStrike" cap="none" dirty="0">
                          <a:solidFill>
                            <a:srgbClr val="D4D4D4"/>
                          </a:solidFill>
                          <a:latin typeface="Consolas"/>
                          <a:ea typeface="Consolas"/>
                          <a:cs typeface="Consolas"/>
                          <a:sym typeface="Consolas"/>
                        </a:rPr>
                        <a:t>(</a:t>
                      </a:r>
                      <a:r>
                        <a:rPr lang="en-US" sz="1400" u="none" strike="noStrike" cap="none" dirty="0">
                          <a:solidFill>
                            <a:srgbClr val="CE9178"/>
                          </a:solidFill>
                          <a:latin typeface="Consolas"/>
                          <a:ea typeface="Consolas"/>
                          <a:cs typeface="Consolas"/>
                          <a:sym typeface="Consolas"/>
                        </a:rPr>
                        <a:t>'/example/b'</a:t>
                      </a:r>
                      <a:r>
                        <a:rPr lang="en-US" sz="1400" u="none" strike="noStrike" cap="none" dirty="0">
                          <a:solidFill>
                            <a:srgbClr val="D4D4D4"/>
                          </a:solidFill>
                          <a:latin typeface="Consolas"/>
                          <a:ea typeface="Consolas"/>
                          <a:cs typeface="Consolas"/>
                          <a:sym typeface="Consolas"/>
                        </a:rPr>
                        <a:t>, (</a:t>
                      </a:r>
                      <a:r>
                        <a:rPr lang="en-US" sz="1400" u="none" strike="noStrike" cap="none" dirty="0" err="1">
                          <a:solidFill>
                            <a:srgbClr val="9CDCFE"/>
                          </a:solidFill>
                          <a:latin typeface="Consolas"/>
                          <a:ea typeface="Consolas"/>
                          <a:cs typeface="Consolas"/>
                          <a:sym typeface="Consolas"/>
                        </a:rPr>
                        <a:t>req</a:t>
                      </a: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9CDCFE"/>
                          </a:solidFill>
                          <a:latin typeface="Consolas"/>
                          <a:ea typeface="Consolas"/>
                          <a:cs typeface="Consolas"/>
                          <a:sym typeface="Consolas"/>
                        </a:rPr>
                        <a:t>res</a:t>
                      </a: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9CDCFE"/>
                          </a:solidFill>
                          <a:latin typeface="Consolas"/>
                          <a:ea typeface="Consolas"/>
                          <a:cs typeface="Consolas"/>
                          <a:sym typeface="Consolas"/>
                        </a:rPr>
                        <a:t>next</a:t>
                      </a: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569CD6"/>
                          </a:solidFill>
                          <a:latin typeface="Consolas"/>
                          <a:ea typeface="Consolas"/>
                          <a:cs typeface="Consolas"/>
                          <a:sym typeface="Consolas"/>
                        </a:rPr>
                        <a:t>=&gt;</a:t>
                      </a:r>
                      <a:r>
                        <a:rPr lang="en-US" sz="1400" u="none" strike="noStrike" cap="none" dirty="0">
                          <a:solidFill>
                            <a:srgbClr val="D4D4D4"/>
                          </a:solidFill>
                          <a:latin typeface="Consolas"/>
                          <a:ea typeface="Consolas"/>
                          <a:cs typeface="Consolas"/>
                          <a:sym typeface="Consolas"/>
                        </a:rPr>
                        <a:t> {</a:t>
                      </a:r>
                      <a:endParaRPr sz="14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9CDCFE"/>
                          </a:solidFill>
                          <a:latin typeface="Consolas"/>
                          <a:ea typeface="Consolas"/>
                          <a:cs typeface="Consolas"/>
                          <a:sym typeface="Consolas"/>
                        </a:rPr>
                        <a:t>console</a:t>
                      </a:r>
                      <a:r>
                        <a:rPr lang="en-US" sz="1400" u="none" strike="noStrike" cap="none" dirty="0">
                          <a:solidFill>
                            <a:srgbClr val="D4D4D4"/>
                          </a:solidFill>
                          <a:latin typeface="Consolas"/>
                          <a:ea typeface="Consolas"/>
                          <a:cs typeface="Consolas"/>
                          <a:sym typeface="Consolas"/>
                        </a:rPr>
                        <a:t>.</a:t>
                      </a:r>
                      <a:r>
                        <a:rPr lang="en-US" sz="1400" u="none" strike="noStrike" cap="none" dirty="0">
                          <a:solidFill>
                            <a:srgbClr val="DCDCAA"/>
                          </a:solidFill>
                          <a:latin typeface="Consolas"/>
                          <a:ea typeface="Consolas"/>
                          <a:cs typeface="Consolas"/>
                          <a:sym typeface="Consolas"/>
                        </a:rPr>
                        <a:t>log</a:t>
                      </a:r>
                      <a:r>
                        <a:rPr lang="en-US" sz="1400" u="none" strike="noStrike" cap="none" dirty="0">
                          <a:solidFill>
                            <a:srgbClr val="D4D4D4"/>
                          </a:solidFill>
                          <a:latin typeface="Consolas"/>
                          <a:ea typeface="Consolas"/>
                          <a:cs typeface="Consolas"/>
                          <a:sym typeface="Consolas"/>
                        </a:rPr>
                        <a:t>(</a:t>
                      </a:r>
                      <a:r>
                        <a:rPr lang="en-US" sz="1400" u="none" strike="noStrike" cap="none" dirty="0">
                          <a:solidFill>
                            <a:srgbClr val="CE9178"/>
                          </a:solidFill>
                          <a:latin typeface="Consolas"/>
                          <a:ea typeface="Consolas"/>
                          <a:cs typeface="Consolas"/>
                          <a:sym typeface="Consolas"/>
                        </a:rPr>
                        <a:t>'the response will be sent by the next function ...'</a:t>
                      </a:r>
                      <a:r>
                        <a:rPr lang="en-US" sz="1400" u="none" strike="noStrike" cap="none" dirty="0">
                          <a:solidFill>
                            <a:srgbClr val="D4D4D4"/>
                          </a:solidFill>
                          <a:latin typeface="Consolas"/>
                          <a:ea typeface="Consolas"/>
                          <a:cs typeface="Consolas"/>
                          <a:sym typeface="Consolas"/>
                        </a:rPr>
                        <a:t>)</a:t>
                      </a:r>
                      <a:endParaRPr sz="14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DCDCAA"/>
                          </a:solidFill>
                          <a:latin typeface="Consolas"/>
                          <a:ea typeface="Consolas"/>
                          <a:cs typeface="Consolas"/>
                          <a:sym typeface="Consolas"/>
                        </a:rPr>
                        <a:t>next</a:t>
                      </a:r>
                      <a:r>
                        <a:rPr lang="en-US" sz="1400" u="none" strike="noStrike" cap="none" dirty="0">
                          <a:solidFill>
                            <a:srgbClr val="D4D4D4"/>
                          </a:solidFill>
                          <a:latin typeface="Consolas"/>
                          <a:ea typeface="Consolas"/>
                          <a:cs typeface="Consolas"/>
                          <a:sym typeface="Consolas"/>
                        </a:rPr>
                        <a:t>()</a:t>
                      </a:r>
                      <a:endParaRPr sz="14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a:solidFill>
                            <a:srgbClr val="D4D4D4"/>
                          </a:solidFill>
                          <a:latin typeface="Consolas"/>
                          <a:ea typeface="Consolas"/>
                          <a:cs typeface="Consolas"/>
                          <a:sym typeface="Consolas"/>
                        </a:rPr>
                        <a:t>}, (</a:t>
                      </a:r>
                      <a:r>
                        <a:rPr lang="en-US" sz="1400" u="none" strike="noStrike" cap="none" dirty="0" err="1">
                          <a:solidFill>
                            <a:srgbClr val="9CDCFE"/>
                          </a:solidFill>
                          <a:latin typeface="Consolas"/>
                          <a:ea typeface="Consolas"/>
                          <a:cs typeface="Consolas"/>
                          <a:sym typeface="Consolas"/>
                        </a:rPr>
                        <a:t>req</a:t>
                      </a: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9CDCFE"/>
                          </a:solidFill>
                          <a:latin typeface="Consolas"/>
                          <a:ea typeface="Consolas"/>
                          <a:cs typeface="Consolas"/>
                          <a:sym typeface="Consolas"/>
                        </a:rPr>
                        <a:t>res</a:t>
                      </a:r>
                      <a:r>
                        <a:rPr lang="en-US" sz="1400" u="none" strike="noStrike" cap="none" dirty="0">
                          <a:solidFill>
                            <a:srgbClr val="D4D4D4"/>
                          </a:solidFill>
                          <a:latin typeface="Consolas"/>
                          <a:ea typeface="Consolas"/>
                          <a:cs typeface="Consolas"/>
                          <a:sym typeface="Consolas"/>
                        </a:rPr>
                        <a:t>) </a:t>
                      </a:r>
                      <a:r>
                        <a:rPr lang="en-US" sz="1400" u="none" strike="noStrike" cap="none" dirty="0">
                          <a:solidFill>
                            <a:srgbClr val="569CD6"/>
                          </a:solidFill>
                          <a:latin typeface="Consolas"/>
                          <a:ea typeface="Consolas"/>
                          <a:cs typeface="Consolas"/>
                          <a:sym typeface="Consolas"/>
                        </a:rPr>
                        <a:t>=&gt;</a:t>
                      </a:r>
                      <a:r>
                        <a:rPr lang="en-US" sz="1400" u="none" strike="noStrike" cap="none" dirty="0">
                          <a:solidFill>
                            <a:srgbClr val="D4D4D4"/>
                          </a:solidFill>
                          <a:latin typeface="Consolas"/>
                          <a:ea typeface="Consolas"/>
                          <a:cs typeface="Consolas"/>
                          <a:sym typeface="Consolas"/>
                        </a:rPr>
                        <a:t> {</a:t>
                      </a:r>
                      <a:endParaRPr sz="14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a:solidFill>
                            <a:srgbClr val="D4D4D4"/>
                          </a:solidFill>
                          <a:latin typeface="Consolas"/>
                          <a:ea typeface="Consolas"/>
                          <a:cs typeface="Consolas"/>
                          <a:sym typeface="Consolas"/>
                        </a:rPr>
                        <a:t>  </a:t>
                      </a:r>
                      <a:r>
                        <a:rPr lang="en-US" sz="1400" u="none" strike="noStrike" cap="none" dirty="0" err="1">
                          <a:solidFill>
                            <a:srgbClr val="9CDCFE"/>
                          </a:solidFill>
                          <a:latin typeface="Consolas"/>
                          <a:ea typeface="Consolas"/>
                          <a:cs typeface="Consolas"/>
                          <a:sym typeface="Consolas"/>
                        </a:rPr>
                        <a:t>res</a:t>
                      </a:r>
                      <a:r>
                        <a:rPr lang="en-US" sz="1400" u="none" strike="noStrike" cap="none" dirty="0" err="1">
                          <a:solidFill>
                            <a:srgbClr val="D4D4D4"/>
                          </a:solidFill>
                          <a:latin typeface="Consolas"/>
                          <a:ea typeface="Consolas"/>
                          <a:cs typeface="Consolas"/>
                          <a:sym typeface="Consolas"/>
                        </a:rPr>
                        <a:t>.</a:t>
                      </a:r>
                      <a:r>
                        <a:rPr lang="en-US" sz="1400" u="none" strike="noStrike" cap="none" dirty="0" err="1">
                          <a:solidFill>
                            <a:srgbClr val="DCDCAA"/>
                          </a:solidFill>
                          <a:latin typeface="Consolas"/>
                          <a:ea typeface="Consolas"/>
                          <a:cs typeface="Consolas"/>
                          <a:sym typeface="Consolas"/>
                        </a:rPr>
                        <a:t>send</a:t>
                      </a:r>
                      <a:r>
                        <a:rPr lang="en-US" sz="1400" u="none" strike="noStrike" cap="none" dirty="0">
                          <a:solidFill>
                            <a:srgbClr val="D4D4D4"/>
                          </a:solidFill>
                          <a:latin typeface="Consolas"/>
                          <a:ea typeface="Consolas"/>
                          <a:cs typeface="Consolas"/>
                          <a:sym typeface="Consolas"/>
                        </a:rPr>
                        <a:t>(</a:t>
                      </a:r>
                      <a:r>
                        <a:rPr lang="en-US" sz="1400" u="none" strike="noStrike" cap="none" dirty="0">
                          <a:solidFill>
                            <a:srgbClr val="CE9178"/>
                          </a:solidFill>
                          <a:latin typeface="Consolas"/>
                          <a:ea typeface="Consolas"/>
                          <a:cs typeface="Consolas"/>
                          <a:sym typeface="Consolas"/>
                        </a:rPr>
                        <a:t>'Hello from B!'</a:t>
                      </a:r>
                      <a:r>
                        <a:rPr lang="en-US" sz="1400" u="none" strike="noStrike" cap="none" dirty="0">
                          <a:solidFill>
                            <a:srgbClr val="D4D4D4"/>
                          </a:solidFill>
                          <a:latin typeface="Consolas"/>
                          <a:ea typeface="Consolas"/>
                          <a:cs typeface="Consolas"/>
                          <a:sym typeface="Consolas"/>
                        </a:rPr>
                        <a:t>)</a:t>
                      </a:r>
                      <a:endParaRPr sz="14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400" u="none" strike="noStrike" cap="none" dirty="0">
                          <a:solidFill>
                            <a:srgbClr val="D4D4D4"/>
                          </a:solidFill>
                          <a:latin typeface="Consolas"/>
                          <a:ea typeface="Consolas"/>
                          <a:cs typeface="Consolas"/>
                          <a:sym typeface="Consolas"/>
                        </a:rPr>
                        <a:t>})</a:t>
                      </a:r>
                      <a:endParaRPr sz="14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An array of callback functions can handle a route. For example:</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42" name="Google Shape;242;p3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43" name="Google Shape;243;p3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graphicFrame>
        <p:nvGraphicFramePr>
          <p:cNvPr id="244" name="Google Shape;244;p32"/>
          <p:cNvGraphicFramePr/>
          <p:nvPr>
            <p:extLst>
              <p:ext uri="{D42A27DB-BD31-4B8C-83A1-F6EECF244321}">
                <p14:modId xmlns:p14="http://schemas.microsoft.com/office/powerpoint/2010/main" val="3405848546"/>
              </p:ext>
            </p:extLst>
          </p:nvPr>
        </p:nvGraphicFramePr>
        <p:xfrm>
          <a:off x="1050324" y="1738089"/>
          <a:ext cx="10123676" cy="4693830"/>
        </p:xfrm>
        <a:graphic>
          <a:graphicData uri="http://schemas.openxmlformats.org/drawingml/2006/table">
            <a:tbl>
              <a:tblPr>
                <a:noFill/>
                <a:tableStyleId>{D0AC8DA4-CACD-4258-953F-0680B6CA0FA0}</a:tableStyleId>
              </a:tblPr>
              <a:tblGrid>
                <a:gridCol w="5045676">
                  <a:extLst>
                    <a:ext uri="{9D8B030D-6E8A-4147-A177-3AD203B41FA5}">
                      <a16:colId xmlns:a16="http://schemas.microsoft.com/office/drawing/2014/main" val="20000"/>
                    </a:ext>
                  </a:extLst>
                </a:gridCol>
                <a:gridCol w="5078000">
                  <a:extLst>
                    <a:ext uri="{9D8B030D-6E8A-4147-A177-3AD203B41FA5}">
                      <a16:colId xmlns:a16="http://schemas.microsoft.com/office/drawing/2014/main" val="20001"/>
                    </a:ext>
                  </a:extLst>
                </a:gridCol>
              </a:tblGrid>
              <a:tr h="551375">
                <a:tc>
                  <a:txBody>
                    <a:bodyPr/>
                    <a:lstStyle/>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cb0</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569CD6"/>
                          </a:solidFill>
                          <a:latin typeface="Consolas"/>
                          <a:ea typeface="Consolas"/>
                          <a:cs typeface="Consolas"/>
                          <a:sym typeface="Consolas"/>
                        </a:rPr>
                        <a:t>function</a:t>
                      </a: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req</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console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DCDCAA"/>
                          </a:solidFill>
                          <a:latin typeface="Consolas"/>
                          <a:ea typeface="Consolas"/>
                          <a:cs typeface="Consolas"/>
                          <a:sym typeface="Consolas"/>
                        </a:rPr>
                        <a:t>log</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'CB0'</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cb1</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569CD6"/>
                          </a:solidFill>
                          <a:latin typeface="Consolas"/>
                          <a:ea typeface="Consolas"/>
                          <a:cs typeface="Consolas"/>
                          <a:sym typeface="Consolas"/>
                        </a:rPr>
                        <a:t>function</a:t>
                      </a: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req</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console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DCDCAA"/>
                          </a:solidFill>
                          <a:latin typeface="Consolas"/>
                          <a:ea typeface="Consolas"/>
                          <a:cs typeface="Consolas"/>
                          <a:sym typeface="Consolas"/>
                        </a:rPr>
                        <a:t>log</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'CB1'</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cb2</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569CD6"/>
                          </a:solidFill>
                          <a:latin typeface="Consolas"/>
                          <a:ea typeface="Consolas"/>
                          <a:cs typeface="Consolas"/>
                          <a:sym typeface="Consolas"/>
                        </a:rPr>
                        <a:t>function</a:t>
                      </a: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req</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res</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send</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'Hello from C!'</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9CDCFE"/>
                          </a:solidFill>
                          <a:latin typeface="Consolas"/>
                          <a:ea typeface="Consolas"/>
                          <a:cs typeface="Consolas"/>
                          <a:sym typeface="Consolas"/>
                        </a:rPr>
                        <a:t>app</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get</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'/example/c'</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cb0</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cb1</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cb2</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100" u="none" strike="noStrike" cap="none" dirty="0">
                          <a:latin typeface="Times New Roman"/>
                          <a:ea typeface="Times New Roman"/>
                          <a:cs typeface="Times New Roman"/>
                          <a:sym typeface="Times New Roman"/>
                        </a:rPr>
                        <a:t>A combination of independent functions and arrays of functions can handle a route. For example:</a:t>
                      </a:r>
                      <a:endParaRPr sz="11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457200" marR="0" lvl="0" indent="-228600" algn="l" rtl="0">
                        <a:lnSpc>
                          <a:spcPct val="100000"/>
                        </a:lnSpc>
                        <a:spcBef>
                          <a:spcPts val="0"/>
                        </a:spcBef>
                        <a:spcAft>
                          <a:spcPts val="0"/>
                        </a:spcAft>
                        <a:buClr>
                          <a:srgbClr val="000000"/>
                        </a:buClr>
                        <a:buSzPts val="1200"/>
                        <a:buFont typeface="Arial"/>
                        <a:buNone/>
                      </a:pPr>
                      <a:endParaRPr sz="11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cb0</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569CD6"/>
                          </a:solidFill>
                          <a:latin typeface="Consolas"/>
                          <a:ea typeface="Consolas"/>
                          <a:cs typeface="Consolas"/>
                          <a:sym typeface="Consolas"/>
                        </a:rPr>
                        <a:t>function</a:t>
                      </a: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req</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console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DCDCAA"/>
                          </a:solidFill>
                          <a:latin typeface="Consolas"/>
                          <a:ea typeface="Consolas"/>
                          <a:cs typeface="Consolas"/>
                          <a:sym typeface="Consolas"/>
                        </a:rPr>
                        <a:t>log</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'CB0'</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cb1</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569CD6"/>
                          </a:solidFill>
                          <a:latin typeface="Consolas"/>
                          <a:ea typeface="Consolas"/>
                          <a:cs typeface="Consolas"/>
                          <a:sym typeface="Consolas"/>
                        </a:rPr>
                        <a:t>function</a:t>
                      </a: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req</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console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DCDCAA"/>
                          </a:solidFill>
                          <a:latin typeface="Consolas"/>
                          <a:ea typeface="Consolas"/>
                          <a:cs typeface="Consolas"/>
                          <a:sym typeface="Consolas"/>
                        </a:rPr>
                        <a:t>log</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'CB1'</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9CDCFE"/>
                          </a:solidFill>
                          <a:latin typeface="Consolas"/>
                          <a:ea typeface="Consolas"/>
                          <a:cs typeface="Consolas"/>
                          <a:sym typeface="Consolas"/>
                        </a:rPr>
                        <a:t>app</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get</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'/example/d'</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cb0</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cb1</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req</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569CD6"/>
                          </a:solidFill>
                          <a:latin typeface="Consolas"/>
                          <a:ea typeface="Consolas"/>
                          <a:cs typeface="Consolas"/>
                          <a:sym typeface="Consolas"/>
                        </a:rPr>
                        <a:t>=&gt;</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console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DCDCAA"/>
                          </a:solidFill>
                          <a:latin typeface="Consolas"/>
                          <a:ea typeface="Consolas"/>
                          <a:cs typeface="Consolas"/>
                          <a:sym typeface="Consolas"/>
                        </a:rPr>
                        <a:t>log</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'the response will be sent by the next function ...'</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next</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req</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569CD6"/>
                          </a:solidFill>
                          <a:latin typeface="Consolas"/>
                          <a:ea typeface="Consolas"/>
                          <a:cs typeface="Consolas"/>
                          <a:sym typeface="Consolas"/>
                        </a:rPr>
                        <a:t>=&gt;</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res</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send</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'Hello from D!'</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9CDCFE"/>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3"/>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50" name="Google Shape;250;p3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51" name="Google Shape;251;p3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11</a:t>
            </a:fld>
            <a:endParaRPr/>
          </a:p>
        </p:txBody>
      </p:sp>
      <p:graphicFrame>
        <p:nvGraphicFramePr>
          <p:cNvPr id="252" name="Google Shape;252;p33"/>
          <p:cNvGraphicFramePr/>
          <p:nvPr>
            <p:extLst>
              <p:ext uri="{D42A27DB-BD31-4B8C-83A1-F6EECF244321}">
                <p14:modId xmlns:p14="http://schemas.microsoft.com/office/powerpoint/2010/main" val="2590517698"/>
              </p:ext>
            </p:extLst>
          </p:nvPr>
        </p:nvGraphicFramePr>
        <p:xfrm>
          <a:off x="1018000" y="1776981"/>
          <a:ext cx="10155975" cy="115821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600" b="1" u="none" strike="noStrike" cap="none" dirty="0">
                          <a:latin typeface="Times New Roman"/>
                          <a:ea typeface="Times New Roman"/>
                          <a:cs typeface="Times New Roman"/>
                          <a:sym typeface="Times New Roman"/>
                        </a:rPr>
                        <a:t>Response methods</a:t>
                      </a:r>
                      <a:endParaRPr sz="16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methods on the response object (res) in the following table can send a response to the client, and terminate the request-response cycle. If none of these methods are called from a route handler, the client request will be left hanging.</a:t>
                      </a:r>
                      <a:endParaRPr sz="16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pic>
        <p:nvPicPr>
          <p:cNvPr id="253" name="Google Shape;253;p33"/>
          <p:cNvPicPr preferRelativeResize="0"/>
          <p:nvPr/>
        </p:nvPicPr>
        <p:blipFill rotWithShape="1">
          <a:blip r:embed="rId3">
            <a:alphaModFix/>
          </a:blip>
          <a:srcRect/>
          <a:stretch/>
        </p:blipFill>
        <p:spPr>
          <a:xfrm>
            <a:off x="1620361" y="2935191"/>
            <a:ext cx="8951252" cy="342115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59" name="Google Shape;259;p3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60" name="Google Shape;260;p3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graphicFrame>
        <p:nvGraphicFramePr>
          <p:cNvPr id="261" name="Google Shape;261;p34"/>
          <p:cNvGraphicFramePr/>
          <p:nvPr>
            <p:extLst>
              <p:ext uri="{D42A27DB-BD31-4B8C-83A1-F6EECF244321}">
                <p14:modId xmlns:p14="http://schemas.microsoft.com/office/powerpoint/2010/main" val="4188117578"/>
              </p:ext>
            </p:extLst>
          </p:nvPr>
        </p:nvGraphicFramePr>
        <p:xfrm>
          <a:off x="1066788" y="1787603"/>
          <a:ext cx="10155975" cy="324603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400" b="1" u="none" strike="noStrike" cap="none" dirty="0" err="1">
                          <a:latin typeface="Times New Roman"/>
                          <a:ea typeface="Times New Roman"/>
                          <a:cs typeface="Times New Roman"/>
                          <a:sym typeface="Times New Roman"/>
                        </a:rPr>
                        <a:t>app.route</a:t>
                      </a:r>
                      <a:r>
                        <a:rPr lang="en-US" sz="1400" b="1" u="none" strike="noStrike" cap="none" dirty="0">
                          <a:latin typeface="Times New Roman"/>
                          <a:ea typeface="Times New Roman"/>
                          <a:cs typeface="Times New Roman"/>
                          <a:sym typeface="Times New Roman"/>
                        </a:rPr>
                        <a:t>()</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create chainable route handlers for a route path by using </a:t>
                      </a:r>
                      <a:r>
                        <a:rPr lang="en-US" sz="1400" u="none" strike="noStrike" cap="none" dirty="0" err="1">
                          <a:latin typeface="Times New Roman"/>
                          <a:ea typeface="Times New Roman"/>
                          <a:cs typeface="Times New Roman"/>
                          <a:sym typeface="Times New Roman"/>
                        </a:rPr>
                        <a:t>app.route</a:t>
                      </a:r>
                      <a:r>
                        <a:rPr lang="en-US" sz="1400" u="none" strike="noStrike" cap="none" dirty="0">
                          <a:latin typeface="Times New Roman"/>
                          <a:ea typeface="Times New Roman"/>
                          <a:cs typeface="Times New Roman"/>
                          <a:sym typeface="Times New Roman"/>
                        </a:rPr>
                        <a:t>(). Because the path is specified at a single location, creating modular routes is helpful, as is reducing redundancy and typos. </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Here is an example of chained route handlers that are defined by using </a:t>
                      </a:r>
                      <a:r>
                        <a:rPr lang="en-US" sz="1400" u="none" strike="noStrike" cap="none" dirty="0" err="1">
                          <a:latin typeface="Times New Roman"/>
                          <a:ea typeface="Times New Roman"/>
                          <a:cs typeface="Times New Roman"/>
                          <a:sym typeface="Times New Roman"/>
                        </a:rPr>
                        <a:t>app.route</a:t>
                      </a:r>
                      <a:r>
                        <a:rPr lang="en-US" sz="1400" u="none" strike="noStrike" cap="none" dirty="0">
                          <a:latin typeface="Times New Roman"/>
                          <a:ea typeface="Times New Roman"/>
                          <a:cs typeface="Times New Roman"/>
                          <a:sym typeface="Times New Roman"/>
                        </a:rPr>
                        <a:t>().</a:t>
                      </a:r>
                      <a:endParaRPr sz="14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route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'/book'</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'Get a random book'</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DCDCAA"/>
                          </a:solidFill>
                          <a:latin typeface="Consolas"/>
                          <a:ea typeface="Consolas"/>
                          <a:cs typeface="Consolas"/>
                          <a:sym typeface="Consolas"/>
                        </a:rPr>
                        <a:t>post</a:t>
                      </a:r>
                      <a:r>
                        <a:rPr lang="en-US" sz="1100" u="none" strike="noStrike" cap="none" dirty="0">
                          <a:solidFill>
                            <a:srgbClr val="D4D4D4"/>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'Add a book'</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DCDCAA"/>
                          </a:solidFill>
                          <a:latin typeface="Consolas"/>
                          <a:ea typeface="Consolas"/>
                          <a:cs typeface="Consolas"/>
                          <a:sym typeface="Consolas"/>
                        </a:rPr>
                        <a:t>put</a:t>
                      </a:r>
                      <a:r>
                        <a:rPr lang="en-US" sz="1100" u="none" strike="noStrike" cap="none" dirty="0">
                          <a:solidFill>
                            <a:srgbClr val="D4D4D4"/>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'Update the book'</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endParaRPr sz="14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0" marR="0" lvl="0" indent="0" algn="l" rtl="0">
                        <a:lnSpc>
                          <a:spcPct val="100000"/>
                        </a:lnSpc>
                        <a:spcBef>
                          <a:spcPts val="0"/>
                        </a:spcBef>
                        <a:spcAft>
                          <a:spcPts val="0"/>
                        </a:spcAft>
                        <a:buClr>
                          <a:srgbClr val="000000"/>
                        </a:buClr>
                        <a:buSzPts val="1200"/>
                        <a:buFont typeface="Arial"/>
                        <a:buNone/>
                      </a:pP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3"/>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32" name="Google Shape;332;p4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33" name="Google Shape;333;p4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13</a:t>
            </a:fld>
            <a:endParaRPr/>
          </a:p>
        </p:txBody>
      </p:sp>
      <p:graphicFrame>
        <p:nvGraphicFramePr>
          <p:cNvPr id="334" name="Google Shape;334;p43"/>
          <p:cNvGraphicFramePr/>
          <p:nvPr>
            <p:extLst>
              <p:ext uri="{D42A27DB-BD31-4B8C-83A1-F6EECF244321}">
                <p14:modId xmlns:p14="http://schemas.microsoft.com/office/powerpoint/2010/main" val="2497924213"/>
              </p:ext>
            </p:extLst>
          </p:nvPr>
        </p:nvGraphicFramePr>
        <p:xfrm>
          <a:off x="1066788" y="1795251"/>
          <a:ext cx="10155975" cy="434325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288775">
                <a:tc>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dirty="0" err="1">
                          <a:latin typeface="Times New Roman"/>
                          <a:ea typeface="Times New Roman"/>
                          <a:cs typeface="Times New Roman"/>
                          <a:sym typeface="Times New Roman"/>
                        </a:rPr>
                        <a:t>Templating</a:t>
                      </a:r>
                      <a:endParaRPr sz="12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b="1" u="none" strike="noStrike" cap="none" dirty="0">
                          <a:latin typeface="Times New Roman"/>
                          <a:ea typeface="Times New Roman"/>
                          <a:cs typeface="Times New Roman"/>
                          <a:sym typeface="Times New Roman"/>
                        </a:rPr>
                        <a:t>What is template engine?</a:t>
                      </a:r>
                      <a:endParaRPr sz="12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 Template Engine is used to merge HTML page with the data from your program. The engine is simple and powerful.</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At runtime, it replaces variables in a template file with actual values and transforms the template into an HTML file sent to the client.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Welcome</a:t>
                      </a:r>
                      <a:r>
                        <a:rPr lang="en-US" sz="1050" u="none" strike="noStrike" cap="none" dirty="0">
                          <a:solidFill>
                            <a:srgbClr val="D4D4D4"/>
                          </a:solidFill>
                          <a:latin typeface="Consolas"/>
                          <a:ea typeface="Consolas"/>
                          <a:cs typeface="Consolas"/>
                          <a:sym typeface="Consolas"/>
                        </a:rPr>
                        <a:t> &lt;%= </a:t>
                      </a:r>
                      <a:r>
                        <a:rPr lang="en-US" sz="1050" u="none" strike="noStrike" cap="none" dirty="0">
                          <a:solidFill>
                            <a:srgbClr val="9CDCFE"/>
                          </a:solidFill>
                          <a:latin typeface="Consolas"/>
                          <a:ea typeface="Consolas"/>
                          <a:cs typeface="Consolas"/>
                          <a:sym typeface="Consolas"/>
                        </a:rPr>
                        <a:t>username</a:t>
                      </a:r>
                      <a:r>
                        <a:rPr lang="en-US" sz="1050" u="none" strike="noStrike" cap="none" dirty="0">
                          <a:solidFill>
                            <a:srgbClr val="D4D4D4"/>
                          </a:solidFill>
                          <a:latin typeface="Consolas"/>
                          <a:ea typeface="Consolas"/>
                          <a:cs typeface="Consolas"/>
                          <a:sym typeface="Consolas"/>
                        </a:rPr>
                        <a:t> %&gt;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Here username is a variable.It will replace the username with the value received from the backend. Say username variable contains  “John”  value  then the output will be:-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just"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Welcome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John</a:t>
                      </a:r>
                      <a:endParaRPr sz="1050" u="none" strike="noStrike" cap="none">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here are number of template engines available some of them are given below:-</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EJS</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Jade(pug)</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err="1">
                          <a:latin typeface="Times New Roman"/>
                          <a:ea typeface="Times New Roman"/>
                          <a:cs typeface="Times New Roman"/>
                          <a:sym typeface="Times New Roman"/>
                        </a:rPr>
                        <a:t>Vash</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Mustache</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Dust.js</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err="1">
                          <a:latin typeface="Times New Roman"/>
                          <a:ea typeface="Times New Roman"/>
                          <a:cs typeface="Times New Roman"/>
                          <a:sym typeface="Times New Roman"/>
                        </a:rPr>
                        <a:t>Nunjucks</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Handlebars</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ATPL</a:t>
                      </a:r>
                      <a:endParaRPr sz="12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HAML</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In this section, we are going to learn about EJS Template Engine. EJS Stands for Embedded JavaScript.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40" name="Google Shape;340;p4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41" name="Google Shape;341;p4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14</a:t>
            </a:fld>
            <a:endParaRPr/>
          </a:p>
        </p:txBody>
      </p:sp>
      <p:graphicFrame>
        <p:nvGraphicFramePr>
          <p:cNvPr id="342" name="Google Shape;342;p44"/>
          <p:cNvGraphicFramePr/>
          <p:nvPr>
            <p:extLst>
              <p:ext uri="{D42A27DB-BD31-4B8C-83A1-F6EECF244321}">
                <p14:modId xmlns:p14="http://schemas.microsoft.com/office/powerpoint/2010/main" val="439409964"/>
              </p:ext>
            </p:extLst>
          </p:nvPr>
        </p:nvGraphicFramePr>
        <p:xfrm>
          <a:off x="1066788" y="1574243"/>
          <a:ext cx="10155975" cy="478527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npm</a:t>
                      </a:r>
                      <a:r>
                        <a:rPr lang="en-US" sz="1100" u="none" strike="noStrike" cap="none" dirty="0">
                          <a:solidFill>
                            <a:srgbClr val="9CDCFE"/>
                          </a:solidFill>
                          <a:latin typeface="Consolas"/>
                          <a:ea typeface="Consolas"/>
                          <a:cs typeface="Consolas"/>
                          <a:sym typeface="Consolas"/>
                        </a:rPr>
                        <a:t> install --save </a:t>
                      </a:r>
                      <a:r>
                        <a:rPr lang="en-US" sz="1100" u="none" strike="noStrike" cap="none" dirty="0" err="1">
                          <a:solidFill>
                            <a:srgbClr val="9CDCFE"/>
                          </a:solidFill>
                          <a:latin typeface="Consolas"/>
                          <a:ea typeface="Consolas"/>
                          <a:cs typeface="Consolas"/>
                          <a:sym typeface="Consolas"/>
                        </a:rPr>
                        <a:t>ejs</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Create a folder named  “Views”  in project’s root directory Because by default Express.js searches all the views(templates) in the views folder under the root folder. If you don’t want your folder to be named as views you can change name using views property in express.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err="1">
                          <a:latin typeface="Times New Roman"/>
                          <a:ea typeface="Times New Roman"/>
                          <a:cs typeface="Times New Roman"/>
                          <a:sym typeface="Times New Roman"/>
                        </a:rPr>
                        <a:t>eg</a:t>
                      </a:r>
                      <a:r>
                        <a:rPr lang="en-US" sz="1400" u="none" strike="noStrike" cap="none" dirty="0">
                          <a:latin typeface="Times New Roman"/>
                          <a:ea typeface="Times New Roman"/>
                          <a:cs typeface="Times New Roman"/>
                          <a:sym typeface="Times New Roman"/>
                        </a:rPr>
                        <a:t> : the name of your folder is </a:t>
                      </a:r>
                      <a:r>
                        <a:rPr lang="en-US" sz="1400" u="none" strike="noStrike" cap="none" dirty="0" err="1">
                          <a:latin typeface="Times New Roman"/>
                          <a:ea typeface="Times New Roman"/>
                          <a:cs typeface="Times New Roman"/>
                          <a:sym typeface="Times New Roman"/>
                        </a:rPr>
                        <a:t>myviews</a:t>
                      </a:r>
                      <a:r>
                        <a:rPr lang="en-US" sz="1400" u="none" strike="noStrike" cap="none" dirty="0">
                          <a:latin typeface="Times New Roman"/>
                          <a:ea typeface="Times New Roman"/>
                          <a:cs typeface="Times New Roman"/>
                          <a:sym typeface="Times New Roman"/>
                        </a:rPr>
                        <a:t> then in our main file in this case app.js we write  </a:t>
                      </a:r>
                      <a:r>
                        <a:rPr lang="en-US" sz="1400" u="none" strike="noStrike" cap="none" dirty="0" err="1">
                          <a:latin typeface="Times New Roman"/>
                          <a:ea typeface="Times New Roman"/>
                          <a:cs typeface="Times New Roman"/>
                          <a:sym typeface="Times New Roman"/>
                        </a:rPr>
                        <a:t>app.set</a:t>
                      </a:r>
                      <a:r>
                        <a:rPr lang="en-US" sz="1400" u="none" strike="noStrike" cap="none" dirty="0">
                          <a:latin typeface="Times New Roman"/>
                          <a:ea typeface="Times New Roman"/>
                          <a:cs typeface="Times New Roman"/>
                          <a:sym typeface="Times New Roman"/>
                        </a:rPr>
                        <a:t>(‘views’,./</a:t>
                      </a:r>
                      <a:r>
                        <a:rPr lang="en-US" sz="1400" u="none" strike="noStrike" cap="none" dirty="0" err="1">
                          <a:latin typeface="Times New Roman"/>
                          <a:ea typeface="Times New Roman"/>
                          <a:cs typeface="Times New Roman"/>
                          <a:sym typeface="Times New Roman"/>
                        </a:rPr>
                        <a:t>myviews</a:t>
                      </a:r>
                      <a:r>
                        <a:rPr lang="en-US" sz="1400" u="none" strike="noStrike" cap="none" dirty="0">
                          <a:latin typeface="Times New Roman"/>
                          <a:ea typeface="Times New Roman"/>
                          <a:cs typeface="Times New Roman"/>
                          <a:sym typeface="Times New Roman"/>
                        </a:rPr>
                        <a:t>); </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All the templates file are saved with template engine’s extension and in views folder. Here we are using EJS so all templates are saved with .</a:t>
                      </a:r>
                      <a:r>
                        <a:rPr lang="en-US" sz="1400" u="none" strike="noStrike" cap="none" dirty="0" err="1">
                          <a:latin typeface="Times New Roman"/>
                          <a:ea typeface="Times New Roman"/>
                          <a:cs typeface="Times New Roman"/>
                          <a:sym typeface="Times New Roman"/>
                        </a:rPr>
                        <a:t>ejs</a:t>
                      </a:r>
                      <a:r>
                        <a:rPr lang="en-US" sz="1400" u="none" strike="noStrike" cap="none" dirty="0">
                          <a:latin typeface="Times New Roman"/>
                          <a:ea typeface="Times New Roman"/>
                          <a:cs typeface="Times New Roman"/>
                          <a:sym typeface="Times New Roman"/>
                        </a:rPr>
                        <a:t> extension in views folder.</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EJS files are simple to write because in this file we write simple HTML and write logic, backend variables between these tags:-</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&lt;% %&gt;(to write logics)</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&lt;%= %&gt;( when we want to display content use this)</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&lt;%- %&gt;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Here in this tutorial, we have two files one is main JS file i.e.  app.js  , which creates a server and one template file( </a:t>
                      </a:r>
                      <a:r>
                        <a:rPr lang="en-US" sz="1400" u="none" strike="noStrike" cap="none" dirty="0" err="1">
                          <a:latin typeface="Times New Roman"/>
                          <a:ea typeface="Times New Roman"/>
                          <a:cs typeface="Times New Roman"/>
                          <a:sym typeface="Times New Roman"/>
                        </a:rPr>
                        <a:t>display.ejs</a:t>
                      </a:r>
                      <a:r>
                        <a:rPr lang="en-US" sz="1400" u="none" strike="noStrike" cap="none" dirty="0">
                          <a:latin typeface="Times New Roman"/>
                          <a:ea typeface="Times New Roman"/>
                          <a:cs typeface="Times New Roman"/>
                          <a:sym typeface="Times New Roman"/>
                        </a:rPr>
                        <a:t> ).</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dirty="0">
                          <a:latin typeface="Times New Roman"/>
                          <a:ea typeface="Times New Roman"/>
                          <a:cs typeface="Times New Roman"/>
                          <a:sym typeface="Times New Roman"/>
                        </a:rPr>
                        <a:t>In app.js first create a basic server like this:</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569CD6"/>
                          </a:solidFill>
                          <a:latin typeface="Consolas"/>
                          <a:ea typeface="Consolas"/>
                          <a:cs typeface="Consolas"/>
                          <a:sym typeface="Consolas"/>
                        </a:rPr>
                        <a:t>var</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DCDCAA"/>
                          </a:solidFill>
                          <a:latin typeface="Consolas"/>
                          <a:ea typeface="Consolas"/>
                          <a:cs typeface="Consolas"/>
                          <a:sym typeface="Consolas"/>
                        </a:rPr>
                        <a:t>express</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DCDCAA"/>
                          </a:solidFill>
                          <a:latin typeface="Consolas"/>
                          <a:ea typeface="Consolas"/>
                          <a:cs typeface="Consolas"/>
                          <a:sym typeface="Consolas"/>
                        </a:rPr>
                        <a:t>require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"express"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6A9955"/>
                          </a:solidFill>
                          <a:latin typeface="Consolas"/>
                          <a:ea typeface="Consolas"/>
                          <a:cs typeface="Consolas"/>
                          <a:sym typeface="Consolas"/>
                        </a:rPr>
                        <a:t>//requiring express module</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569CD6"/>
                          </a:solidFill>
                          <a:latin typeface="Consolas"/>
                          <a:ea typeface="Consolas"/>
                          <a:cs typeface="Consolas"/>
                          <a:sym typeface="Consolas"/>
                        </a:rPr>
                        <a:t>var</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app</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DCDCAA"/>
                          </a:solidFill>
                          <a:latin typeface="Consolas"/>
                          <a:ea typeface="Consolas"/>
                          <a:cs typeface="Consolas"/>
                          <a:sym typeface="Consolas"/>
                        </a:rPr>
                        <a:t>express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6A9955"/>
                          </a:solidFill>
                          <a:latin typeface="Consolas"/>
                          <a:ea typeface="Consolas"/>
                          <a:cs typeface="Consolas"/>
                          <a:sym typeface="Consolas"/>
                        </a:rPr>
                        <a:t>//creating express instance</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function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"hello"</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listen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B5CEA8"/>
                          </a:solidFill>
                          <a:latin typeface="Consolas"/>
                          <a:ea typeface="Consolas"/>
                          <a:cs typeface="Consolas"/>
                          <a:sym typeface="Consolas"/>
                        </a:rPr>
                        <a:t>3000</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function</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console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DCDCAA"/>
                          </a:solidFill>
                          <a:latin typeface="Consolas"/>
                          <a:ea typeface="Consolas"/>
                          <a:cs typeface="Consolas"/>
                          <a:sym typeface="Consolas"/>
                        </a:rPr>
                        <a:t>log</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"Node server is running.."</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4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48" name="Google Shape;348;p4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49" name="Google Shape;349;p4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15</a:t>
            </a:fld>
            <a:endParaRPr/>
          </a:p>
        </p:txBody>
      </p:sp>
      <p:graphicFrame>
        <p:nvGraphicFramePr>
          <p:cNvPr id="350" name="Google Shape;350;p45"/>
          <p:cNvGraphicFramePr/>
          <p:nvPr>
            <p:extLst>
              <p:ext uri="{D42A27DB-BD31-4B8C-83A1-F6EECF244321}">
                <p14:modId xmlns:p14="http://schemas.microsoft.com/office/powerpoint/2010/main" val="1030318044"/>
              </p:ext>
            </p:extLst>
          </p:nvPr>
        </p:nvGraphicFramePr>
        <p:xfrm>
          <a:off x="1066788" y="1795251"/>
          <a:ext cx="10155975" cy="416037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a:latin typeface="Times New Roman"/>
                          <a:ea typeface="Times New Roman"/>
                          <a:cs typeface="Times New Roman"/>
                          <a:sym typeface="Times New Roman"/>
                        </a:rPr>
                        <a:t>Now to send templates to frontend, first we set the view engine as follows:-</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"view engine"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ejs</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Add the following line to app.js</a:t>
                      </a:r>
                      <a:endParaRPr sz="14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AutoNum type="arabicPeriod"/>
                      </a:pPr>
                      <a:r>
                        <a:rPr lang="en-US" sz="1400" u="none" strike="noStrike" cap="none">
                          <a:latin typeface="Times New Roman"/>
                          <a:ea typeface="Times New Roman"/>
                          <a:cs typeface="Times New Roman"/>
                          <a:sym typeface="Times New Roman"/>
                        </a:rPr>
                        <a:t>After setting the view engine we create a simple display.ejs file in view folder with a simple ‘hello user’ message in it.</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&lt;!</a:t>
                      </a:r>
                      <a:r>
                        <a:rPr lang="en-US" sz="1100" u="none" strike="noStrike" cap="none" dirty="0">
                          <a:solidFill>
                            <a:srgbClr val="4FC1FF"/>
                          </a:solidFill>
                          <a:latin typeface="Consolas"/>
                          <a:ea typeface="Consolas"/>
                          <a:cs typeface="Consolas"/>
                          <a:sym typeface="Consolas"/>
                        </a:rPr>
                        <a:t>DOCTYPE</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html</a:t>
                      </a:r>
                      <a:r>
                        <a:rPr lang="en-US" sz="1100" u="none" strike="noStrike" cap="none" dirty="0">
                          <a:solidFill>
                            <a:srgbClr val="D4D4D4"/>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html</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lang</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en</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head</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meta</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charset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"UTF-8"</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meta</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name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"viewport"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content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"width=device-width, initial-scale=1.0"</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meta</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http-</a:t>
                      </a:r>
                      <a:r>
                        <a:rPr lang="en-US" sz="1100" u="none" strike="noStrike" cap="none" dirty="0" err="1">
                          <a:solidFill>
                            <a:srgbClr val="9CDCFE"/>
                          </a:solidFill>
                          <a:latin typeface="Consolas"/>
                          <a:ea typeface="Consolas"/>
                          <a:cs typeface="Consolas"/>
                          <a:sym typeface="Consolas"/>
                        </a:rPr>
                        <a:t>equiv</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"X-UA-Compatible"</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content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ie</a:t>
                      </a:r>
                      <a:r>
                        <a:rPr lang="en-US" sz="1100" u="none" strike="noStrike" cap="none" dirty="0">
                          <a:solidFill>
                            <a:srgbClr val="CE9178"/>
                          </a:solidFill>
                          <a:latin typeface="Consolas"/>
                          <a:ea typeface="Consolas"/>
                          <a:cs typeface="Consolas"/>
                          <a:sym typeface="Consolas"/>
                        </a:rPr>
                        <a:t>=edge"</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title</a:t>
                      </a:r>
                      <a:r>
                        <a:rPr lang="en-US" sz="1100" u="none" strike="noStrike" cap="none" dirty="0">
                          <a:solidFill>
                            <a:srgbClr val="808080"/>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templates</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title</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head</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body</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p</a:t>
                      </a:r>
                      <a:r>
                        <a:rPr lang="en-US" sz="1100" u="none" strike="noStrike" cap="none" dirty="0">
                          <a:solidFill>
                            <a:srgbClr val="808080"/>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Hello </a:t>
                      </a:r>
                      <a:r>
                        <a:rPr lang="en-US" sz="1100" u="none" strike="noStrike" cap="none" dirty="0" smtClean="0">
                          <a:solidFill>
                            <a:srgbClr val="D4D4D4"/>
                          </a:solidFill>
                          <a:latin typeface="Consolas"/>
                          <a:ea typeface="Consolas"/>
                          <a:cs typeface="Consolas"/>
                          <a:sym typeface="Consolas"/>
                        </a:rPr>
                        <a:t>&lt;%= User =&gt;</a:t>
                      </a:r>
                      <a:r>
                        <a:rPr lang="en-US" sz="1100" u="none" strike="noStrike" cap="none" dirty="0" smtClean="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p</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body</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html</a:t>
                      </a:r>
                      <a:r>
                        <a:rPr lang="en-US" sz="1100" u="none" strike="noStrike" cap="none" dirty="0">
                          <a:solidFill>
                            <a:srgbClr val="808080"/>
                          </a:solidFill>
                          <a:latin typeface="Consolas"/>
                          <a:ea typeface="Consolas"/>
                          <a:cs typeface="Consolas"/>
                          <a:sym typeface="Consolas"/>
                        </a:rPr>
                        <a:t>&gt;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Times New Roman"/>
                        <a:buAutoNum type="arabicPeriod"/>
                      </a:pPr>
                      <a:r>
                        <a:rPr lang="en-US" sz="1400" u="none" strike="noStrike" cap="none" dirty="0">
                          <a:latin typeface="Times New Roman"/>
                          <a:ea typeface="Times New Roman"/>
                          <a:cs typeface="Times New Roman"/>
                          <a:sym typeface="Times New Roman"/>
                        </a:rPr>
                        <a:t>Now to send the file to frontend we have a function called i.e.  </a:t>
                      </a:r>
                      <a:r>
                        <a:rPr lang="en-US" sz="1400" u="none" strike="noStrike" cap="none" dirty="0" err="1">
                          <a:latin typeface="Times New Roman"/>
                          <a:ea typeface="Times New Roman"/>
                          <a:cs typeface="Times New Roman"/>
                          <a:sym typeface="Times New Roman"/>
                        </a:rPr>
                        <a:t>res.render</a:t>
                      </a:r>
                      <a:r>
                        <a:rPr lang="en-US" sz="1400" u="none" strike="noStrike" cap="none" dirty="0">
                          <a:latin typeface="Times New Roman"/>
                          <a:ea typeface="Times New Roman"/>
                          <a:cs typeface="Times New Roman"/>
                          <a:sym typeface="Times New Roman"/>
                        </a:rPr>
                        <a:t>() , it renders a view and sends the rendered HTML string to the client. To render our file in previous code we replace </a:t>
                      </a:r>
                      <a:r>
                        <a:rPr lang="en-US" sz="1400" u="none" strike="noStrike" cap="none" dirty="0" err="1">
                          <a:latin typeface="Times New Roman"/>
                          <a:ea typeface="Times New Roman"/>
                          <a:cs typeface="Times New Roman"/>
                          <a:sym typeface="Times New Roman"/>
                        </a:rPr>
                        <a:t>res.send</a:t>
                      </a:r>
                      <a:r>
                        <a:rPr lang="en-US" sz="1400" u="none" strike="noStrike" cap="none" dirty="0">
                          <a:latin typeface="Times New Roman"/>
                          <a:ea typeface="Times New Roman"/>
                          <a:cs typeface="Times New Roman"/>
                          <a:sym typeface="Times New Roman"/>
                        </a:rPr>
                        <a:t>(“hello”); with  </a:t>
                      </a:r>
                      <a:r>
                        <a:rPr lang="en-US" sz="1400" u="none" strike="noStrike" cap="none" dirty="0" err="1">
                          <a:latin typeface="Times New Roman"/>
                          <a:ea typeface="Times New Roman"/>
                          <a:cs typeface="Times New Roman"/>
                          <a:sym typeface="Times New Roman"/>
                        </a:rPr>
                        <a:t>res.render</a:t>
                      </a:r>
                      <a:r>
                        <a:rPr lang="en-US" sz="1400" u="none" strike="noStrike" cap="none" dirty="0">
                          <a:latin typeface="Times New Roman"/>
                          <a:ea typeface="Times New Roman"/>
                          <a:cs typeface="Times New Roman"/>
                          <a:sym typeface="Times New Roman"/>
                        </a:rPr>
                        <a:t>(‘display’) ;</a:t>
                      </a:r>
                      <a:endParaRPr sz="1100" u="none" strike="noStrike" cap="none" dirty="0">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56" name="Google Shape;356;p4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57" name="Google Shape;357;p4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16</a:t>
            </a:fld>
            <a:endParaRPr/>
          </a:p>
        </p:txBody>
      </p:sp>
      <p:graphicFrame>
        <p:nvGraphicFramePr>
          <p:cNvPr id="358" name="Google Shape;358;p46"/>
          <p:cNvGraphicFramePr/>
          <p:nvPr>
            <p:extLst>
              <p:ext uri="{D42A27DB-BD31-4B8C-83A1-F6EECF244321}">
                <p14:modId xmlns:p14="http://schemas.microsoft.com/office/powerpoint/2010/main" val="3976772604"/>
              </p:ext>
            </p:extLst>
          </p:nvPr>
        </p:nvGraphicFramePr>
        <p:xfrm>
          <a:off x="1066788" y="1795251"/>
          <a:ext cx="10155975" cy="457182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var</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DCDCAA"/>
                          </a:solidFill>
                          <a:latin typeface="Consolas"/>
                          <a:ea typeface="Consolas"/>
                          <a:cs typeface="Consolas"/>
                          <a:sym typeface="Consolas"/>
                        </a:rPr>
                        <a:t>require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var</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app</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DCDCAA"/>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"view engine"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a:t>
                      </a:r>
                      <a:r>
                        <a:rPr lang="en-US" sz="1200" u="none" strike="noStrike" cap="none" dirty="0" err="1">
                          <a:solidFill>
                            <a:srgbClr val="CE9178"/>
                          </a:solidFill>
                          <a:latin typeface="Consolas"/>
                          <a:ea typeface="Consolas"/>
                          <a:cs typeface="Consolas"/>
                          <a:sym typeface="Consolas"/>
                        </a:rPr>
                        <a:t>ejs</a:t>
                      </a:r>
                      <a:r>
                        <a:rPr lang="en-US" sz="1200" u="none" strike="noStrike" cap="none" dirty="0">
                          <a:solidFill>
                            <a:srgbClr val="CE9178"/>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get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function</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6A9955"/>
                          </a:solidFill>
                          <a:latin typeface="Consolas"/>
                          <a:ea typeface="Consolas"/>
                          <a:cs typeface="Consolas"/>
                          <a:sym typeface="Consolas"/>
                        </a:rPr>
                        <a:t>//rendering our </a:t>
                      </a:r>
                      <a:r>
                        <a:rPr lang="en-US" sz="1200" u="none" strike="noStrike" cap="none" dirty="0" err="1">
                          <a:solidFill>
                            <a:srgbClr val="6A9955"/>
                          </a:solidFill>
                          <a:latin typeface="Consolas"/>
                          <a:ea typeface="Consolas"/>
                          <a:cs typeface="Consolas"/>
                          <a:sym typeface="Consolas"/>
                        </a:rPr>
                        <a:t>ejs</a:t>
                      </a:r>
                      <a:r>
                        <a:rPr lang="en-US" sz="1200" u="none" strike="noStrike" cap="none" dirty="0">
                          <a:solidFill>
                            <a:srgbClr val="6A9955"/>
                          </a:solidFill>
                          <a:latin typeface="Consolas"/>
                          <a:ea typeface="Consolas"/>
                          <a:cs typeface="Consolas"/>
                          <a:sym typeface="Consolas"/>
                        </a:rPr>
                        <a:t> template</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render</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'demo'</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var</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server</a:t>
                      </a:r>
                      <a:r>
                        <a:rPr lang="en-US" sz="1200" u="none" strike="noStrike" cap="none" dirty="0">
                          <a:solidFill>
                            <a:srgbClr val="D4D4D4"/>
                          </a:solidFill>
                          <a:latin typeface="Consolas"/>
                          <a:ea typeface="Consolas"/>
                          <a:cs typeface="Consolas"/>
                          <a:sym typeface="Consolas"/>
                        </a:rPr>
                        <a:t> = </a:t>
                      </a: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listen</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B5CEA8"/>
                          </a:solidFill>
                          <a:latin typeface="Consolas"/>
                          <a:ea typeface="Consolas"/>
                          <a:cs typeface="Consolas"/>
                          <a:sym typeface="Consolas"/>
                        </a:rPr>
                        <a:t>3000</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function</a:t>
                      </a:r>
                      <a:r>
                        <a:rPr lang="en-US" sz="1200" u="none" strike="noStrike" cap="none" dirty="0">
                          <a:solidFill>
                            <a:srgbClr val="D4D4D4"/>
                          </a:solidFill>
                          <a:latin typeface="Consolas"/>
                          <a:ea typeface="Consolas"/>
                          <a:cs typeface="Consolas"/>
                          <a:sym typeface="Consolas"/>
                        </a:rPr>
                        <a:t> ()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'Node server is running..'</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AutoNum type="arabicPeriod"/>
                      </a:pPr>
                      <a:r>
                        <a:rPr lang="en-US" sz="1600" u="none" strike="noStrike" cap="none">
                          <a:latin typeface="Times New Roman"/>
                          <a:ea typeface="Times New Roman"/>
                          <a:cs typeface="Times New Roman"/>
                          <a:sym typeface="Times New Roman"/>
                        </a:rPr>
                        <a:t>Run the following code as “node app.js” in terminal and press enter:-</a:t>
                      </a: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C8C8C8"/>
                          </a:solidFill>
                          <a:latin typeface="Consolas"/>
                          <a:ea typeface="Consolas"/>
                          <a:cs typeface="Consolas"/>
                          <a:sym typeface="Consolas"/>
                        </a:rPr>
                        <a:t>c</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Express</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project</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project</a:t>
                      </a:r>
                      <a:r>
                        <a:rPr lang="en-US" sz="1200" u="none" strike="noStrike" cap="none">
                          <a:solidFill>
                            <a:srgbClr val="D4D4D4"/>
                          </a:solidFill>
                          <a:latin typeface="Consolas"/>
                          <a:ea typeface="Consolas"/>
                          <a:cs typeface="Consolas"/>
                          <a:sym typeface="Consolas"/>
                        </a:rPr>
                        <a:t>&gt;</a:t>
                      </a:r>
                      <a:r>
                        <a:rPr lang="en-US" sz="1200" u="none" strike="noStrike" cap="none">
                          <a:solidFill>
                            <a:srgbClr val="9CDCFE"/>
                          </a:solidFill>
                          <a:latin typeface="Consolas"/>
                          <a:ea typeface="Consolas"/>
                          <a:cs typeface="Consolas"/>
                          <a:sym typeface="Consolas"/>
                        </a:rPr>
                        <a:t>node</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app</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js</a:t>
                      </a:r>
                      <a:endParaRPr sz="120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AutoNum type="arabicPeriod"/>
                      </a:pPr>
                      <a:r>
                        <a:rPr lang="en-US" sz="1600" u="none" strike="noStrike" cap="none">
                          <a:latin typeface="Times New Roman"/>
                          <a:ea typeface="Times New Roman"/>
                          <a:cs typeface="Times New Roman"/>
                          <a:sym typeface="Times New Roman"/>
                        </a:rPr>
                        <a:t>The server is now started you can see the message in terminal</a:t>
                      </a: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C8C8C8"/>
                          </a:solidFill>
                          <a:latin typeface="Consolas"/>
                          <a:ea typeface="Consolas"/>
                          <a:cs typeface="Consolas"/>
                          <a:sym typeface="Consolas"/>
                        </a:rPr>
                        <a:t>c</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Express</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project</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project</a:t>
                      </a:r>
                      <a:r>
                        <a:rPr lang="en-US" sz="1200" u="none" strike="noStrike" cap="none">
                          <a:solidFill>
                            <a:srgbClr val="D4D4D4"/>
                          </a:solidFill>
                          <a:latin typeface="Consolas"/>
                          <a:ea typeface="Consolas"/>
                          <a:cs typeface="Consolas"/>
                          <a:sym typeface="Consolas"/>
                        </a:rPr>
                        <a:t>&gt;</a:t>
                      </a:r>
                      <a:r>
                        <a:rPr lang="en-US" sz="1200" u="none" strike="noStrike" cap="none">
                          <a:solidFill>
                            <a:srgbClr val="9CDCFE"/>
                          </a:solidFill>
                          <a:latin typeface="Consolas"/>
                          <a:ea typeface="Consolas"/>
                          <a:cs typeface="Consolas"/>
                          <a:sym typeface="Consolas"/>
                        </a:rPr>
                        <a:t>node</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app</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js</a:t>
                      </a:r>
                      <a:endParaRPr sz="12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4EC9B0"/>
                          </a:solidFill>
                          <a:latin typeface="Consolas"/>
                          <a:ea typeface="Consolas"/>
                          <a:cs typeface="Consolas"/>
                          <a:sym typeface="Consolas"/>
                        </a:rPr>
                        <a:t>Node</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server</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is</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running</a:t>
                      </a:r>
                      <a:r>
                        <a:rPr lang="en-US" sz="1200" u="none" strike="noStrike" cap="none">
                          <a:solidFill>
                            <a:srgbClr val="D4D4D4"/>
                          </a:solidFill>
                          <a:latin typeface="Consolas"/>
                          <a:ea typeface="Consolas"/>
                          <a:cs typeface="Consolas"/>
                          <a:sym typeface="Consolas"/>
                        </a:rPr>
                        <a:t>..</a:t>
                      </a: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4"/>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point your browser to http://localhost:3000 and you will see the message “Hello User”.</a:t>
                      </a:r>
                      <a:endParaRPr sz="1200" u="none" strike="noStrike" cap="none" dirty="0">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64" name="Google Shape;364;p4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65" name="Google Shape;365;p4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17</a:t>
            </a:fld>
            <a:endParaRPr/>
          </a:p>
        </p:txBody>
      </p:sp>
      <p:graphicFrame>
        <p:nvGraphicFramePr>
          <p:cNvPr id="366" name="Google Shape;366;p47"/>
          <p:cNvGraphicFramePr/>
          <p:nvPr>
            <p:extLst>
              <p:ext uri="{D42A27DB-BD31-4B8C-83A1-F6EECF244321}">
                <p14:modId xmlns:p14="http://schemas.microsoft.com/office/powerpoint/2010/main" val="291728054"/>
              </p:ext>
            </p:extLst>
          </p:nvPr>
        </p:nvGraphicFramePr>
        <p:xfrm>
          <a:off x="1066788" y="1795251"/>
          <a:ext cx="10155975" cy="444993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600" b="1" u="none" strike="noStrike" cap="none" dirty="0">
                          <a:latin typeface="Times New Roman"/>
                          <a:ea typeface="Times New Roman"/>
                          <a:cs typeface="Times New Roman"/>
                          <a:sym typeface="Times New Roman"/>
                        </a:rPr>
                        <a:t>Sending variables to EJS and show on frontend</a:t>
                      </a:r>
                      <a:endParaRPr sz="16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If we want to send data from backend and use it in EJS file we can do this in the following manner:-</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Here instead of user in our </a:t>
                      </a:r>
                      <a:r>
                        <a:rPr lang="en-US" sz="1600" u="none" strike="noStrike" cap="none" dirty="0" err="1">
                          <a:latin typeface="Times New Roman"/>
                          <a:ea typeface="Times New Roman"/>
                          <a:cs typeface="Times New Roman"/>
                          <a:sym typeface="Times New Roman"/>
                        </a:rPr>
                        <a:t>display.ejs</a:t>
                      </a:r>
                      <a:r>
                        <a:rPr lang="en-US" sz="1600" u="none" strike="noStrike" cap="none" dirty="0">
                          <a:latin typeface="Times New Roman"/>
                          <a:ea typeface="Times New Roman"/>
                          <a:cs typeface="Times New Roman"/>
                          <a:sym typeface="Times New Roman"/>
                        </a:rPr>
                        <a:t> file I want to specify the name of the user. We can send data where we are rendering the file. </a:t>
                      </a:r>
                      <a:r>
                        <a:rPr lang="en-US" sz="1600" u="none" strike="noStrike" cap="none" dirty="0" err="1">
                          <a:latin typeface="Times New Roman"/>
                          <a:ea typeface="Times New Roman"/>
                          <a:cs typeface="Times New Roman"/>
                          <a:sym typeface="Times New Roman"/>
                        </a:rPr>
                        <a:t>Eg</a:t>
                      </a:r>
                      <a:r>
                        <a:rPr lang="en-US" sz="1600" u="none" strike="noStrike" cap="none" dirty="0">
                          <a:latin typeface="Times New Roman"/>
                          <a:ea typeface="Times New Roman"/>
                          <a:cs typeface="Times New Roman"/>
                          <a:sym typeface="Times New Roman"/>
                        </a:rPr>
                        <a:t>:- </a:t>
                      </a:r>
                      <a:r>
                        <a:rPr lang="en-US" sz="1600" u="none" strike="noStrike" cap="none" dirty="0" err="1">
                          <a:latin typeface="Times New Roman"/>
                          <a:ea typeface="Times New Roman"/>
                          <a:cs typeface="Times New Roman"/>
                          <a:sym typeface="Times New Roman"/>
                        </a:rPr>
                        <a:t>res.render</a:t>
                      </a:r>
                      <a:r>
                        <a:rPr lang="en-US" sz="1600" u="none" strike="noStrike" cap="none" dirty="0">
                          <a:latin typeface="Times New Roman"/>
                          <a:ea typeface="Times New Roman"/>
                          <a:cs typeface="Times New Roman"/>
                          <a:sym typeface="Times New Roman"/>
                        </a:rPr>
                        <a:t>(‘display’,{</a:t>
                      </a:r>
                      <a:r>
                        <a:rPr lang="en-US" sz="1600" u="none" strike="noStrike" cap="none" dirty="0" err="1">
                          <a:latin typeface="Times New Roman"/>
                          <a:ea typeface="Times New Roman"/>
                          <a:cs typeface="Times New Roman"/>
                          <a:sym typeface="Times New Roman"/>
                        </a:rPr>
                        <a:t>variable_name:’value</a:t>
                      </a:r>
                      <a:r>
                        <a:rPr lang="en-US" sz="1600" u="none" strike="noStrike" cap="none" dirty="0">
                          <a:latin typeface="Times New Roman"/>
                          <a:ea typeface="Times New Roman"/>
                          <a:cs typeface="Times New Roman"/>
                          <a:sym typeface="Times New Roman"/>
                        </a:rPr>
                        <a:t>’});</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Say the username is ‘Rahul’ then our code will be:-</a:t>
                      </a:r>
                      <a:endParaRPr sz="12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render</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'display'</a:t>
                      </a:r>
                      <a:r>
                        <a:rPr lang="en-US" sz="1200" u="none" strike="noStrike" cap="none" dirty="0">
                          <a:solidFill>
                            <a:srgbClr val="D4D4D4"/>
                          </a:solidFill>
                          <a:latin typeface="Consolas"/>
                          <a:ea typeface="Consolas"/>
                          <a:cs typeface="Consolas"/>
                          <a:sym typeface="Consolas"/>
                        </a:rPr>
                        <a:t>,{</a:t>
                      </a:r>
                      <a:r>
                        <a:rPr lang="en-US" sz="1200" u="none" strike="noStrike" cap="none" dirty="0" err="1">
                          <a:solidFill>
                            <a:srgbClr val="9CDCFE"/>
                          </a:solidFill>
                          <a:latin typeface="Consolas"/>
                          <a:ea typeface="Consolas"/>
                          <a:cs typeface="Consolas"/>
                          <a:sym typeface="Consolas"/>
                        </a:rPr>
                        <a:t>user:</a:t>
                      </a:r>
                      <a:r>
                        <a:rPr lang="en-US" sz="1200" u="none" strike="noStrike" cap="none" dirty="0" err="1">
                          <a:solidFill>
                            <a:srgbClr val="CE9178"/>
                          </a:solidFill>
                          <a:latin typeface="Consolas"/>
                          <a:ea typeface="Consolas"/>
                          <a:cs typeface="Consolas"/>
                          <a:sym typeface="Consolas"/>
                        </a:rPr>
                        <a:t>'John</a:t>
                      </a:r>
                      <a:r>
                        <a:rPr lang="en-US" sz="1200" u="none" strike="noStrike" cap="none" dirty="0">
                          <a:solidFill>
                            <a:srgbClr val="CE9178"/>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AutoNum type="arabicPeriod"/>
                      </a:pPr>
                      <a:r>
                        <a:rPr lang="en-US" sz="1600" u="none" strike="noStrike" cap="none">
                          <a:latin typeface="Times New Roman"/>
                          <a:ea typeface="Times New Roman"/>
                          <a:cs typeface="Times New Roman"/>
                          <a:sym typeface="Times New Roman"/>
                        </a:rPr>
                        <a:t>And to display this on front end we write this user variable inside &lt;%= %&gt; like this:-</a:t>
                      </a: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808080"/>
                          </a:solidFill>
                          <a:latin typeface="Consolas"/>
                          <a:ea typeface="Consolas"/>
                          <a:cs typeface="Consolas"/>
                          <a:sym typeface="Consolas"/>
                        </a:rPr>
                        <a:t>&lt;</a:t>
                      </a:r>
                      <a:r>
                        <a:rPr lang="en-US" sz="1200" u="none" strike="noStrike" cap="none" dirty="0">
                          <a:solidFill>
                            <a:srgbClr val="569CD6"/>
                          </a:solidFill>
                          <a:latin typeface="Consolas"/>
                          <a:ea typeface="Consolas"/>
                          <a:cs typeface="Consolas"/>
                          <a:sym typeface="Consolas"/>
                        </a:rPr>
                        <a:t>p</a:t>
                      </a:r>
                      <a:r>
                        <a:rPr lang="en-US" sz="1200" u="none" strike="noStrike" cap="none" dirty="0">
                          <a:solidFill>
                            <a:srgbClr val="808080"/>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Hello &lt;%= user%&gt;</a:t>
                      </a:r>
                      <a:r>
                        <a:rPr lang="en-US" sz="1200" u="none" strike="noStrike" cap="none" dirty="0">
                          <a:solidFill>
                            <a:srgbClr val="808080"/>
                          </a:solidFill>
                          <a:latin typeface="Consolas"/>
                          <a:ea typeface="Consolas"/>
                          <a:cs typeface="Consolas"/>
                          <a:sym typeface="Consolas"/>
                        </a:rPr>
                        <a:t>&lt;/</a:t>
                      </a:r>
                      <a:r>
                        <a:rPr lang="en-US" sz="1200" u="none" strike="noStrike" cap="none" dirty="0">
                          <a:solidFill>
                            <a:srgbClr val="569CD6"/>
                          </a:solidFill>
                          <a:latin typeface="Consolas"/>
                          <a:ea typeface="Consolas"/>
                          <a:cs typeface="Consolas"/>
                          <a:sym typeface="Consolas"/>
                        </a:rPr>
                        <a:t>p</a:t>
                      </a:r>
                      <a:r>
                        <a:rPr lang="en-US" sz="1200" u="none" strike="noStrike" cap="none" dirty="0">
                          <a:solidFill>
                            <a:srgbClr val="808080"/>
                          </a:solidFill>
                          <a:latin typeface="Consolas"/>
                          <a:ea typeface="Consolas"/>
                          <a:cs typeface="Consolas"/>
                          <a:sym typeface="Consolas"/>
                        </a:rPr>
                        <a:t>&gt;</a:t>
                      </a:r>
                      <a:endParaRPr sz="1200" u="none" strike="noStrike" cap="none" dirty="0">
                        <a:solidFill>
                          <a:srgbClr val="C8C8C8"/>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Now restart the server and run the code again and on refreshing the page you will see Hello Rahul instead of Hello User.</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b="1" u="none" strike="noStrike" cap="none" dirty="0">
                          <a:latin typeface="Times New Roman"/>
                          <a:ea typeface="Times New Roman"/>
                          <a:cs typeface="Times New Roman"/>
                          <a:sym typeface="Times New Roman"/>
                        </a:rPr>
                        <a:t>Sending Arrays or Objects(JSON data)</a:t>
                      </a:r>
                      <a:endParaRPr sz="16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We can send any sort of data to the frontend. Suppose if I have a JSON data having an array named authors[] of author object having name and article, and I want to display it on frontend via a list, I can send an array to EJS and then loop through it and display the data.</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For this follow the given example:-</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8"/>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72" name="Google Shape;372;p4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73" name="Google Shape;373;p4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graphicFrame>
        <p:nvGraphicFramePr>
          <p:cNvPr id="374" name="Google Shape;374;p48"/>
          <p:cNvGraphicFramePr/>
          <p:nvPr>
            <p:extLst>
              <p:ext uri="{D42A27DB-BD31-4B8C-83A1-F6EECF244321}">
                <p14:modId xmlns:p14="http://schemas.microsoft.com/office/powerpoint/2010/main" val="254557370"/>
              </p:ext>
            </p:extLst>
          </p:nvPr>
        </p:nvGraphicFramePr>
        <p:xfrm>
          <a:off x="1018000" y="2195238"/>
          <a:ext cx="10155975" cy="402333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"view engine"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E9178"/>
                          </a:solidFill>
                          <a:latin typeface="Consolas"/>
                          <a:ea typeface="Consolas"/>
                          <a:cs typeface="Consolas"/>
                          <a:sym typeface="Consolas"/>
                        </a:rPr>
                        <a:t>"</a:t>
                      </a:r>
                      <a:r>
                        <a:rPr lang="en-US" sz="1200" u="none" strike="noStrike" cap="none" dirty="0" err="1">
                          <a:solidFill>
                            <a:srgbClr val="CE9178"/>
                          </a:solidFill>
                          <a:latin typeface="Consolas"/>
                          <a:ea typeface="Consolas"/>
                          <a:cs typeface="Consolas"/>
                          <a:sym typeface="Consolas"/>
                        </a:rPr>
                        <a:t>ejs</a:t>
                      </a:r>
                      <a:r>
                        <a:rPr lang="en-US" sz="1200" u="none" strike="noStrike" cap="none" dirty="0">
                          <a:solidFill>
                            <a:srgbClr val="CE9178"/>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var</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authors</a:t>
                      </a:r>
                      <a:r>
                        <a:rPr lang="en-US" sz="1200" u="none" strike="noStrike" cap="none" dirty="0">
                          <a:solidFill>
                            <a:srgbClr val="D4D4D4"/>
                          </a:solidFill>
                          <a:latin typeface="Consolas"/>
                          <a:ea typeface="Consolas"/>
                          <a:cs typeface="Consolas"/>
                          <a:sym typeface="Consolas"/>
                        </a:rPr>
                        <a:t> =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name: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E9178"/>
                          </a:solidFill>
                          <a:latin typeface="Consolas"/>
                          <a:ea typeface="Consolas"/>
                          <a:cs typeface="Consolas"/>
                          <a:sym typeface="Consolas"/>
                        </a:rPr>
                        <a:t>"Andrew"</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article: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E9178"/>
                          </a:solidFill>
                          <a:latin typeface="Consolas"/>
                          <a:ea typeface="Consolas"/>
                          <a:cs typeface="Consolas"/>
                          <a:sym typeface="Consolas"/>
                        </a:rPr>
                        <a:t>"node.js"</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name: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E9178"/>
                          </a:solidFill>
                          <a:latin typeface="Consolas"/>
                          <a:ea typeface="Consolas"/>
                          <a:cs typeface="Consolas"/>
                          <a:sym typeface="Consolas"/>
                        </a:rPr>
                        <a:t>"Brad"</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article: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E9178"/>
                          </a:solidFill>
                          <a:latin typeface="Consolas"/>
                          <a:ea typeface="Consolas"/>
                          <a:cs typeface="Consolas"/>
                          <a:sym typeface="Consolas"/>
                        </a:rPr>
                        <a:t>"express.js"</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name: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E9178"/>
                          </a:solidFill>
                          <a:latin typeface="Consolas"/>
                          <a:ea typeface="Consolas"/>
                          <a:cs typeface="Consolas"/>
                          <a:sym typeface="Consolas"/>
                        </a:rPr>
                        <a:t>"John"</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article: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E9178"/>
                          </a:solidFill>
                          <a:latin typeface="Consolas"/>
                          <a:ea typeface="Consolas"/>
                          <a:cs typeface="Consolas"/>
                          <a:sym typeface="Consolas"/>
                        </a:rPr>
                        <a:t>"mongoose"</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get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function</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render</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"display"</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9CDCFE"/>
                          </a:solidFill>
                          <a:latin typeface="Consolas"/>
                          <a:ea typeface="Consolas"/>
                          <a:cs typeface="Consolas"/>
                          <a:sym typeface="Consolas"/>
                        </a:rPr>
                        <a:t>authors</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9CDCFE"/>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var</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server</a:t>
                      </a:r>
                      <a:r>
                        <a:rPr lang="en-US" sz="1200" u="none" strike="noStrike" cap="none" dirty="0">
                          <a:solidFill>
                            <a:srgbClr val="D4D4D4"/>
                          </a:solidFill>
                          <a:latin typeface="Consolas"/>
                          <a:ea typeface="Consolas"/>
                          <a:cs typeface="Consolas"/>
                          <a:sym typeface="Consolas"/>
                        </a:rPr>
                        <a:t> = </a:t>
                      </a: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listen</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B5CEA8"/>
                          </a:solidFill>
                          <a:latin typeface="Consolas"/>
                          <a:ea typeface="Consolas"/>
                          <a:cs typeface="Consolas"/>
                          <a:sym typeface="Consolas"/>
                        </a:rPr>
                        <a:t>3000</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function</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"Node server is running.."</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49"/>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80" name="Google Shape;380;p4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81" name="Google Shape;381;p4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19</a:t>
            </a:fld>
            <a:endParaRPr/>
          </a:p>
        </p:txBody>
      </p:sp>
      <p:graphicFrame>
        <p:nvGraphicFramePr>
          <p:cNvPr id="382" name="Google Shape;382;p49"/>
          <p:cNvGraphicFramePr/>
          <p:nvPr>
            <p:extLst>
              <p:ext uri="{D42A27DB-BD31-4B8C-83A1-F6EECF244321}">
                <p14:modId xmlns:p14="http://schemas.microsoft.com/office/powerpoint/2010/main" val="1427202912"/>
              </p:ext>
            </p:extLst>
          </p:nvPr>
        </p:nvGraphicFramePr>
        <p:xfrm>
          <a:off x="969225" y="1658039"/>
          <a:ext cx="10155975" cy="461766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Copy and paste this code in your app.js file here I have created an array named “authors” and I have rendered it with the ejs file. Note:- you can send the data by assigning it to a variable{values: data} or directly{data} in direct case you can access it with data and by assigning it you can access it with whatever variable you have assigned in given example by values.</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Now to access the author array in EJS follow the below EJS code:-</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&lt;!</a:t>
                      </a:r>
                      <a:r>
                        <a:rPr lang="en-US" sz="1050" u="none" strike="noStrike" cap="none" dirty="0">
                          <a:solidFill>
                            <a:srgbClr val="4FC1FF"/>
                          </a:solidFill>
                          <a:latin typeface="Consolas"/>
                          <a:ea typeface="Consolas"/>
                          <a:cs typeface="Consolas"/>
                          <a:sym typeface="Consolas"/>
                        </a:rPr>
                        <a:t>DOCTYPE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html</a:t>
                      </a:r>
                      <a:r>
                        <a:rPr lang="en-US" sz="1050" u="none" strike="noStrike" cap="none" dirty="0">
                          <a:solidFill>
                            <a:srgbClr val="D4D4D4"/>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html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lang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en</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head</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meta</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charset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"UTF-8"</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meta</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name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"viewport"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content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"width=device-width, initial-scale=1.0"</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meta</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http-</a:t>
                      </a:r>
                      <a:r>
                        <a:rPr lang="en-US" sz="1050" u="none" strike="noStrike" cap="none" dirty="0" err="1">
                          <a:solidFill>
                            <a:srgbClr val="9CDCFE"/>
                          </a:solidFill>
                          <a:latin typeface="Consolas"/>
                          <a:ea typeface="Consolas"/>
                          <a:cs typeface="Consolas"/>
                          <a:sym typeface="Consolas"/>
                        </a:rPr>
                        <a:t>equiv</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"X-UA-Compatible"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content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ie</a:t>
                      </a:r>
                      <a:r>
                        <a:rPr lang="en-US" sz="1050" u="none" strike="noStrike" cap="none" dirty="0">
                          <a:solidFill>
                            <a:srgbClr val="CE9178"/>
                          </a:solidFill>
                          <a:latin typeface="Consolas"/>
                          <a:ea typeface="Consolas"/>
                          <a:cs typeface="Consolas"/>
                          <a:sym typeface="Consolas"/>
                        </a:rPr>
                        <a:t>=edge"</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title</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Document</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title</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head</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body</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h3</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Name Of Authors</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h3</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ul</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&lt;!-- looping through authors array  --&gt;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&lt;% </a:t>
                      </a:r>
                      <a:r>
                        <a:rPr lang="en-US" sz="1050" u="none" strike="noStrike" cap="none" dirty="0" err="1">
                          <a:solidFill>
                            <a:srgbClr val="D4D4D4"/>
                          </a:solidFill>
                          <a:latin typeface="Consolas"/>
                          <a:ea typeface="Consolas"/>
                          <a:cs typeface="Consolas"/>
                          <a:sym typeface="Consolas"/>
                        </a:rPr>
                        <a:t>authors.forEach</a:t>
                      </a:r>
                      <a:r>
                        <a:rPr lang="en-US" sz="1050" u="none" strike="noStrike" cap="none" dirty="0">
                          <a:solidFill>
                            <a:srgbClr val="D4D4D4"/>
                          </a:solidFill>
                          <a:latin typeface="Consolas"/>
                          <a:ea typeface="Consolas"/>
                          <a:cs typeface="Consolas"/>
                          <a:sym typeface="Consolas"/>
                        </a:rPr>
                        <a:t>(function(author)</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li</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&lt;%= author.name %&gt;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li</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&lt;% </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ul</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body</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html</a:t>
                      </a:r>
                      <a:r>
                        <a:rPr lang="en-US" sz="1050" u="none" strike="noStrike" cap="none" dirty="0">
                          <a:solidFill>
                            <a:srgbClr val="808080"/>
                          </a:solidFill>
                          <a:latin typeface="Consolas"/>
                          <a:ea typeface="Consolas"/>
                          <a:cs typeface="Consolas"/>
                          <a:sym typeface="Consolas"/>
                        </a:rPr>
                        <a:t>&gt;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0"/>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88" name="Google Shape;388;p5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89" name="Google Shape;389;p5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20</a:t>
            </a:fld>
            <a:endParaRPr/>
          </a:p>
        </p:txBody>
      </p:sp>
      <p:graphicFrame>
        <p:nvGraphicFramePr>
          <p:cNvPr id="390" name="Google Shape;390;p50"/>
          <p:cNvGraphicFramePr/>
          <p:nvPr>
            <p:extLst>
              <p:ext uri="{D42A27DB-BD31-4B8C-83A1-F6EECF244321}">
                <p14:modId xmlns:p14="http://schemas.microsoft.com/office/powerpoint/2010/main" val="3803463350"/>
              </p:ext>
            </p:extLst>
          </p:nvPr>
        </p:nvGraphicFramePr>
        <p:xfrm>
          <a:off x="969225" y="1658039"/>
          <a:ext cx="10155975" cy="115821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Here In the above EJS code, we have used a </a:t>
                      </a:r>
                      <a:r>
                        <a:rPr lang="en-US" sz="1600" u="none" strike="noStrike" cap="none" dirty="0" err="1">
                          <a:latin typeface="Times New Roman"/>
                          <a:ea typeface="Times New Roman"/>
                          <a:cs typeface="Times New Roman"/>
                          <a:sym typeface="Times New Roman"/>
                        </a:rPr>
                        <a:t>forEach</a:t>
                      </a:r>
                      <a:r>
                        <a:rPr lang="en-US" sz="1600" u="none" strike="noStrike" cap="none" dirty="0">
                          <a:latin typeface="Times New Roman"/>
                          <a:ea typeface="Times New Roman"/>
                          <a:cs typeface="Times New Roman"/>
                          <a:sym typeface="Times New Roman"/>
                        </a:rPr>
                        <a:t> loop to iterate through “authors” array and to access data of authors array one by one.</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Save app.js and </a:t>
                      </a:r>
                      <a:r>
                        <a:rPr lang="en-US" sz="1600" u="none" strike="noStrike" cap="none" dirty="0" err="1">
                          <a:latin typeface="Times New Roman"/>
                          <a:ea typeface="Times New Roman"/>
                          <a:cs typeface="Times New Roman"/>
                          <a:sym typeface="Times New Roman"/>
                        </a:rPr>
                        <a:t>display.ejs</a:t>
                      </a:r>
                      <a:r>
                        <a:rPr lang="en-US" sz="1600" u="none" strike="noStrike" cap="none" dirty="0">
                          <a:latin typeface="Times New Roman"/>
                          <a:ea typeface="Times New Roman"/>
                          <a:cs typeface="Times New Roman"/>
                          <a:sym typeface="Times New Roman"/>
                        </a:rPr>
                        <a:t> with the following code and then run the code, now as you refresh the web page(http://localhost:3000) you will see the following output.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pic>
        <p:nvPicPr>
          <p:cNvPr id="391" name="Google Shape;391;p50"/>
          <p:cNvPicPr preferRelativeResize="0"/>
          <p:nvPr/>
        </p:nvPicPr>
        <p:blipFill rotWithShape="1">
          <a:blip r:embed="rId3">
            <a:alphaModFix/>
          </a:blip>
          <a:srcRect/>
          <a:stretch/>
        </p:blipFill>
        <p:spPr>
          <a:xfrm>
            <a:off x="2759000" y="2815602"/>
            <a:ext cx="6362700" cy="34194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1"/>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97" name="Google Shape;397;p5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98" name="Google Shape;398;p5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21</a:t>
            </a:fld>
            <a:endParaRPr/>
          </a:p>
        </p:txBody>
      </p:sp>
      <p:graphicFrame>
        <p:nvGraphicFramePr>
          <p:cNvPr id="399" name="Google Shape;399;p51"/>
          <p:cNvGraphicFramePr/>
          <p:nvPr>
            <p:extLst>
              <p:ext uri="{D42A27DB-BD31-4B8C-83A1-F6EECF244321}">
                <p14:modId xmlns:p14="http://schemas.microsoft.com/office/powerpoint/2010/main" val="4281057226"/>
              </p:ext>
            </p:extLst>
          </p:nvPr>
        </p:nvGraphicFramePr>
        <p:xfrm>
          <a:off x="969213" y="1579190"/>
          <a:ext cx="10155975" cy="487677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400" b="1" u="sng" strike="noStrike" cap="none" dirty="0">
                          <a:latin typeface="Times New Roman"/>
                          <a:ea typeface="Times New Roman"/>
                          <a:cs typeface="Times New Roman"/>
                          <a:sym typeface="Times New Roman"/>
                        </a:rPr>
                        <a:t>REST API</a:t>
                      </a:r>
                      <a:endParaRPr sz="14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REST APIs are an industry-standard way for web services to send and receive data. They use HTTP request methods to facilitate the request-response cycle and typically transfer data using JSON, and more rarely - HTML, XML and other formats.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For the sake of simplicity, we won't be using a database, so you don't need experience using one. We will use a simple JavaScript array to store our data instead.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b="1" u="none" strike="noStrike" cap="none" dirty="0">
                          <a:latin typeface="Times New Roman"/>
                          <a:ea typeface="Times New Roman"/>
                          <a:cs typeface="Times New Roman"/>
                          <a:sym typeface="Times New Roman"/>
                        </a:rPr>
                        <a:t>What is a REST API?</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REST (Representational State Transfer) is a standard architecture for building and communicating with web services. It typically mandates resources on the web are represented in a text format (like JSON, HTML, or XML) and can be accessed or modified by a predetermined set of operations. Given that we typically build REST APIs to leverage with HTTP instead of other protocols, these operations correspond to HTTP methods like GET, POST, or PUT.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On a collection of data, like books for example, there are a few actions we'll need to perform frequently, which boil down to - Create, Read, Update and Delete (also known as CRUD Functionality).</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An API (Application Programming Interface), as the name suggests, is an interface that defines the interaction between different software components. Web APIs define what requests can be made to a component (for example, an endpoint to get a list of books), how to make them (for example, a GET request), and their expected responses.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For REST APIs, </a:t>
                      </a:r>
                      <a:r>
                        <a:rPr lang="en-US" sz="1400" u="none" strike="noStrike" cap="none" dirty="0" err="1">
                          <a:latin typeface="Times New Roman"/>
                          <a:ea typeface="Times New Roman"/>
                          <a:cs typeface="Times New Roman"/>
                          <a:sym typeface="Times New Roman"/>
                        </a:rPr>
                        <a:t>ExpressJS</a:t>
                      </a:r>
                      <a:r>
                        <a:rPr lang="en-US" sz="1400" u="none" strike="noStrike" cap="none" dirty="0">
                          <a:latin typeface="Times New Roman"/>
                          <a:ea typeface="Times New Roman"/>
                          <a:cs typeface="Times New Roman"/>
                          <a:sym typeface="Times New Roman"/>
                        </a:rPr>
                        <a:t> is one of the most popular HTTP server libraries for Node.js, which by default isn't as friendly for API development. Using Express, we simplify API development by abstracting away the boilerplate needed to set up a server, which makes development faster, more readable and simpler. You can spin up a prototype API in seconds and a couple of lines of code.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Although it's primary use was to simplify things with sensible defaults, it's highly customizable using functions called "middleware".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Even though we are only going to build a REST API in this guide, the </a:t>
                      </a:r>
                      <a:r>
                        <a:rPr lang="en-US" sz="1400" u="none" strike="noStrike" cap="none" dirty="0" err="1">
                          <a:latin typeface="Times New Roman"/>
                          <a:ea typeface="Times New Roman"/>
                          <a:cs typeface="Times New Roman"/>
                          <a:sym typeface="Times New Roman"/>
                        </a:rPr>
                        <a:t>ExpressJS</a:t>
                      </a:r>
                      <a:r>
                        <a:rPr lang="en-US" sz="1400" u="none" strike="noStrike" cap="none" dirty="0">
                          <a:latin typeface="Times New Roman"/>
                          <a:ea typeface="Times New Roman"/>
                          <a:cs typeface="Times New Roman"/>
                          <a:sym typeface="Times New Roman"/>
                        </a:rPr>
                        <a:t> framework is not limited to just that - hosting static files, performing server-side rendering, or even using it as a proxy server isn't uncommon and the sky's the limit with additional middleware.</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2"/>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05" name="Google Shape;405;p5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06" name="Google Shape;406;p5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22</a:t>
            </a:fld>
            <a:endParaRPr/>
          </a:p>
        </p:txBody>
      </p:sp>
      <p:graphicFrame>
        <p:nvGraphicFramePr>
          <p:cNvPr id="407" name="Google Shape;407;p52"/>
          <p:cNvGraphicFramePr/>
          <p:nvPr>
            <p:extLst>
              <p:ext uri="{D42A27DB-BD31-4B8C-83A1-F6EECF244321}">
                <p14:modId xmlns:p14="http://schemas.microsoft.com/office/powerpoint/2010/main" val="1708926853"/>
              </p:ext>
            </p:extLst>
          </p:nvPr>
        </p:nvGraphicFramePr>
        <p:xfrm>
          <a:off x="969225" y="1658039"/>
          <a:ext cx="10155975" cy="420618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600" b="1" u="none" strike="noStrike" cap="none" dirty="0">
                          <a:latin typeface="Times New Roman"/>
                          <a:ea typeface="Times New Roman"/>
                          <a:cs typeface="Times New Roman"/>
                          <a:sym typeface="Times New Roman"/>
                        </a:rPr>
                        <a:t>HTTP Request Types</a:t>
                      </a:r>
                      <a:endParaRPr sz="16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There are a few types of HTTP methods that we need to grasp before building a REST API. These are the methods that correspond to the CRUD tasks:</a:t>
                      </a:r>
                      <a:endParaRPr sz="16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POST: Used to submit data, typically used to create new entities or edit already existing entities.</a:t>
                      </a:r>
                      <a:endParaRPr sz="16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GET: Used to request data from the server, typically used to read data.</a:t>
                      </a:r>
                      <a:endParaRPr sz="16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PUT: Used to completely replace the resource with the submitted resource, typically used to update data.</a:t>
                      </a:r>
                      <a:endParaRPr sz="16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DELETE: Used to delete an entity from the server.</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Let's create a simple app to store information about books. In this app, we will store information about the ISBN of the book, title, author, published date, publisher and number of pages.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Naturally, the basic functionality of the API will be CRUD functionality. We'll want to be able to send requests to it to create, read, update and delete Book entities. Of course, an API may do much more than this - provide users with an </a:t>
                      </a:r>
                      <a:r>
                        <a:rPr lang="en-US" sz="1600" u="none" strike="noStrike" cap="none" dirty="0" err="1">
                          <a:latin typeface="Times New Roman"/>
                          <a:ea typeface="Times New Roman"/>
                          <a:cs typeface="Times New Roman"/>
                          <a:sym typeface="Times New Roman"/>
                        </a:rPr>
                        <a:t>enpoint</a:t>
                      </a:r>
                      <a:r>
                        <a:rPr lang="en-US" sz="1600" u="none" strike="noStrike" cap="none" dirty="0">
                          <a:latin typeface="Times New Roman"/>
                          <a:ea typeface="Times New Roman"/>
                          <a:cs typeface="Times New Roman"/>
                          <a:sym typeface="Times New Roman"/>
                        </a:rPr>
                        <a:t> to get statistical data, summaries, call other APIs, etc.</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To avoid making up book data - let's use a </a:t>
                      </a:r>
                      <a:r>
                        <a:rPr lang="en-US" sz="1600" u="sng" strike="noStrike" cap="none" dirty="0">
                          <a:solidFill>
                            <a:schemeClr val="hlink"/>
                          </a:solidFill>
                          <a:latin typeface="Times New Roman"/>
                          <a:ea typeface="Times New Roman"/>
                          <a:cs typeface="Times New Roman"/>
                          <a:sym typeface="Times New Roman"/>
                          <a:hlinkClick r:id="rId3"/>
                        </a:rPr>
                        <a:t>dataset</a:t>
                      </a:r>
                      <a:r>
                        <a:rPr lang="en-US" sz="1600" u="none" strike="noStrike" cap="none" dirty="0">
                          <a:latin typeface="Times New Roman"/>
                          <a:ea typeface="Times New Roman"/>
                          <a:cs typeface="Times New Roman"/>
                          <a:sym typeface="Times New Roman"/>
                        </a:rPr>
                        <a:t> from GitHub to get some sample details about books.</a:t>
                      </a:r>
                      <a:endParaRPr sz="16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600" b="1" u="none" strike="noStrike" cap="none" dirty="0">
                          <a:latin typeface="Times New Roman"/>
                          <a:ea typeface="Times New Roman"/>
                          <a:cs typeface="Times New Roman"/>
                          <a:sym typeface="Times New Roman"/>
                        </a:rPr>
                        <a:t>Setting Up the Project</a:t>
                      </a:r>
                      <a:endParaRPr sz="16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First, let's initialize a new Node.js project:</a:t>
                      </a:r>
                      <a:endParaRPr sz="16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9CDCFE"/>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npm</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init</a:t>
                      </a:r>
                      <a:endParaRPr sz="16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411"/>
        <p:cNvGrpSpPr/>
        <p:nvPr/>
      </p:nvGrpSpPr>
      <p:grpSpPr>
        <a:xfrm>
          <a:off x="0" y="0"/>
          <a:ext cx="0" cy="0"/>
          <a:chOff x="0" y="0"/>
          <a:chExt cx="0" cy="0"/>
        </a:xfrm>
      </p:grpSpPr>
      <p:sp>
        <p:nvSpPr>
          <p:cNvPr id="412" name="Google Shape;412;p53"/>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13" name="Google Shape;413;p5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14" name="Google Shape;414;p5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23</a:t>
            </a:fld>
            <a:endParaRPr/>
          </a:p>
        </p:txBody>
      </p:sp>
      <p:graphicFrame>
        <p:nvGraphicFramePr>
          <p:cNvPr id="415" name="Google Shape;415;p53"/>
          <p:cNvGraphicFramePr/>
          <p:nvPr/>
        </p:nvGraphicFramePr>
        <p:xfrm>
          <a:off x="969225" y="1658039"/>
          <a:ext cx="10155975" cy="470904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Either way - you'll end up with a project with a package.json file. This is a json file that contains all the relevant metadata on your project and will look something along these lines by default:</a:t>
                      </a:r>
                      <a:endParaRPr sz="1200" b="1"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"name"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"version"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"1.0.0"</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"main"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"index.js"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"scripts"</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"test"</a:t>
                      </a: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"echo </a:t>
                      </a:r>
                      <a:r>
                        <a:rPr lang="en-US" sz="1050" u="none" strike="noStrike" cap="none" dirty="0">
                          <a:solidFill>
                            <a:srgbClr val="D7BA7D"/>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Error: no test specified</a:t>
                      </a:r>
                      <a:r>
                        <a:rPr lang="en-US" sz="1050" u="none" strike="noStrike" cap="none" dirty="0">
                          <a:solidFill>
                            <a:srgbClr val="D7BA7D"/>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 &amp;&amp; exit 1"</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"author"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"license"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"ISC"</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"keywords"</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"description"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"entry"/"main" of your application is the file to run to start the project correctly - usually your main script, and index.js by default.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Additionally, the version of your application and "scripts" are here! You can supply any number of custom commands in the "scripts" section, with a command associated to an alias. Here, the test alias is a wrapper for an echo statement.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You'd run the test of the application via:</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npm</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test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&gt; </a:t>
                      </a:r>
                      <a:r>
                        <a:rPr lang="en-US" sz="1050" u="none" strike="noStrike" cap="none" dirty="0">
                          <a:solidFill>
                            <a:srgbClr val="9CDCFE"/>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B5CEA8"/>
                          </a:solidFill>
                          <a:latin typeface="Consolas"/>
                          <a:ea typeface="Consolas"/>
                          <a:cs typeface="Consolas"/>
                          <a:sym typeface="Consolas"/>
                        </a:rPr>
                        <a:t>1.0</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B5CEA8"/>
                          </a:solidFill>
                          <a:latin typeface="Consolas"/>
                          <a:ea typeface="Consolas"/>
                          <a:cs typeface="Consolas"/>
                          <a:sym typeface="Consolas"/>
                        </a:rPr>
                        <a:t>0</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test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Users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XYZ</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Desktop</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app</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&gt; </a:t>
                      </a:r>
                      <a:r>
                        <a:rPr lang="en-US" sz="1050" u="none" strike="noStrike" cap="none" dirty="0">
                          <a:solidFill>
                            <a:srgbClr val="9CDCFE"/>
                          </a:solidFill>
                          <a:latin typeface="Consolas"/>
                          <a:ea typeface="Consolas"/>
                          <a:cs typeface="Consolas"/>
                          <a:sym typeface="Consolas"/>
                        </a:rPr>
                        <a:t>echo</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"Error: no test specified"</a:t>
                      </a:r>
                      <a:r>
                        <a:rPr lang="en-US" sz="1050" u="none" strike="noStrike" cap="none" dirty="0">
                          <a:solidFill>
                            <a:srgbClr val="D4D4D4"/>
                          </a:solidFill>
                          <a:latin typeface="Consolas"/>
                          <a:ea typeface="Consolas"/>
                          <a:cs typeface="Consolas"/>
                          <a:sym typeface="Consolas"/>
                        </a:rPr>
                        <a:t> &amp;&amp; </a:t>
                      </a:r>
                      <a:r>
                        <a:rPr lang="en-US" sz="1050" u="none" strike="noStrike" cap="none" dirty="0">
                          <a:solidFill>
                            <a:srgbClr val="9CDCFE"/>
                          </a:solidFill>
                          <a:latin typeface="Consolas"/>
                          <a:ea typeface="Consolas"/>
                          <a:cs typeface="Consolas"/>
                          <a:sym typeface="Consolas"/>
                        </a:rPr>
                        <a:t>exit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B5CEA8"/>
                          </a:solidFill>
                          <a:latin typeface="Consolas"/>
                          <a:ea typeface="Consolas"/>
                          <a:cs typeface="Consolas"/>
                          <a:sym typeface="Consolas"/>
                        </a:rPr>
                        <a:t>1</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8C8C8"/>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no</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test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specified</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5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21" name="Google Shape;421;p5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22" name="Google Shape;422;p5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graphicFrame>
        <p:nvGraphicFramePr>
          <p:cNvPr id="423" name="Google Shape;423;p54"/>
          <p:cNvGraphicFramePr/>
          <p:nvPr/>
        </p:nvGraphicFramePr>
        <p:xfrm>
          <a:off x="969225" y="1658039"/>
          <a:ext cx="10155975" cy="473187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Oftentimes, there's a start alias that masks one or more processes that should be run when we want to start an application. In the basic form - we just run the index page with node: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"app"</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"version"</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"1.0.0"</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"main"</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"index.js"</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"scripts"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"test"</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"echo </a:t>
                      </a:r>
                      <a:r>
                        <a:rPr lang="en-US" sz="1050" u="none" strike="noStrike" cap="none">
                          <a:solidFill>
                            <a:srgbClr val="D7BA7D"/>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Error: no test specified</a:t>
                      </a:r>
                      <a:r>
                        <a:rPr lang="en-US" sz="1050" u="none" strike="noStrike" cap="none">
                          <a:solidFill>
                            <a:srgbClr val="D7BA7D"/>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 &amp;&amp; exit 1"</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"start"</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"node index.js"</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"author"</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"license"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"ISC"</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"keywords"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"description"</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You can put any number of commands besides node index.js as the start script and when you run npm start - they'll all run:</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test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npm</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start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 </a:t>
                      </a:r>
                      <a:r>
                        <a:rPr lang="en-US" sz="1050" u="none" strike="noStrike" cap="none">
                          <a:solidFill>
                            <a:srgbClr val="9CDCFE"/>
                          </a:solidFill>
                          <a:latin typeface="Consolas"/>
                          <a:ea typeface="Consolas"/>
                          <a:cs typeface="Consolas"/>
                          <a:sym typeface="Consolas"/>
                        </a:rPr>
                        <a:t>app</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1.0</a:t>
                      </a:r>
                      <a:r>
                        <a:rPr lang="en-US" sz="1050" u="none" strike="noStrike" cap="none">
                          <a:solidFill>
                            <a:srgbClr val="D4D4D4"/>
                          </a:solidFill>
                          <a:latin typeface="Consolas"/>
                          <a:ea typeface="Consolas"/>
                          <a:cs typeface="Consolas"/>
                          <a:sym typeface="Consolas"/>
                        </a:rPr>
                        <a:t>.</a:t>
                      </a:r>
                      <a:r>
                        <a:rPr lang="en-US" sz="1050" u="none" strike="noStrike" cap="none">
                          <a:solidFill>
                            <a:srgbClr val="B5CEA8"/>
                          </a:solidFill>
                          <a:latin typeface="Consolas"/>
                          <a:ea typeface="Consolas"/>
                          <a:cs typeface="Consolas"/>
                          <a:sym typeface="Consolas"/>
                        </a:rPr>
                        <a:t>0</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start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Users</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XYZ</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Desktop</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app</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&gt; </a:t>
                      </a: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index</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Since we only have one command in the starting script, it's functionally equivalent to just calling $ node index.js in the command line to start the application.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Now that you're familiar with the project, let's install Express!</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29" name="Google Shape;429;p5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30" name="Google Shape;430;p5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25</a:t>
            </a:fld>
            <a:endParaRPr/>
          </a:p>
        </p:txBody>
      </p:sp>
      <p:graphicFrame>
        <p:nvGraphicFramePr>
          <p:cNvPr id="431" name="Google Shape;431;p55"/>
          <p:cNvGraphicFramePr/>
          <p:nvPr/>
        </p:nvGraphicFramePr>
        <p:xfrm>
          <a:off x="1018013" y="1978113"/>
          <a:ext cx="10155975" cy="397752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npm</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install</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save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express</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A new file is created in the directory, alongside a node_modules directory. The package-lock.json file keeps track of your dependencies and contains their versions and names: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"name"</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"app"</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"version"</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"1.0.0"</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"lockfileVersion"</a:t>
                      </a:r>
                      <a:r>
                        <a:rPr lang="en-US" sz="1050" u="none" strike="noStrike" cap="none">
                          <a:solidFill>
                            <a:srgbClr val="D4D4D4"/>
                          </a:solidFill>
                          <a:latin typeface="Consolas"/>
                          <a:ea typeface="Consolas"/>
                          <a:cs typeface="Consolas"/>
                          <a:sym typeface="Consolas"/>
                        </a:rPr>
                        <a:t>: </a:t>
                      </a:r>
                      <a:r>
                        <a:rPr lang="en-US" sz="1050" u="none" strike="noStrike" cap="none">
                          <a:solidFill>
                            <a:srgbClr val="B5CEA8"/>
                          </a:solidFill>
                          <a:latin typeface="Consolas"/>
                          <a:ea typeface="Consolas"/>
                          <a:cs typeface="Consolas"/>
                          <a:sym typeface="Consolas"/>
                        </a:rPr>
                        <a:t>1</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"requires"</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true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"dependencies"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"accepts"</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"version"</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"1.3.7"</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"resolved"</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"https://registry.npmjs.org/accepts/-/accepts-1.3.7.tgz"</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"integrity"</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"sha512-Il80Qs2WjYlJIBNzNkK6KYqlVMTbZLXgHx2oT0pU/fjRHyEp+PEfEPY0R3WCwAGVOtauxh1hOxNgIf5bv7dQpA=="</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"requires"</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"mime-types"</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"~2.1.24"</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"negotiator"</a:t>
                      </a:r>
                      <a:r>
                        <a:rPr lang="en-US" sz="1050" u="none" strike="noStrike" cap="none">
                          <a:solidFill>
                            <a:srgbClr val="9CDCFE"/>
                          </a:solidFill>
                          <a:latin typeface="Consolas"/>
                          <a:ea typeface="Consolas"/>
                          <a:cs typeface="Consolas"/>
                          <a:sym typeface="Consolas"/>
                        </a:rPr>
                        <a: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"0.6.2"</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5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37" name="Google Shape;437;p5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38" name="Google Shape;438;p5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26</a:t>
            </a:fld>
            <a:endParaRPr/>
          </a:p>
        </p:txBody>
      </p:sp>
      <p:graphicFrame>
        <p:nvGraphicFramePr>
          <p:cNvPr id="439" name="Google Shape;439;p56"/>
          <p:cNvGraphicFramePr/>
          <p:nvPr/>
        </p:nvGraphicFramePr>
        <p:xfrm>
          <a:off x="1018013" y="1978113"/>
          <a:ext cx="10155975" cy="413748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node_modules directory actually hosts the code of the dependencies, and can get quite large very quickly. Just by installing Express, we've already got a hefty number of modules installed and tracked in the package-lock.json file.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These modules are, factually, small so it's not an issue by any means. By using the package-lock.json file, another client can know which dependencies to download and which versions to use to correctly be able to start up your application.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When doing version control with tools like Git - it's considered a good practice not to version the source code of the modules you use in the application. In practical terms - don't keep track or push node_modules to a repository. Others can download the dependencies based on the crucial package-lock.json which happens automatically when they run the application with npm.</a:t>
                      </a:r>
                      <a:endParaRPr sz="1200" u="none" strike="noStrike" cap="none">
                        <a:latin typeface="Times New Roman"/>
                        <a:ea typeface="Times New Roman"/>
                        <a:cs typeface="Times New Roman"/>
                        <a:sym typeface="Times New Roman"/>
                      </a:endParaRPr>
                    </a:p>
                    <a:p>
                      <a:pPr marL="457200" marR="0" lvl="0" indent="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Creating a Simple Endpoint</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Now, let's start building a simple "Hello World" app. It'll have a single simple endpoint that just returns a message as a response to our request to get the home page.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First, let's create a file called hello-world.js. Then, let's import the Express framework within it: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express</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require</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'express'</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Next, we'll want to instantiate the Express app:</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app</a:t>
                      </a:r>
                      <a:r>
                        <a:rPr lang="en-US" sz="1050" u="none" strike="noStrike" cap="none">
                          <a:solidFill>
                            <a:srgbClr val="D4D4D4"/>
                          </a:solidFill>
                          <a:latin typeface="Consolas"/>
                          <a:ea typeface="Consolas"/>
                          <a:cs typeface="Consolas"/>
                          <a:sym typeface="Consolas"/>
                        </a:rPr>
                        <a:t> = </a:t>
                      </a:r>
                      <a:r>
                        <a:rPr lang="en-US" sz="1050" u="none" strike="noStrike" cap="none">
                          <a:solidFill>
                            <a:srgbClr val="DCDCAA"/>
                          </a:solidFill>
                          <a:latin typeface="Consolas"/>
                          <a:ea typeface="Consolas"/>
                          <a:cs typeface="Consolas"/>
                          <a:sym typeface="Consolas"/>
                        </a:rPr>
                        <a:t>express</a:t>
                      </a:r>
                      <a:r>
                        <a:rPr lang="en-US" sz="1050" u="none" strike="noStrike" cap="none">
                          <a:solidFill>
                            <a:srgbClr val="D4D4D4"/>
                          </a:solidFill>
                          <a:latin typeface="Consolas"/>
                          <a:ea typeface="Consolas"/>
                          <a:cs typeface="Consolas"/>
                          <a:sym typeface="Consolas"/>
                        </a:rPr>
                        <a: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And set our port:</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port</a:t>
                      </a:r>
                      <a:r>
                        <a:rPr lang="en-US" sz="1050" u="none" strike="noStrike" cap="none">
                          <a:solidFill>
                            <a:srgbClr val="D4D4D4"/>
                          </a:solidFill>
                          <a:latin typeface="Consolas"/>
                          <a:ea typeface="Consolas"/>
                          <a:cs typeface="Consolas"/>
                          <a:sym typeface="Consolas"/>
                        </a:rPr>
                        <a:t> = </a:t>
                      </a:r>
                      <a:r>
                        <a:rPr lang="en-US" sz="1050" u="none" strike="noStrike" cap="none">
                          <a:solidFill>
                            <a:srgbClr val="B5CEA8"/>
                          </a:solidFill>
                          <a:latin typeface="Consolas"/>
                          <a:ea typeface="Consolas"/>
                          <a:cs typeface="Consolas"/>
                          <a:sym typeface="Consolas"/>
                        </a:rPr>
                        <a:t>3000</a:t>
                      </a:r>
                      <a:r>
                        <a:rPr lang="en-US" sz="1050" u="none" strike="noStrike" cap="none">
                          <a:solidFill>
                            <a:srgbClr val="D4D4D4"/>
                          </a:solidFill>
                          <a:latin typeface="Consolas"/>
                          <a:ea typeface="Consolas"/>
                          <a:cs typeface="Consolas"/>
                          <a:sym typeface="Consolas"/>
                        </a:rPr>
                        <a: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5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45" name="Google Shape;445;p5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46" name="Google Shape;446;p5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27</a:t>
            </a:fld>
            <a:endParaRPr/>
          </a:p>
        </p:txBody>
      </p:sp>
      <p:graphicFrame>
        <p:nvGraphicFramePr>
          <p:cNvPr id="447" name="Google Shape;447;p57"/>
          <p:cNvGraphicFramePr/>
          <p:nvPr>
            <p:extLst>
              <p:ext uri="{D42A27DB-BD31-4B8C-83A1-F6EECF244321}">
                <p14:modId xmlns:p14="http://schemas.microsoft.com/office/powerpoint/2010/main" val="1089878482"/>
              </p:ext>
            </p:extLst>
          </p:nvPr>
        </p:nvGraphicFramePr>
        <p:xfrm>
          <a:off x="1018013" y="1978113"/>
          <a:ext cx="10155975" cy="414510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 port will be used a bit later, when we tell the app to listen to requests. These three lines are boilerplate - but the great thing is, that's all the boilerplate there is!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Now, we can create a simple GET endpoint right beneath the boilerplate. When a user hits the endpoint with a GET request, the message "Hello World, from express" will be returned (and rendered in the browser or displayed on the console).</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We'd like to set it to be on the home page, so the URL for the endpoint is /:</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9CDCFE"/>
                          </a:solidFill>
                          <a:latin typeface="Consolas"/>
                          <a:ea typeface="Consolas"/>
                          <a:cs typeface="Consolas"/>
                          <a:sym typeface="Consolas"/>
                        </a:rPr>
                        <a:t>app</a:t>
                      </a:r>
                      <a:r>
                        <a:rPr lang="en-US" sz="1200" u="none" strike="noStrike" cap="none">
                          <a:solidFill>
                            <a:srgbClr val="D4D4D4"/>
                          </a:solidFill>
                          <a:latin typeface="Consolas"/>
                          <a:ea typeface="Consolas"/>
                          <a:cs typeface="Consolas"/>
                          <a:sym typeface="Consolas"/>
                        </a:rPr>
                        <a:t>.</a:t>
                      </a:r>
                      <a:r>
                        <a:rPr lang="en-US" sz="1200" u="none" strike="noStrike" cap="none">
                          <a:solidFill>
                            <a:srgbClr val="DCDCAA"/>
                          </a:solidFill>
                          <a:latin typeface="Consolas"/>
                          <a:ea typeface="Consolas"/>
                          <a:cs typeface="Consolas"/>
                          <a:sym typeface="Consolas"/>
                        </a:rPr>
                        <a:t>get</a:t>
                      </a:r>
                      <a:r>
                        <a:rPr lang="en-US" sz="1200" u="none" strike="noStrike" cap="none">
                          <a:solidFill>
                            <a:srgbClr val="D4D4D4"/>
                          </a:solidFill>
                          <a:latin typeface="Consolas"/>
                          <a:ea typeface="Consolas"/>
                          <a:cs typeface="Consolas"/>
                          <a:sym typeface="Consolas"/>
                        </a:rPr>
                        <a:t>(</a:t>
                      </a:r>
                      <a:r>
                        <a:rPr lang="en-US" sz="1200" u="none" strike="noStrike" cap="none">
                          <a:solidFill>
                            <a:srgbClr val="CE9178"/>
                          </a:solidFill>
                          <a:latin typeface="Consolas"/>
                          <a:ea typeface="Consolas"/>
                          <a:cs typeface="Consolas"/>
                          <a:sym typeface="Consolas"/>
                        </a:rPr>
                        <a:t>'/'</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req</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res</a:t>
                      </a:r>
                      <a:r>
                        <a:rPr lang="en-US" sz="1200" u="none" strike="noStrike" cap="none">
                          <a:solidFill>
                            <a:srgbClr val="D4D4D4"/>
                          </a:solidFill>
                          <a:latin typeface="Consolas"/>
                          <a:ea typeface="Consolas"/>
                          <a:cs typeface="Consolas"/>
                          <a:sym typeface="Consolas"/>
                        </a:rPr>
                        <a:t>) </a:t>
                      </a:r>
                      <a:r>
                        <a:rPr lang="en-US" sz="1200" u="none" strike="noStrike" cap="none">
                          <a:solidFill>
                            <a:srgbClr val="569CD6"/>
                          </a:solidFill>
                          <a:latin typeface="Consolas"/>
                          <a:ea typeface="Consolas"/>
                          <a:cs typeface="Consolas"/>
                          <a:sym typeface="Consolas"/>
                        </a:rPr>
                        <a:t>=&gt;</a:t>
                      </a:r>
                      <a:r>
                        <a:rPr lang="en-US" sz="1200" u="none" strike="noStrike" cap="none">
                          <a:solidFill>
                            <a:srgbClr val="D4D4D4"/>
                          </a:solidFill>
                          <a:latin typeface="Consolas"/>
                          <a:ea typeface="Consolas"/>
                          <a:cs typeface="Consolas"/>
                          <a:sym typeface="Consolas"/>
                        </a:rPr>
                        <a:t> {</a:t>
                      </a:r>
                      <a:endParaRPr sz="12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res</a:t>
                      </a:r>
                      <a:r>
                        <a:rPr lang="en-US" sz="1200" u="none" strike="noStrike" cap="none">
                          <a:solidFill>
                            <a:srgbClr val="D4D4D4"/>
                          </a:solidFill>
                          <a:latin typeface="Consolas"/>
                          <a:ea typeface="Consolas"/>
                          <a:cs typeface="Consolas"/>
                          <a:sym typeface="Consolas"/>
                        </a:rPr>
                        <a:t>.</a:t>
                      </a:r>
                      <a:r>
                        <a:rPr lang="en-US" sz="1200" u="none" strike="noStrike" cap="none">
                          <a:solidFill>
                            <a:srgbClr val="DCDCAA"/>
                          </a:solidFill>
                          <a:latin typeface="Consolas"/>
                          <a:ea typeface="Consolas"/>
                          <a:cs typeface="Consolas"/>
                          <a:sym typeface="Consolas"/>
                        </a:rPr>
                        <a:t>send</a:t>
                      </a:r>
                      <a:r>
                        <a:rPr lang="en-US" sz="1200" u="none" strike="noStrike" cap="none">
                          <a:solidFill>
                            <a:srgbClr val="D4D4D4"/>
                          </a:solidFill>
                          <a:latin typeface="Consolas"/>
                          <a:ea typeface="Consolas"/>
                          <a:cs typeface="Consolas"/>
                          <a:sym typeface="Consolas"/>
                        </a:rPr>
                        <a:t>(</a:t>
                      </a:r>
                      <a:r>
                        <a:rPr lang="en-US" sz="1200" u="none" strike="noStrike" cap="none">
                          <a:solidFill>
                            <a:srgbClr val="CE9178"/>
                          </a:solidFill>
                          <a:latin typeface="Consolas"/>
                          <a:ea typeface="Consolas"/>
                          <a:cs typeface="Consolas"/>
                          <a:sym typeface="Consolas"/>
                        </a:rPr>
                        <a:t>'Hello World, from express'</a:t>
                      </a:r>
                      <a:r>
                        <a:rPr lang="en-US" sz="1200" u="none" strike="noStrike" cap="none">
                          <a:solidFill>
                            <a:srgbClr val="D4D4D4"/>
                          </a:solidFill>
                          <a:latin typeface="Consolas"/>
                          <a:ea typeface="Consolas"/>
                          <a:cs typeface="Consolas"/>
                          <a:sym typeface="Consolas"/>
                        </a:rPr>
                        <a:t>);</a:t>
                      </a:r>
                      <a:endParaRPr sz="12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D4D4D4"/>
                          </a:solidFill>
                          <a:latin typeface="Consolas"/>
                          <a:ea typeface="Consolas"/>
                          <a:cs typeface="Consolas"/>
                          <a:sym typeface="Consolas"/>
                        </a:rPr>
                        <a:t>});</a:t>
                      </a:r>
                      <a:endParaRPr sz="120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At this point, let's start our clients:</a:t>
                      </a: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a:solidFill>
                            <a:srgbClr val="9CDCFE"/>
                          </a:solidFill>
                          <a:latin typeface="Consolas"/>
                          <a:ea typeface="Consolas"/>
                          <a:cs typeface="Consolas"/>
                          <a:sym typeface="Consolas"/>
                        </a:rPr>
                        <a:t>app</a:t>
                      </a:r>
                      <a:r>
                        <a:rPr lang="en-US" sz="1200" u="none" strike="noStrike" cap="none">
                          <a:solidFill>
                            <a:srgbClr val="D4D4D4"/>
                          </a:solidFill>
                          <a:latin typeface="Consolas"/>
                          <a:ea typeface="Consolas"/>
                          <a:cs typeface="Consolas"/>
                          <a:sym typeface="Consolas"/>
                        </a:rPr>
                        <a:t>.</a:t>
                      </a:r>
                      <a:r>
                        <a:rPr lang="en-US" sz="1200" u="none" strike="noStrike" cap="none">
                          <a:solidFill>
                            <a:srgbClr val="DCDCAA"/>
                          </a:solidFill>
                          <a:latin typeface="Consolas"/>
                          <a:ea typeface="Consolas"/>
                          <a:cs typeface="Consolas"/>
                          <a:sym typeface="Consolas"/>
                        </a:rPr>
                        <a:t>listen</a:t>
                      </a:r>
                      <a:r>
                        <a:rPr lang="en-US" sz="1200" u="none" strike="noStrike" cap="none">
                          <a:solidFill>
                            <a:srgbClr val="D4D4D4"/>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port</a:t>
                      </a:r>
                      <a:r>
                        <a:rPr lang="en-US" sz="1200" u="none" strike="noStrike" cap="none">
                          <a:solidFill>
                            <a:srgbClr val="D4D4D4"/>
                          </a:solidFill>
                          <a:latin typeface="Consolas"/>
                          <a:ea typeface="Consolas"/>
                          <a:cs typeface="Consolas"/>
                          <a:sym typeface="Consolas"/>
                        </a:rPr>
                        <a:t>, () </a:t>
                      </a:r>
                      <a:r>
                        <a:rPr lang="en-US" sz="1200" u="none" strike="noStrike" cap="none">
                          <a:solidFill>
                            <a:srgbClr val="569CD6"/>
                          </a:solidFill>
                          <a:latin typeface="Consolas"/>
                          <a:ea typeface="Consolas"/>
                          <a:cs typeface="Consolas"/>
                          <a:sym typeface="Consolas"/>
                        </a:rPr>
                        <a:t>=&gt;</a:t>
                      </a:r>
                      <a:r>
                        <a:rPr lang="en-US" sz="1200" u="none" strike="noStrike" cap="none">
                          <a:solidFill>
                            <a:srgbClr val="D4D4D4"/>
                          </a:solidFill>
                          <a:latin typeface="Consolas"/>
                          <a:ea typeface="Consolas"/>
                          <a:cs typeface="Consolas"/>
                          <a:sym typeface="Consolas"/>
                        </a:rPr>
                        <a:t> </a:t>
                      </a:r>
                      <a:r>
                        <a:rPr lang="en-US" sz="1200" u="none" strike="noStrike" cap="none">
                          <a:solidFill>
                            <a:srgbClr val="9CDCFE"/>
                          </a:solidFill>
                          <a:latin typeface="Consolas"/>
                          <a:ea typeface="Consolas"/>
                          <a:cs typeface="Consolas"/>
                          <a:sym typeface="Consolas"/>
                        </a:rPr>
                        <a:t>console</a:t>
                      </a:r>
                      <a:r>
                        <a:rPr lang="en-US" sz="1200" u="none" strike="noStrike" cap="none">
                          <a:solidFill>
                            <a:srgbClr val="D4D4D4"/>
                          </a:solidFill>
                          <a:latin typeface="Consolas"/>
                          <a:ea typeface="Consolas"/>
                          <a:cs typeface="Consolas"/>
                          <a:sym typeface="Consolas"/>
                        </a:rPr>
                        <a:t>.</a:t>
                      </a:r>
                      <a:r>
                        <a:rPr lang="en-US" sz="1200" u="none" strike="noStrike" cap="none">
                          <a:solidFill>
                            <a:srgbClr val="DCDCAA"/>
                          </a:solidFill>
                          <a:latin typeface="Consolas"/>
                          <a:ea typeface="Consolas"/>
                          <a:cs typeface="Consolas"/>
                          <a:sym typeface="Consolas"/>
                        </a:rPr>
                        <a:t>log</a:t>
                      </a:r>
                      <a:r>
                        <a:rPr lang="en-US" sz="1200" u="none" strike="noStrike" cap="none">
                          <a:solidFill>
                            <a:srgbClr val="D4D4D4"/>
                          </a:solidFill>
                          <a:latin typeface="Consolas"/>
                          <a:ea typeface="Consolas"/>
                          <a:cs typeface="Consolas"/>
                          <a:sym typeface="Consolas"/>
                        </a:rPr>
                        <a:t>(</a:t>
                      </a:r>
                      <a:r>
                        <a:rPr lang="en-US" sz="1200" u="none" strike="noStrike" cap="none">
                          <a:solidFill>
                            <a:srgbClr val="CE9178"/>
                          </a:solidFill>
                          <a:latin typeface="Consolas"/>
                          <a:ea typeface="Consolas"/>
                          <a:cs typeface="Consolas"/>
                          <a:sym typeface="Consolas"/>
                        </a:rPr>
                        <a:t>`Hello world app listening on port </a:t>
                      </a:r>
                      <a:r>
                        <a:rPr lang="en-US" sz="1200" u="none" strike="noStrike" cap="none">
                          <a:solidFill>
                            <a:srgbClr val="569CD6"/>
                          </a:solidFill>
                          <a:latin typeface="Consolas"/>
                          <a:ea typeface="Consolas"/>
                          <a:cs typeface="Consolas"/>
                          <a:sym typeface="Consolas"/>
                        </a:rPr>
                        <a:t>${</a:t>
                      </a:r>
                      <a:r>
                        <a:rPr lang="en-US" sz="1200" u="none" strike="noStrike" cap="none">
                          <a:solidFill>
                            <a:srgbClr val="9CDCFE"/>
                          </a:solidFill>
                          <a:latin typeface="Consolas"/>
                          <a:ea typeface="Consolas"/>
                          <a:cs typeface="Consolas"/>
                          <a:sym typeface="Consolas"/>
                        </a:rPr>
                        <a:t>port</a:t>
                      </a:r>
                      <a:r>
                        <a:rPr lang="en-US" sz="1200" u="none" strike="noStrike" cap="none">
                          <a:solidFill>
                            <a:srgbClr val="569CD6"/>
                          </a:solidFill>
                          <a:latin typeface="Consolas"/>
                          <a:ea typeface="Consolas"/>
                          <a:cs typeface="Consolas"/>
                          <a:sym typeface="Consolas"/>
                        </a:rPr>
                        <a:t>}</a:t>
                      </a:r>
                      <a:r>
                        <a:rPr lang="en-US" sz="1200" u="none" strike="noStrike" cap="none">
                          <a:solidFill>
                            <a:srgbClr val="CE9178"/>
                          </a:solidFill>
                          <a:latin typeface="Consolas"/>
                          <a:ea typeface="Consolas"/>
                          <a:cs typeface="Consolas"/>
                          <a:sym typeface="Consolas"/>
                        </a:rPr>
                        <a:t>!`</a:t>
                      </a:r>
                      <a:r>
                        <a:rPr lang="en-US" sz="1200" u="none" strike="noStrike" cap="none">
                          <a:solidFill>
                            <a:srgbClr val="D4D4D4"/>
                          </a:solidFill>
                          <a:latin typeface="Consolas"/>
                          <a:ea typeface="Consolas"/>
                          <a:cs typeface="Consolas"/>
                          <a:sym typeface="Consolas"/>
                        </a:rPr>
                        <a:t>))</a:t>
                      </a:r>
                      <a:endParaRPr sz="120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Let's run the application and visit the only endpoint we have via our browser:</a:t>
                      </a: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9CDCFE"/>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node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hello</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world</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js</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9CDCFE"/>
                          </a:solidFill>
                          <a:latin typeface="Consolas"/>
                          <a:ea typeface="Consolas"/>
                          <a:cs typeface="Consolas"/>
                          <a:sym typeface="Consolas"/>
                        </a:rPr>
                        <a:t>Hello</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world</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app</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listening</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on</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port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B5CEA8"/>
                          </a:solidFill>
                          <a:latin typeface="Consolas"/>
                          <a:ea typeface="Consolas"/>
                          <a:cs typeface="Consolas"/>
                          <a:sym typeface="Consolas"/>
                        </a:rPr>
                        <a:t>3000</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58"/>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53" name="Google Shape;453;p5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54" name="Google Shape;454;p5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28</a:t>
            </a:fld>
            <a:endParaRPr/>
          </a:p>
        </p:txBody>
      </p:sp>
      <p:pic>
        <p:nvPicPr>
          <p:cNvPr id="455" name="Google Shape;455;p58"/>
          <p:cNvPicPr preferRelativeResize="0"/>
          <p:nvPr/>
        </p:nvPicPr>
        <p:blipFill rotWithShape="1">
          <a:blip r:embed="rId3">
            <a:alphaModFix/>
          </a:blip>
          <a:srcRect/>
          <a:stretch/>
        </p:blipFill>
        <p:spPr>
          <a:xfrm>
            <a:off x="2971800" y="2064356"/>
            <a:ext cx="5638800" cy="38671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61" name="Google Shape;461;p5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62" name="Google Shape;462;p5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29</a:t>
            </a:fld>
            <a:endParaRPr/>
          </a:p>
        </p:txBody>
      </p:sp>
      <p:graphicFrame>
        <p:nvGraphicFramePr>
          <p:cNvPr id="463" name="Google Shape;463;p59"/>
          <p:cNvGraphicFramePr/>
          <p:nvPr>
            <p:extLst>
              <p:ext uri="{D42A27DB-BD31-4B8C-83A1-F6EECF244321}">
                <p14:modId xmlns:p14="http://schemas.microsoft.com/office/powerpoint/2010/main" val="2357477526"/>
              </p:ext>
            </p:extLst>
          </p:nvPr>
        </p:nvGraphicFramePr>
        <p:xfrm>
          <a:off x="1018013" y="1978113"/>
          <a:ext cx="10155975" cy="426708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This is technically a working API! Though, this endpoint doesn't really do much. Let's take a look at some common middleware that'll be useful for further work and create some more useful endpoints.</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As mentioned above - </a:t>
                      </a:r>
                      <a:r>
                        <a:rPr lang="en-US" sz="1600" u="none" strike="noStrike" cap="none" dirty="0" err="1">
                          <a:latin typeface="Times New Roman"/>
                          <a:ea typeface="Times New Roman"/>
                          <a:cs typeface="Times New Roman"/>
                          <a:sym typeface="Times New Roman"/>
                        </a:rPr>
                        <a:t>ExpressJS</a:t>
                      </a:r>
                      <a:r>
                        <a:rPr lang="en-US" sz="1600" u="none" strike="noStrike" cap="none" dirty="0">
                          <a:latin typeface="Times New Roman"/>
                          <a:ea typeface="Times New Roman"/>
                          <a:cs typeface="Times New Roman"/>
                          <a:sym typeface="Times New Roman"/>
                        </a:rPr>
                        <a:t> is a simple HTTP server and it does not come with a lot of features out of the box. Middleware act almost like extensions for the Express server and provide additional functionalities in the "middle" of a request. Many third-party extensions like morgan for logging, </a:t>
                      </a:r>
                      <a:r>
                        <a:rPr lang="en-US" sz="1600" u="none" strike="noStrike" cap="none" dirty="0" err="1">
                          <a:latin typeface="Times New Roman"/>
                          <a:ea typeface="Times New Roman"/>
                          <a:cs typeface="Times New Roman"/>
                          <a:sym typeface="Times New Roman"/>
                        </a:rPr>
                        <a:t>multer</a:t>
                      </a:r>
                      <a:r>
                        <a:rPr lang="en-US" sz="1600" u="none" strike="noStrike" cap="none" dirty="0">
                          <a:latin typeface="Times New Roman"/>
                          <a:ea typeface="Times New Roman"/>
                          <a:cs typeface="Times New Roman"/>
                          <a:sym typeface="Times New Roman"/>
                        </a:rPr>
                        <a:t> for handling file uploads, are used routinely.</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For now, to get started, we need to install a middleware called body-parser, which helps us decode the body from an HTTP request: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9CDCFE"/>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npm</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install</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save</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body</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parser</a:t>
                      </a:r>
                      <a:endParaRPr sz="12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It parses the body of the request and lets us react to it accordingly.</a:t>
                      </a:r>
                      <a:endParaRPr sz="16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Since we are calling the API from different locations by hitting endpoints in the browser. We also have to install the CORS middleware.</a:t>
                      </a:r>
                      <a:endParaRPr sz="16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If you're not yet familiar with cross-origin resource sharing, it is okay for now. Let's just install the middleware and configure it:</a:t>
                      </a:r>
                      <a:endParaRPr sz="16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9CDCFE"/>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npm</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install</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save</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cors</a:t>
                      </a:r>
                      <a:endParaRPr sz="12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60"/>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69" name="Google Shape;469;p6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70" name="Google Shape;470;p6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30</a:t>
            </a:fld>
            <a:endParaRPr/>
          </a:p>
        </p:txBody>
      </p:sp>
      <p:graphicFrame>
        <p:nvGraphicFramePr>
          <p:cNvPr id="471" name="Google Shape;471;p60"/>
          <p:cNvGraphicFramePr/>
          <p:nvPr>
            <p:extLst>
              <p:ext uri="{D42A27DB-BD31-4B8C-83A1-F6EECF244321}">
                <p14:modId xmlns:p14="http://schemas.microsoft.com/office/powerpoint/2010/main" val="89265043"/>
              </p:ext>
            </p:extLst>
          </p:nvPr>
        </p:nvGraphicFramePr>
        <p:xfrm>
          <a:off x="1018013" y="1978113"/>
          <a:ext cx="10155975" cy="427476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Building a REST API with Node and Express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b="1" u="none" strike="noStrike" cap="none">
                          <a:latin typeface="Times New Roman"/>
                          <a:ea typeface="Times New Roman"/>
                          <a:cs typeface="Times New Roman"/>
                          <a:sym typeface="Times New Roman"/>
                        </a:rPr>
                        <a:t>Adding Books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Now we can start building our app. Create a new file called book-api.js: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bodyParser</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'body-parser'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cors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cors</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B5CEA8"/>
                          </a:solidFill>
                          <a:latin typeface="Consolas"/>
                          <a:ea typeface="Consolas"/>
                          <a:cs typeface="Consolas"/>
                          <a:sym typeface="Consolas"/>
                        </a:rPr>
                        <a:t>3000</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Where we will keep books</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let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books</a:t>
                      </a:r>
                      <a:r>
                        <a:rPr lang="en-US" sz="1050" u="none" strike="noStrike" cap="none" dirty="0">
                          <a:solidFill>
                            <a:srgbClr val="D4D4D4"/>
                          </a:solidFill>
                          <a:latin typeface="Consolas"/>
                          <a:ea typeface="Consolas"/>
                          <a:cs typeface="Consolas"/>
                          <a:sym typeface="Consolas"/>
                        </a:rPr>
                        <a:t> =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cors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Configuring body parser middleware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4FC1FF"/>
                          </a:solidFill>
                          <a:latin typeface="Consolas"/>
                          <a:ea typeface="Consolas"/>
                          <a:cs typeface="Consolas"/>
                          <a:sym typeface="Consolas"/>
                        </a:rPr>
                        <a:t>bodyParser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urlencoded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extended: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false</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4FC1FF"/>
                          </a:solidFill>
                          <a:latin typeface="Consolas"/>
                          <a:ea typeface="Consolas"/>
                          <a:cs typeface="Consolas"/>
                          <a:sym typeface="Consolas"/>
                        </a:rPr>
                        <a:t>bodyParser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json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post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We will be coding here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listen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`Hello world app listening on port </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61"/>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77" name="Google Shape;477;p6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78" name="Google Shape;478;p6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31</a:t>
            </a:fld>
            <a:endParaRPr/>
          </a:p>
        </p:txBody>
      </p:sp>
      <p:graphicFrame>
        <p:nvGraphicFramePr>
          <p:cNvPr id="479" name="Google Shape;479;p61"/>
          <p:cNvGraphicFramePr/>
          <p:nvPr>
            <p:extLst>
              <p:ext uri="{D42A27DB-BD31-4B8C-83A1-F6EECF244321}">
                <p14:modId xmlns:p14="http://schemas.microsoft.com/office/powerpoint/2010/main" val="1964594426"/>
              </p:ext>
            </p:extLst>
          </p:nvPr>
        </p:nvGraphicFramePr>
        <p:xfrm>
          <a:off x="1018013" y="1978113"/>
          <a:ext cx="10155975" cy="445002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As you can see, we can configure body-parser by importing it and passing it to the </a:t>
                      </a:r>
                      <a:r>
                        <a:rPr lang="en-US" sz="1600" u="none" strike="noStrike" cap="none" dirty="0" err="1">
                          <a:latin typeface="Times New Roman"/>
                          <a:ea typeface="Times New Roman"/>
                          <a:cs typeface="Times New Roman"/>
                          <a:sym typeface="Times New Roman"/>
                        </a:rPr>
                        <a:t>app.use</a:t>
                      </a:r>
                      <a:r>
                        <a:rPr lang="en-US" sz="1600" u="none" strike="noStrike" cap="none" dirty="0">
                          <a:latin typeface="Times New Roman"/>
                          <a:ea typeface="Times New Roman"/>
                          <a:cs typeface="Times New Roman"/>
                          <a:sym typeface="Times New Roman"/>
                        </a:rPr>
                        <a:t> method, which enables it as middleware to the Express app instance.</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We will be using the books array to store our collection of books, simulating a database.</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There are a few types of HTTP request body types. For an example, application/x-www-form-</a:t>
                      </a:r>
                      <a:r>
                        <a:rPr lang="en-US" sz="1600" u="none" strike="noStrike" cap="none" dirty="0" err="1">
                          <a:latin typeface="Times New Roman"/>
                          <a:ea typeface="Times New Roman"/>
                          <a:cs typeface="Times New Roman"/>
                          <a:sym typeface="Times New Roman"/>
                        </a:rPr>
                        <a:t>urlencoded</a:t>
                      </a:r>
                      <a:r>
                        <a:rPr lang="en-US" sz="1600" u="none" strike="noStrike" cap="none" dirty="0">
                          <a:latin typeface="Times New Roman"/>
                          <a:ea typeface="Times New Roman"/>
                          <a:cs typeface="Times New Roman"/>
                          <a:sym typeface="Times New Roman"/>
                        </a:rPr>
                        <a:t> is the default body type for forms, whereas application/</a:t>
                      </a:r>
                      <a:r>
                        <a:rPr lang="en-US" sz="1600" u="none" strike="noStrike" cap="none" dirty="0" err="1">
                          <a:latin typeface="Times New Roman"/>
                          <a:ea typeface="Times New Roman"/>
                          <a:cs typeface="Times New Roman"/>
                          <a:sym typeface="Times New Roman"/>
                        </a:rPr>
                        <a:t>json</a:t>
                      </a:r>
                      <a:r>
                        <a:rPr lang="en-US" sz="1600" u="none" strike="noStrike" cap="none" dirty="0">
                          <a:latin typeface="Times New Roman"/>
                          <a:ea typeface="Times New Roman"/>
                          <a:cs typeface="Times New Roman"/>
                          <a:sym typeface="Times New Roman"/>
                        </a:rPr>
                        <a:t> is something we'd use when requesting a resource using jQuery or backend REST client.</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What the body-parser middleware will be doing is grabbing the HTTP body, decoding the information, and appending it to the </a:t>
                      </a:r>
                      <a:r>
                        <a:rPr lang="en-US" sz="1600" u="none" strike="noStrike" cap="none" dirty="0" err="1">
                          <a:latin typeface="Times New Roman"/>
                          <a:ea typeface="Times New Roman"/>
                          <a:cs typeface="Times New Roman"/>
                          <a:sym typeface="Times New Roman"/>
                        </a:rPr>
                        <a:t>req.body</a:t>
                      </a:r>
                      <a:r>
                        <a:rPr lang="en-US" sz="1600" u="none" strike="noStrike" cap="none" dirty="0">
                          <a:latin typeface="Times New Roman"/>
                          <a:ea typeface="Times New Roman"/>
                          <a:cs typeface="Times New Roman"/>
                          <a:sym typeface="Times New Roman"/>
                        </a:rPr>
                        <a:t>. From there, we can easily retrieve the information from the form - in our case, a book's information.</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Inside the </a:t>
                      </a:r>
                      <a:r>
                        <a:rPr lang="en-US" sz="1600" u="none" strike="noStrike" cap="none" dirty="0" err="1">
                          <a:latin typeface="Times New Roman"/>
                          <a:ea typeface="Times New Roman"/>
                          <a:cs typeface="Times New Roman"/>
                          <a:sym typeface="Times New Roman"/>
                        </a:rPr>
                        <a:t>app.post</a:t>
                      </a:r>
                      <a:r>
                        <a:rPr lang="en-US" sz="1600" u="none" strike="noStrike" cap="none" dirty="0">
                          <a:latin typeface="Times New Roman"/>
                          <a:ea typeface="Times New Roman"/>
                          <a:cs typeface="Times New Roman"/>
                          <a:sym typeface="Times New Roman"/>
                        </a:rPr>
                        <a:t> method let's add the book to the book array:</a:t>
                      </a:r>
                      <a:endParaRPr sz="16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post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'/book'</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const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4FC1FF"/>
                          </a:solidFill>
                          <a:latin typeface="Consolas"/>
                          <a:ea typeface="Consolas"/>
                          <a:cs typeface="Consolas"/>
                          <a:sym typeface="Consolas"/>
                        </a:rPr>
                        <a:t>book</a:t>
                      </a:r>
                      <a:r>
                        <a:rPr lang="en-US" sz="1200" u="none" strike="noStrike" cap="none" dirty="0">
                          <a:solidFill>
                            <a:srgbClr val="D4D4D4"/>
                          </a:solidFill>
                          <a:latin typeface="Consolas"/>
                          <a:ea typeface="Consolas"/>
                          <a:cs typeface="Consolas"/>
                          <a:sym typeface="Consolas"/>
                        </a:rPr>
                        <a:t> = </a:t>
                      </a:r>
                      <a:r>
                        <a:rPr lang="en-US" sz="1200" u="none" strike="noStrike" cap="none" dirty="0" err="1">
                          <a:solidFill>
                            <a:srgbClr val="9CDCFE"/>
                          </a:solidFill>
                          <a:latin typeface="Consolas"/>
                          <a:ea typeface="Consolas"/>
                          <a:cs typeface="Consolas"/>
                          <a:sym typeface="Consolas"/>
                        </a:rPr>
                        <a:t>req</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9CDCFE"/>
                          </a:solidFill>
                          <a:latin typeface="Consolas"/>
                          <a:ea typeface="Consolas"/>
                          <a:cs typeface="Consolas"/>
                          <a:sym typeface="Consolas"/>
                        </a:rPr>
                        <a:t>body</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6A9955"/>
                          </a:solidFill>
                          <a:latin typeface="Consolas"/>
                          <a:ea typeface="Consolas"/>
                          <a:cs typeface="Consolas"/>
                          <a:sym typeface="Consolas"/>
                        </a:rPr>
                        <a:t>// Output the book to the console for debugging</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4FC1FF"/>
                          </a:solidFill>
                          <a:latin typeface="Consolas"/>
                          <a:ea typeface="Consolas"/>
                          <a:cs typeface="Consolas"/>
                          <a:sym typeface="Consolas"/>
                        </a:rPr>
                        <a:t>book</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books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push</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4FC1FF"/>
                          </a:solidFill>
                          <a:latin typeface="Consolas"/>
                          <a:ea typeface="Consolas"/>
                          <a:cs typeface="Consolas"/>
                          <a:sym typeface="Consolas"/>
                        </a:rPr>
                        <a:t>book</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send</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'Book is added to the database'</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62"/>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85" name="Google Shape;485;p6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86" name="Google Shape;486;p6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32</a:t>
            </a:fld>
            <a:endParaRPr/>
          </a:p>
        </p:txBody>
      </p:sp>
      <p:graphicFrame>
        <p:nvGraphicFramePr>
          <p:cNvPr id="487" name="Google Shape;487;p62"/>
          <p:cNvGraphicFramePr/>
          <p:nvPr>
            <p:extLst>
              <p:ext uri="{D42A27DB-BD31-4B8C-83A1-F6EECF244321}">
                <p14:modId xmlns:p14="http://schemas.microsoft.com/office/powerpoint/2010/main" val="3554858768"/>
              </p:ext>
            </p:extLst>
          </p:nvPr>
        </p:nvGraphicFramePr>
        <p:xfrm>
          <a:off x="1018013" y="1978113"/>
          <a:ext cx="10155975" cy="435858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Now, let's create a simple HTML form with the fields: ISBN, title, author, published date, publisher, and number of pages in a new file, say new-book.html.</a:t>
                      </a:r>
                      <a:endParaRPr sz="14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We'll be sending the data to the API using this HTML form's action attribute:</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div</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class</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"container"</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err="1">
                          <a:solidFill>
                            <a:srgbClr val="569CD6"/>
                          </a:solidFill>
                          <a:latin typeface="Consolas"/>
                          <a:ea typeface="Consolas"/>
                          <a:cs typeface="Consolas"/>
                          <a:sym typeface="Consolas"/>
                        </a:rPr>
                        <a:t>hr</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h1</a:t>
                      </a:r>
                      <a:r>
                        <a:rPr lang="en-US" sz="1100" u="none" strike="noStrike" cap="none" dirty="0">
                          <a:solidFill>
                            <a:srgbClr val="808080"/>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Create New Book</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h1</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err="1">
                          <a:solidFill>
                            <a:srgbClr val="569CD6"/>
                          </a:solidFill>
                          <a:latin typeface="Consolas"/>
                          <a:ea typeface="Consolas"/>
                          <a:cs typeface="Consolas"/>
                          <a:sym typeface="Consolas"/>
                        </a:rPr>
                        <a:t>hr</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form</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action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"http://localhost:3000/book"</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method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"POST"</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div</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class</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"form-group"</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label</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for</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"ISBN"</a:t>
                      </a:r>
                      <a:r>
                        <a:rPr lang="en-US" sz="1100" u="none" strike="noStrike" cap="none" dirty="0">
                          <a:solidFill>
                            <a:srgbClr val="808080"/>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ISBN</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label</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input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class</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"form-control"</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name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isbn</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div</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div</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class</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"form-group"</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label</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for</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"Title"</a:t>
                      </a:r>
                      <a:r>
                        <a:rPr lang="en-US" sz="1100" u="none" strike="noStrike" cap="none" dirty="0">
                          <a:solidFill>
                            <a:srgbClr val="808080"/>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Title</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label</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input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class</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"form-control"</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name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"title"</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div</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&lt;!--Other fields--&gt;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button</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type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"submit"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class</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btn</a:t>
                      </a:r>
                      <a:r>
                        <a:rPr lang="en-US" sz="1100" u="none" strike="noStrike" cap="none" dirty="0">
                          <a:solidFill>
                            <a:srgbClr val="CE9178"/>
                          </a:solidFill>
                          <a:latin typeface="Consolas"/>
                          <a:ea typeface="Consolas"/>
                          <a:cs typeface="Consolas"/>
                          <a:sym typeface="Consolas"/>
                        </a:rPr>
                        <a:t> </a:t>
                      </a:r>
                      <a:r>
                        <a:rPr lang="en-US" sz="1100" u="none" strike="noStrike" cap="none" dirty="0" err="1">
                          <a:solidFill>
                            <a:srgbClr val="CE9178"/>
                          </a:solidFill>
                          <a:latin typeface="Consolas"/>
                          <a:ea typeface="Consolas"/>
                          <a:cs typeface="Consolas"/>
                          <a:sym typeface="Consolas"/>
                        </a:rPr>
                        <a:t>btn</a:t>
                      </a:r>
                      <a:r>
                        <a:rPr lang="en-US" sz="1100" u="none" strike="noStrike" cap="none" dirty="0">
                          <a:solidFill>
                            <a:srgbClr val="CE9178"/>
                          </a:solidFill>
                          <a:latin typeface="Consolas"/>
                          <a:ea typeface="Consolas"/>
                          <a:cs typeface="Consolas"/>
                          <a:sym typeface="Consolas"/>
                        </a:rPr>
                        <a:t>-primary"</a:t>
                      </a:r>
                      <a:r>
                        <a:rPr lang="en-US" sz="1100" u="none" strike="noStrike" cap="none" dirty="0">
                          <a:solidFill>
                            <a:srgbClr val="808080"/>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Submit</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button</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form</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808080"/>
                          </a:solidFill>
                          <a:latin typeface="Consolas"/>
                          <a:ea typeface="Consolas"/>
                          <a:cs typeface="Consolas"/>
                          <a:sym typeface="Consolas"/>
                        </a:rPr>
                        <a:t>&lt;/</a:t>
                      </a:r>
                      <a:r>
                        <a:rPr lang="en-US" sz="1100" u="none" strike="noStrike" cap="none" dirty="0">
                          <a:solidFill>
                            <a:srgbClr val="569CD6"/>
                          </a:solidFill>
                          <a:latin typeface="Consolas"/>
                          <a:ea typeface="Consolas"/>
                          <a:cs typeface="Consolas"/>
                          <a:sym typeface="Consolas"/>
                        </a:rPr>
                        <a:t>div</a:t>
                      </a:r>
                      <a:r>
                        <a:rPr lang="en-US" sz="1100" u="none" strike="noStrike" cap="none" dirty="0">
                          <a:solidFill>
                            <a:srgbClr val="808080"/>
                          </a:solidFill>
                          <a:latin typeface="Consolas"/>
                          <a:ea typeface="Consolas"/>
                          <a:cs typeface="Consolas"/>
                          <a:sym typeface="Consolas"/>
                        </a:rPr>
                        <a:t>&gt;</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3"/>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93" name="Google Shape;493;p6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94" name="Google Shape;494;p6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33</a:t>
            </a:fld>
            <a:endParaRPr/>
          </a:p>
        </p:txBody>
      </p:sp>
      <p:graphicFrame>
        <p:nvGraphicFramePr>
          <p:cNvPr id="495" name="Google Shape;495;p63"/>
          <p:cNvGraphicFramePr/>
          <p:nvPr/>
        </p:nvGraphicFramePr>
        <p:xfrm>
          <a:off x="1018000" y="1777751"/>
          <a:ext cx="10155975" cy="73149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Here, our &lt;form&gt; tag's attribute corresponds to our endpoint and the information we send with the submit button is the information our method parses and adds to the array. Note that the method parameter is POST, just like in our API.</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You should see something like that when you open the page: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pic>
        <p:nvPicPr>
          <p:cNvPr id="496" name="Google Shape;496;p63"/>
          <p:cNvPicPr preferRelativeResize="0"/>
          <p:nvPr/>
        </p:nvPicPr>
        <p:blipFill rotWithShape="1">
          <a:blip r:embed="rId3">
            <a:alphaModFix/>
          </a:blip>
          <a:srcRect/>
          <a:stretch/>
        </p:blipFill>
        <p:spPr>
          <a:xfrm>
            <a:off x="2410525" y="2430804"/>
            <a:ext cx="6811079" cy="384359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6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02" name="Google Shape;502;p6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03" name="Google Shape;503;p6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34</a:t>
            </a:fld>
            <a:endParaRPr/>
          </a:p>
        </p:txBody>
      </p:sp>
      <p:graphicFrame>
        <p:nvGraphicFramePr>
          <p:cNvPr id="504" name="Google Shape;504;p64"/>
          <p:cNvGraphicFramePr/>
          <p:nvPr/>
        </p:nvGraphicFramePr>
        <p:xfrm>
          <a:off x="1018000" y="1777751"/>
          <a:ext cx="10155975" cy="187443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Clicking "Submit", we're greeted with the our applications console.log(book) statement: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C8C8C8"/>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'9781593275846'</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title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'Eloquent JavaScript, Second Edition'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author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Marijn</a:t>
                      </a:r>
                      <a:r>
                        <a:rPr lang="en-US" sz="1050" u="none" strike="noStrike" cap="none" dirty="0">
                          <a:solidFill>
                            <a:srgbClr val="CE9178"/>
                          </a:solidFill>
                          <a:latin typeface="Consolas"/>
                          <a:ea typeface="Consolas"/>
                          <a:cs typeface="Consolas"/>
                          <a:sym typeface="Consolas"/>
                        </a:rPr>
                        <a:t> </a:t>
                      </a:r>
                      <a:r>
                        <a:rPr lang="en-US" sz="1050" u="none" strike="noStrike" cap="none" dirty="0" err="1">
                          <a:solidFill>
                            <a:srgbClr val="CE9178"/>
                          </a:solidFill>
                          <a:latin typeface="Consolas"/>
                          <a:ea typeface="Consolas"/>
                          <a:cs typeface="Consolas"/>
                          <a:sym typeface="Consolas"/>
                        </a:rPr>
                        <a:t>Haverbeke</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C8C8C8"/>
                          </a:solidFill>
                          <a:latin typeface="Consolas"/>
                          <a:ea typeface="Consolas"/>
                          <a:cs typeface="Consolas"/>
                          <a:sym typeface="Consolas"/>
                        </a:rPr>
                        <a:t>publish_date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'2014-12-14'</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8C8C8"/>
                          </a:solidFill>
                          <a:latin typeface="Consolas"/>
                          <a:ea typeface="Consolas"/>
                          <a:cs typeface="Consolas"/>
                          <a:sym typeface="Consolas"/>
                        </a:rPr>
                        <a:t>publisher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'No Starch 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C8C8C8"/>
                          </a:solidFill>
                          <a:latin typeface="Consolas"/>
                          <a:ea typeface="Consolas"/>
                          <a:cs typeface="Consolas"/>
                          <a:sym typeface="Consolas"/>
                        </a:rPr>
                        <a:t>numOfPages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'472'</a:t>
                      </a:r>
                      <a:r>
                        <a:rPr lang="en-US" sz="1050" u="none" strike="noStrike" cap="none" dirty="0">
                          <a:solidFill>
                            <a:srgbClr val="D4D4D4"/>
                          </a:solidFill>
                          <a:latin typeface="Consolas"/>
                          <a:ea typeface="Consolas"/>
                          <a:cs typeface="Consolas"/>
                          <a:sym typeface="Consolas"/>
                        </a:rPr>
                        <a:t> }</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Please note that since we are using an array to store data we will lose them in our next app restart.</a:t>
                      </a:r>
                      <a:endParaRPr sz="1050" u="none" strike="noStrike" cap="none" dirty="0">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6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10" name="Google Shape;510;p6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11" name="Google Shape;511;p6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35</a:t>
            </a:fld>
            <a:endParaRPr/>
          </a:p>
        </p:txBody>
      </p:sp>
      <p:graphicFrame>
        <p:nvGraphicFramePr>
          <p:cNvPr id="512" name="Google Shape;512;p65"/>
          <p:cNvGraphicFramePr/>
          <p:nvPr>
            <p:extLst>
              <p:ext uri="{D42A27DB-BD31-4B8C-83A1-F6EECF244321}">
                <p14:modId xmlns:p14="http://schemas.microsoft.com/office/powerpoint/2010/main" val="2500579188"/>
              </p:ext>
            </p:extLst>
          </p:nvPr>
        </p:nvGraphicFramePr>
        <p:xfrm>
          <a:off x="1018000" y="1777751"/>
          <a:ext cx="10155975" cy="455661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Clicking "Submit", we're greeted with the our applications console.log(book) statement:</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C8C8C8"/>
                          </a:solidFill>
                          <a:latin typeface="Consolas"/>
                          <a:ea typeface="Consolas"/>
                          <a:cs typeface="Consolas"/>
                          <a:sym typeface="Consolas"/>
                        </a:rPr>
                        <a:t>isbn</a:t>
                      </a:r>
                      <a:r>
                        <a:rPr lang="en-US" sz="1100" u="none" strike="noStrike" cap="none">
                          <a:solidFill>
                            <a:srgbClr val="D4D4D4"/>
                          </a:solidFill>
                          <a:latin typeface="Consolas"/>
                          <a:ea typeface="Consolas"/>
                          <a:cs typeface="Consolas"/>
                          <a:sym typeface="Consolas"/>
                        </a:rPr>
                        <a:t>: </a:t>
                      </a:r>
                      <a:r>
                        <a:rPr lang="en-US" sz="1100" u="none" strike="noStrike" cap="none">
                          <a:solidFill>
                            <a:srgbClr val="CE9178"/>
                          </a:solidFill>
                          <a:latin typeface="Consolas"/>
                          <a:ea typeface="Consolas"/>
                          <a:cs typeface="Consolas"/>
                          <a:sym typeface="Consolas"/>
                        </a:rPr>
                        <a:t>'9781593275846'</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C8C8C8"/>
                          </a:solidFill>
                          <a:latin typeface="Consolas"/>
                          <a:ea typeface="Consolas"/>
                          <a:cs typeface="Consolas"/>
                          <a:sym typeface="Consolas"/>
                        </a:rPr>
                        <a:t>title</a:t>
                      </a:r>
                      <a:r>
                        <a:rPr lang="en-US" sz="1100" u="none" strike="noStrike" cap="none">
                          <a:solidFill>
                            <a:srgbClr val="D4D4D4"/>
                          </a:solidFill>
                          <a:latin typeface="Consolas"/>
                          <a:ea typeface="Consolas"/>
                          <a:cs typeface="Consolas"/>
                          <a:sym typeface="Consolas"/>
                        </a:rPr>
                        <a:t>: </a:t>
                      </a:r>
                      <a:r>
                        <a:rPr lang="en-US" sz="1100" u="none" strike="noStrike" cap="none">
                          <a:solidFill>
                            <a:srgbClr val="CE9178"/>
                          </a:solidFill>
                          <a:latin typeface="Consolas"/>
                          <a:ea typeface="Consolas"/>
                          <a:cs typeface="Consolas"/>
                          <a:sym typeface="Consolas"/>
                        </a:rPr>
                        <a:t>'Eloquent JavaScript, Second Edition'</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C8C8C8"/>
                          </a:solidFill>
                          <a:latin typeface="Consolas"/>
                          <a:ea typeface="Consolas"/>
                          <a:cs typeface="Consolas"/>
                          <a:sym typeface="Consolas"/>
                        </a:rPr>
                        <a:t>author</a:t>
                      </a:r>
                      <a:r>
                        <a:rPr lang="en-US" sz="1100" u="none" strike="noStrike" cap="none">
                          <a:solidFill>
                            <a:srgbClr val="D4D4D4"/>
                          </a:solidFill>
                          <a:latin typeface="Consolas"/>
                          <a:ea typeface="Consolas"/>
                          <a:cs typeface="Consolas"/>
                          <a:sym typeface="Consolas"/>
                        </a:rPr>
                        <a:t>: </a:t>
                      </a:r>
                      <a:r>
                        <a:rPr lang="en-US" sz="1100" u="none" strike="noStrike" cap="none">
                          <a:solidFill>
                            <a:srgbClr val="CE9178"/>
                          </a:solidFill>
                          <a:latin typeface="Consolas"/>
                          <a:ea typeface="Consolas"/>
                          <a:cs typeface="Consolas"/>
                          <a:sym typeface="Consolas"/>
                        </a:rPr>
                        <a:t>'Marijn Haverbeke'</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C8C8C8"/>
                          </a:solidFill>
                          <a:latin typeface="Consolas"/>
                          <a:ea typeface="Consolas"/>
                          <a:cs typeface="Consolas"/>
                          <a:sym typeface="Consolas"/>
                        </a:rPr>
                        <a:t>publish_date</a:t>
                      </a:r>
                      <a:r>
                        <a:rPr lang="en-US" sz="1100" u="none" strike="noStrike" cap="none">
                          <a:solidFill>
                            <a:srgbClr val="D4D4D4"/>
                          </a:solidFill>
                          <a:latin typeface="Consolas"/>
                          <a:ea typeface="Consolas"/>
                          <a:cs typeface="Consolas"/>
                          <a:sym typeface="Consolas"/>
                        </a:rPr>
                        <a:t>: </a:t>
                      </a:r>
                      <a:r>
                        <a:rPr lang="en-US" sz="1100" u="none" strike="noStrike" cap="none">
                          <a:solidFill>
                            <a:srgbClr val="CE9178"/>
                          </a:solidFill>
                          <a:latin typeface="Consolas"/>
                          <a:ea typeface="Consolas"/>
                          <a:cs typeface="Consolas"/>
                          <a:sym typeface="Consolas"/>
                        </a:rPr>
                        <a:t>'2014-12-14'</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C8C8C8"/>
                          </a:solidFill>
                          <a:latin typeface="Consolas"/>
                          <a:ea typeface="Consolas"/>
                          <a:cs typeface="Consolas"/>
                          <a:sym typeface="Consolas"/>
                        </a:rPr>
                        <a:t>publisher</a:t>
                      </a:r>
                      <a:r>
                        <a:rPr lang="en-US" sz="1100" u="none" strike="noStrike" cap="none">
                          <a:solidFill>
                            <a:srgbClr val="D4D4D4"/>
                          </a:solidFill>
                          <a:latin typeface="Consolas"/>
                          <a:ea typeface="Consolas"/>
                          <a:cs typeface="Consolas"/>
                          <a:sym typeface="Consolas"/>
                        </a:rPr>
                        <a:t>: </a:t>
                      </a:r>
                      <a:r>
                        <a:rPr lang="en-US" sz="1100" u="none" strike="noStrike" cap="none">
                          <a:solidFill>
                            <a:srgbClr val="CE9178"/>
                          </a:solidFill>
                          <a:latin typeface="Consolas"/>
                          <a:ea typeface="Consolas"/>
                          <a:cs typeface="Consolas"/>
                          <a:sym typeface="Consolas"/>
                        </a:rPr>
                        <a:t>'No Starch Press'</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C8C8C8"/>
                          </a:solidFill>
                          <a:latin typeface="Consolas"/>
                          <a:ea typeface="Consolas"/>
                          <a:cs typeface="Consolas"/>
                          <a:sym typeface="Consolas"/>
                        </a:rPr>
                        <a:t>numOfPages</a:t>
                      </a:r>
                      <a:r>
                        <a:rPr lang="en-US" sz="1100" u="none" strike="noStrike" cap="none">
                          <a:solidFill>
                            <a:srgbClr val="D4D4D4"/>
                          </a:solidFill>
                          <a:latin typeface="Consolas"/>
                          <a:ea typeface="Consolas"/>
                          <a:cs typeface="Consolas"/>
                          <a:sym typeface="Consolas"/>
                        </a:rPr>
                        <a:t>: </a:t>
                      </a:r>
                      <a:r>
                        <a:rPr lang="en-US" sz="1100" u="none" strike="noStrike" cap="none">
                          <a:solidFill>
                            <a:srgbClr val="CE9178"/>
                          </a:solidFill>
                          <a:latin typeface="Consolas"/>
                          <a:ea typeface="Consolas"/>
                          <a:cs typeface="Consolas"/>
                          <a:sym typeface="Consolas"/>
                        </a:rPr>
                        <a:t>'472'</a:t>
                      </a:r>
                      <a:r>
                        <a:rPr lang="en-US" sz="1100" u="none" strike="noStrike" cap="none">
                          <a:solidFill>
                            <a:srgbClr val="D4D4D4"/>
                          </a:solidFill>
                          <a:latin typeface="Consolas"/>
                          <a:ea typeface="Consolas"/>
                          <a:cs typeface="Consolas"/>
                          <a:sym typeface="Consolas"/>
                        </a:rPr>
                        <a:t> }</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Please note that since we are using an array to store data we will lose them in our next app restart.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400" b="1" u="none" strike="noStrike" cap="none">
                          <a:latin typeface="Times New Roman"/>
                          <a:ea typeface="Times New Roman"/>
                          <a:cs typeface="Times New Roman"/>
                          <a:sym typeface="Times New Roman"/>
                        </a:rPr>
                        <a:t>Getting All Books</a:t>
                      </a:r>
                      <a:endParaRPr sz="14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Now let's create an endpoint to get all the books from the API:</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'/books'</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json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books</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Restart the server. If the server is already running press Ctrl + C to stop it first. Add some books and open http://localhost:3000/books in your browser. You should see a JSON response with all the books that you've added.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Now let's create an HTML page to display these books in a user-friendly way.</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This time around, we'll create two files - book-list.html which we'll use as a template and a book-list.js file which will hold the logic to updating/deleting books and displaying them on the page: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Let's start off with the template:</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6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18" name="Google Shape;518;p6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19" name="Google Shape;519;p6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36</a:t>
            </a:fld>
            <a:endParaRPr/>
          </a:p>
        </p:txBody>
      </p:sp>
      <p:graphicFrame>
        <p:nvGraphicFramePr>
          <p:cNvPr id="520" name="Google Shape;520;p66"/>
          <p:cNvGraphicFramePr/>
          <p:nvPr>
            <p:extLst>
              <p:ext uri="{D42A27DB-BD31-4B8C-83A1-F6EECF244321}">
                <p14:modId xmlns:p14="http://schemas.microsoft.com/office/powerpoint/2010/main" val="3446450521"/>
              </p:ext>
            </p:extLst>
          </p:nvPr>
        </p:nvGraphicFramePr>
        <p:xfrm>
          <a:off x="976175" y="1777751"/>
          <a:ext cx="10197800" cy="4503390"/>
        </p:xfrm>
        <a:graphic>
          <a:graphicData uri="http://schemas.openxmlformats.org/drawingml/2006/table">
            <a:tbl>
              <a:tblPr>
                <a:noFill/>
                <a:tableStyleId>{D0AC8DA4-CACD-4258-953F-0680B6CA0FA0}</a:tableStyleId>
              </a:tblPr>
              <a:tblGrid>
                <a:gridCol w="5098900">
                  <a:extLst>
                    <a:ext uri="{9D8B030D-6E8A-4147-A177-3AD203B41FA5}">
                      <a16:colId xmlns:a16="http://schemas.microsoft.com/office/drawing/2014/main" val="20000"/>
                    </a:ext>
                  </a:extLst>
                </a:gridCol>
                <a:gridCol w="5098900">
                  <a:extLst>
                    <a:ext uri="{9D8B030D-6E8A-4147-A177-3AD203B41FA5}">
                      <a16:colId xmlns:a16="http://schemas.microsoft.com/office/drawing/2014/main" val="20001"/>
                    </a:ext>
                  </a:extLst>
                </a:gridCol>
              </a:tblGrid>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"container"</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err="1">
                          <a:solidFill>
                            <a:srgbClr val="569CD6"/>
                          </a:solidFill>
                          <a:latin typeface="Consolas"/>
                          <a:ea typeface="Consolas"/>
                          <a:cs typeface="Consolas"/>
                          <a:sym typeface="Consolas"/>
                        </a:rPr>
                        <a:t>hr</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h1</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List of books</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h1</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err="1">
                          <a:solidFill>
                            <a:srgbClr val="569CD6"/>
                          </a:solidFill>
                          <a:latin typeface="Consolas"/>
                          <a:ea typeface="Consolas"/>
                          <a:cs typeface="Consolas"/>
                          <a:sym typeface="Consolas"/>
                        </a:rPr>
                        <a:t>hr</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"row"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"books"</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editBookModal</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"modal"</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tabindex</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"-1"</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"dialog"</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"modal-dialog"</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"document"</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"modal-content"</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"modal-header"</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h5</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"modal-title"</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Edit Book</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h5</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button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type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"button"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"close"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data-dismiss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"modal"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aria-label</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"Close"</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span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aria-hidden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"true"</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569CD6"/>
                          </a:solidFill>
                          <a:latin typeface="Consolas"/>
                          <a:ea typeface="Consolas"/>
                          <a:cs typeface="Consolas"/>
                          <a:sym typeface="Consolas"/>
                        </a:rPr>
                        <a:t>&amp;times;</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span</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button</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"modal-body"</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form</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editForm</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method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"POST"</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"form-group"</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label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for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"ISBN"</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ISBN</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label</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input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"form-control"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name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isbn</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isbn</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"form-group"</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label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for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"Title"</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Title</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label</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input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"form-control"</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name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"title"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"title"</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&lt;!--Other fields--&gt;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button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type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"submit"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class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btn</a:t>
                      </a:r>
                      <a:r>
                        <a:rPr lang="en-US" sz="1050" u="none" strike="noStrike" cap="none" dirty="0">
                          <a:solidFill>
                            <a:srgbClr val="CE9178"/>
                          </a:solidFill>
                          <a:latin typeface="Consolas"/>
                          <a:ea typeface="Consolas"/>
                          <a:cs typeface="Consolas"/>
                          <a:sym typeface="Consolas"/>
                        </a:rPr>
                        <a:t> </a:t>
                      </a:r>
                      <a:r>
                        <a:rPr lang="en-US" sz="1050" u="none" strike="noStrike" cap="none" dirty="0" err="1">
                          <a:solidFill>
                            <a:srgbClr val="CE9178"/>
                          </a:solidFill>
                          <a:latin typeface="Consolas"/>
                          <a:ea typeface="Consolas"/>
                          <a:cs typeface="Consolas"/>
                          <a:sym typeface="Consolas"/>
                        </a:rPr>
                        <a:t>btn</a:t>
                      </a:r>
                      <a:r>
                        <a:rPr lang="en-US" sz="1050" u="none" strike="noStrike" cap="none" dirty="0">
                          <a:solidFill>
                            <a:srgbClr val="CE9178"/>
                          </a:solidFill>
                          <a:latin typeface="Consolas"/>
                          <a:ea typeface="Consolas"/>
                          <a:cs typeface="Consolas"/>
                          <a:sym typeface="Consolas"/>
                        </a:rPr>
                        <a:t>-primary"</a:t>
                      </a:r>
                      <a:r>
                        <a:rPr lang="en-US" sz="1050" u="none" strike="noStrike" cap="none" dirty="0">
                          <a:solidFill>
                            <a:srgbClr val="808080"/>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Submit</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button</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form</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div</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&lt;!--Our JS file--&gt;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808080"/>
                          </a:solidFill>
                          <a:latin typeface="Consolas"/>
                          <a:ea typeface="Consolas"/>
                          <a:cs typeface="Consolas"/>
                          <a:sym typeface="Consolas"/>
                        </a:rPr>
                        <a:t>&lt;</a:t>
                      </a:r>
                      <a:r>
                        <a:rPr lang="en-US" sz="1050" u="none" strike="noStrike" cap="none" dirty="0">
                          <a:solidFill>
                            <a:srgbClr val="569CD6"/>
                          </a:solidFill>
                          <a:latin typeface="Consolas"/>
                          <a:ea typeface="Consolas"/>
                          <a:cs typeface="Consolas"/>
                          <a:sym typeface="Consolas"/>
                        </a:rPr>
                        <a:t>script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src</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"book-list.js"</a:t>
                      </a:r>
                      <a:r>
                        <a:rPr lang="en-US" sz="1050" u="none" strike="noStrike" cap="none" dirty="0">
                          <a:solidFill>
                            <a:srgbClr val="808080"/>
                          </a:solidFill>
                          <a:latin typeface="Consolas"/>
                          <a:ea typeface="Consolas"/>
                          <a:cs typeface="Consolas"/>
                          <a:sym typeface="Consolas"/>
                        </a:rPr>
                        <a:t>&gt;&lt;/</a:t>
                      </a:r>
                      <a:r>
                        <a:rPr lang="en-US" sz="1050" u="none" strike="noStrike" cap="none" dirty="0">
                          <a:solidFill>
                            <a:srgbClr val="569CD6"/>
                          </a:solidFill>
                          <a:latin typeface="Consolas"/>
                          <a:ea typeface="Consolas"/>
                          <a:cs typeface="Consolas"/>
                          <a:sym typeface="Consolas"/>
                        </a:rPr>
                        <a:t>script</a:t>
                      </a:r>
                      <a:r>
                        <a:rPr lang="en-US" sz="1050" u="none" strike="noStrike" cap="none" dirty="0">
                          <a:solidFill>
                            <a:srgbClr val="808080"/>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80808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6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26" name="Google Shape;526;p6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27" name="Google Shape;527;p6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37</a:t>
            </a:fld>
            <a:endParaRPr/>
          </a:p>
        </p:txBody>
      </p:sp>
      <p:graphicFrame>
        <p:nvGraphicFramePr>
          <p:cNvPr id="528" name="Google Shape;528;p67"/>
          <p:cNvGraphicFramePr/>
          <p:nvPr>
            <p:extLst>
              <p:ext uri="{D42A27DB-BD31-4B8C-83A1-F6EECF244321}">
                <p14:modId xmlns:p14="http://schemas.microsoft.com/office/powerpoint/2010/main" val="1416329328"/>
              </p:ext>
            </p:extLst>
          </p:nvPr>
        </p:nvGraphicFramePr>
        <p:xfrm>
          <a:off x="1018000" y="1577406"/>
          <a:ext cx="10335800" cy="5092325"/>
        </p:xfrm>
        <a:graphic>
          <a:graphicData uri="http://schemas.openxmlformats.org/drawingml/2006/table">
            <a:tbl>
              <a:tblPr>
                <a:noFill/>
                <a:tableStyleId>{D0AC8DA4-CACD-4258-953F-0680B6CA0FA0}</a:tableStyleId>
              </a:tblPr>
              <a:tblGrid>
                <a:gridCol w="5167900">
                  <a:extLst>
                    <a:ext uri="{9D8B030D-6E8A-4147-A177-3AD203B41FA5}">
                      <a16:colId xmlns:a16="http://schemas.microsoft.com/office/drawing/2014/main" val="20000"/>
                    </a:ext>
                  </a:extLst>
                </a:gridCol>
                <a:gridCol w="5167900">
                  <a:extLst>
                    <a:ext uri="{9D8B030D-6E8A-4147-A177-3AD203B41FA5}">
                      <a16:colId xmlns:a16="http://schemas.microsoft.com/office/drawing/2014/main" val="20001"/>
                    </a:ext>
                  </a:extLst>
                </a:gridCol>
              </a:tblGrid>
              <a:tr h="571078">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With the template done, we can implement the actual logic to retrieve all books using browser-side JavaScript and our REST API:</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a:txBody>
                    <a:bodyPr/>
                    <a:lstStyle/>
                    <a:p>
                      <a:pPr marL="457200" marR="0" lvl="0" indent="-228600" algn="l"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521247">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setEditModal</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isbn</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=&gt;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6A9955"/>
                          </a:solidFill>
                          <a:latin typeface="Consolas"/>
                          <a:ea typeface="Consolas"/>
                          <a:cs typeface="Consolas"/>
                          <a:sym typeface="Consolas"/>
                        </a:rPr>
                        <a:t>// We will implement this later</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deleteBook</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isbn</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=&gt;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6A9955"/>
                          </a:solidFill>
                          <a:latin typeface="Consolas"/>
                          <a:ea typeface="Consolas"/>
                          <a:cs typeface="Consolas"/>
                          <a:sym typeface="Consolas"/>
                        </a:rPr>
                        <a:t>// We will implement this later</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DCDCAA"/>
                          </a:solidFill>
                          <a:latin typeface="Consolas"/>
                          <a:ea typeface="Consolas"/>
                          <a:cs typeface="Consolas"/>
                          <a:sym typeface="Consolas"/>
                        </a:rPr>
                        <a:t>loadBooks</a:t>
                      </a:r>
                      <a:r>
                        <a:rPr lang="en-US" sz="1050" u="none" strike="noStrike" cap="none">
                          <a:solidFill>
                            <a:srgbClr val="D4D4D4"/>
                          </a:solidFill>
                          <a:latin typeface="Consolas"/>
                          <a:ea typeface="Consolas"/>
                          <a:cs typeface="Consolas"/>
                          <a:sym typeface="Consolas"/>
                        </a:rPr>
                        <a:t> = () </a:t>
                      </a:r>
                      <a:r>
                        <a:rPr lang="en-US" sz="1050" u="none" strike="noStrike" cap="none">
                          <a:solidFill>
                            <a:srgbClr val="569CD6"/>
                          </a:solidFill>
                          <a:latin typeface="Consolas"/>
                          <a:ea typeface="Consolas"/>
                          <a:cs typeface="Consolas"/>
                          <a:sym typeface="Consolas"/>
                        </a:rPr>
                        <a:t>=&gt;</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xhttp</a:t>
                      </a:r>
                      <a:r>
                        <a:rPr lang="en-US" sz="1050" u="none" strike="noStrike" cap="none">
                          <a:solidFill>
                            <a:srgbClr val="D4D4D4"/>
                          </a:solidFill>
                          <a:latin typeface="Consolas"/>
                          <a:ea typeface="Consolas"/>
                          <a:cs typeface="Consolas"/>
                          <a:sym typeface="Consolas"/>
                        </a:rPr>
                        <a:t> = </a:t>
                      </a:r>
                      <a:r>
                        <a:rPr lang="en-US" sz="1050" u="none" strike="noStrike" cap="none">
                          <a:solidFill>
                            <a:srgbClr val="569CD6"/>
                          </a:solidFill>
                          <a:latin typeface="Consolas"/>
                          <a:ea typeface="Consolas"/>
                          <a:cs typeface="Consolas"/>
                          <a:sym typeface="Consolas"/>
                        </a:rPr>
                        <a:t>new</a:t>
                      </a:r>
                      <a:r>
                        <a:rPr lang="en-US" sz="1050" u="none" strike="noStrike" cap="none">
                          <a:solidFill>
                            <a:srgbClr val="D4D4D4"/>
                          </a:solidFill>
                          <a:latin typeface="Consolas"/>
                          <a:ea typeface="Consolas"/>
                          <a:cs typeface="Consolas"/>
                          <a:sym typeface="Consolas"/>
                        </a:rPr>
                        <a:t> </a:t>
                      </a:r>
                      <a:r>
                        <a:rPr lang="en-US" sz="1050" u="none" strike="noStrike" cap="none">
                          <a:solidFill>
                            <a:srgbClr val="4EC9B0"/>
                          </a:solidFill>
                          <a:latin typeface="Consolas"/>
                          <a:ea typeface="Consolas"/>
                          <a:cs typeface="Consolas"/>
                          <a:sym typeface="Consolas"/>
                        </a:rPr>
                        <a:t>XMLHttpRequest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xhttp</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open</a:t>
                      </a:r>
                      <a:r>
                        <a:rPr lang="en-US" sz="1050" u="none" strike="noStrike" cap="none">
                          <a:solidFill>
                            <a:srgbClr val="D4D4D4"/>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"GET"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CE9178"/>
                          </a:solidFill>
                          <a:latin typeface="Consolas"/>
                          <a:ea typeface="Consolas"/>
                          <a:cs typeface="Consolas"/>
                          <a:sym typeface="Consolas"/>
                        </a:rPr>
                        <a:t>"http://localhost:3000/books"</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false</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xhttp</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send</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books</a:t>
                      </a:r>
                      <a:r>
                        <a:rPr lang="en-US" sz="1050" u="none" strike="noStrike" cap="none">
                          <a:solidFill>
                            <a:srgbClr val="D4D4D4"/>
                          </a:solidFill>
                          <a:latin typeface="Consolas"/>
                          <a:ea typeface="Consolas"/>
                          <a:cs typeface="Consolas"/>
                          <a:sym typeface="Consolas"/>
                        </a:rPr>
                        <a:t> = </a:t>
                      </a:r>
                      <a:r>
                        <a:rPr lang="en-US" sz="1050" u="none" strike="noStrike" cap="none">
                          <a:solidFill>
                            <a:srgbClr val="9CDCFE"/>
                          </a:solidFill>
                          <a:latin typeface="Consolas"/>
                          <a:ea typeface="Consolas"/>
                          <a:cs typeface="Consolas"/>
                          <a:sym typeface="Consolas"/>
                        </a:rPr>
                        <a:t>JSON</a:t>
                      </a:r>
                      <a:r>
                        <a:rPr lang="en-US" sz="1050" u="none" strike="noStrike" cap="none">
                          <a:solidFill>
                            <a:srgbClr val="D4D4D4"/>
                          </a:solidFill>
                          <a:latin typeface="Consolas"/>
                          <a:ea typeface="Consolas"/>
                          <a:cs typeface="Consolas"/>
                          <a:sym typeface="Consolas"/>
                        </a:rPr>
                        <a:t>.</a:t>
                      </a:r>
                      <a:r>
                        <a:rPr lang="en-US" sz="1050" u="none" strike="noStrike" cap="none">
                          <a:solidFill>
                            <a:srgbClr val="DCDCAA"/>
                          </a:solidFill>
                          <a:latin typeface="Consolas"/>
                          <a:ea typeface="Consolas"/>
                          <a:cs typeface="Consolas"/>
                          <a:sym typeface="Consolas"/>
                        </a:rPr>
                        <a:t>parse</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xhttp</a:t>
                      </a:r>
                      <a:r>
                        <a:rPr lang="en-US" sz="1050" u="none" strike="noStrike" cap="none">
                          <a:solidFill>
                            <a:srgbClr val="D4D4D4"/>
                          </a:solidFill>
                          <a:latin typeface="Consolas"/>
                          <a:ea typeface="Consolas"/>
                          <a:cs typeface="Consolas"/>
                          <a:sym typeface="Consolas"/>
                        </a:rPr>
                        <a:t>.</a:t>
                      </a:r>
                      <a:r>
                        <a:rPr lang="en-US" sz="1050" u="none" strike="noStrike" cap="none">
                          <a:solidFill>
                            <a:srgbClr val="4FC1FF"/>
                          </a:solidFill>
                          <a:latin typeface="Consolas"/>
                          <a:ea typeface="Consolas"/>
                          <a:cs typeface="Consolas"/>
                          <a:sym typeface="Consolas"/>
                        </a:rPr>
                        <a:t>responseText</a:t>
                      </a:r>
                      <a:r>
                        <a:rPr lang="en-US" sz="1050" u="none" strike="noStrike" cap="none">
                          <a:solidFill>
                            <a:srgbClr val="D4D4D4"/>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C586C0"/>
                          </a:solidFill>
                          <a:latin typeface="Consolas"/>
                          <a:ea typeface="Consolas"/>
                          <a:cs typeface="Consolas"/>
                          <a:sym typeface="Consolas"/>
                        </a:rPr>
                        <a:t>for</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let</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book</a:t>
                      </a: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of</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books</a:t>
                      </a:r>
                      <a:r>
                        <a:rPr lang="en-US" sz="1050" u="none" strike="noStrike" cap="none">
                          <a:solidFill>
                            <a:srgbClr val="D4D4D4"/>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D4D4D4"/>
                          </a:solidFill>
                          <a:latin typeface="Consolas"/>
                          <a:ea typeface="Consolas"/>
                          <a:cs typeface="Consolas"/>
                          <a:sym typeface="Consolas"/>
                        </a:rPr>
                        <a:t>      </a:t>
                      </a:r>
                      <a:r>
                        <a:rPr lang="en-US" sz="1050" u="none" strike="noStrike" cap="none">
                          <a:solidFill>
                            <a:srgbClr val="569CD6"/>
                          </a:solidFill>
                          <a:latin typeface="Consolas"/>
                          <a:ea typeface="Consolas"/>
                          <a:cs typeface="Consolas"/>
                          <a:sym typeface="Consolas"/>
                        </a:rPr>
                        <a:t>const</a:t>
                      </a:r>
                      <a:r>
                        <a:rPr lang="en-US" sz="1050" u="none" strike="noStrike" cap="none">
                          <a:solidFill>
                            <a:srgbClr val="D4D4D4"/>
                          </a:solidFill>
                          <a:latin typeface="Consolas"/>
                          <a:ea typeface="Consolas"/>
                          <a:cs typeface="Consolas"/>
                          <a:sym typeface="Consolas"/>
                        </a:rPr>
                        <a:t> </a:t>
                      </a:r>
                      <a:r>
                        <a:rPr lang="en-US" sz="1050" u="none" strike="noStrike" cap="none">
                          <a:solidFill>
                            <a:srgbClr val="4FC1FF"/>
                          </a:solidFill>
                          <a:latin typeface="Consolas"/>
                          <a:ea typeface="Consolas"/>
                          <a:cs typeface="Consolas"/>
                          <a:sym typeface="Consolas"/>
                        </a:rPr>
                        <a:t>x</a:t>
                      </a:r>
                      <a:r>
                        <a:rPr lang="en-US" sz="1050" u="none" strike="noStrike" cap="none">
                          <a:solidFill>
                            <a:srgbClr val="D4D4D4"/>
                          </a:solidFill>
                          <a:latin typeface="Consolas"/>
                          <a:ea typeface="Consolas"/>
                          <a:cs typeface="Consolas"/>
                          <a:sym typeface="Consolas"/>
                        </a:rPr>
                        <a:t> = </a:t>
                      </a:r>
                      <a:r>
                        <a:rPr lang="en-US" sz="1050" u="none" strike="noStrike" cap="none">
                          <a:solidFill>
                            <a:srgbClr val="CE9178"/>
                          </a:solidFill>
                          <a:latin typeface="Consolas"/>
                          <a:ea typeface="Consolas"/>
                          <a:cs typeface="Consolas"/>
                          <a:sym typeface="Consolas"/>
                        </a:rPr>
                        <a: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E9178"/>
                          </a:solidFill>
                          <a:latin typeface="Consolas"/>
                          <a:ea typeface="Consolas"/>
                          <a:cs typeface="Consolas"/>
                          <a:sym typeface="Consolas"/>
                        </a:rPr>
                        <a:t>          &lt;div class="col-4"&gt;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E9178"/>
                          </a:solidFill>
                          <a:latin typeface="Consolas"/>
                          <a:ea typeface="Consolas"/>
                          <a:cs typeface="Consolas"/>
                          <a:sym typeface="Consolas"/>
                        </a:rPr>
                        <a:t>              &lt;div class="card"&gt;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E9178"/>
                          </a:solidFill>
                          <a:latin typeface="Consolas"/>
                          <a:ea typeface="Consolas"/>
                          <a:cs typeface="Consolas"/>
                          <a:sym typeface="Consolas"/>
                        </a:rPr>
                        <a:t>                  &lt;div class="card-body"&gt;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E9178"/>
                          </a:solidFill>
                          <a:latin typeface="Consolas"/>
                          <a:ea typeface="Consolas"/>
                          <a:cs typeface="Consolas"/>
                          <a:sym typeface="Consolas"/>
                        </a:rPr>
                        <a:t>                      &lt;h5 class="card-title"&gt;</a:t>
                      </a:r>
                      <a:r>
                        <a:rPr lang="en-US" sz="1050" u="none" strike="noStrike" cap="none">
                          <a:solidFill>
                            <a:srgbClr val="569CD6"/>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book</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title</a:t>
                      </a:r>
                      <a:r>
                        <a:rPr lang="en-US" sz="1050" u="none" strike="noStrike" cap="none">
                          <a:solidFill>
                            <a:srgbClr val="569CD6"/>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&lt;/h5&gt;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E9178"/>
                          </a:solidFill>
                          <a:latin typeface="Consolas"/>
                          <a:ea typeface="Consolas"/>
                          <a:cs typeface="Consolas"/>
                          <a:sym typeface="Consolas"/>
                        </a:rPr>
                        <a:t>                      &lt;h6 class="card-subtitle mb-2 text-muted"&gt;</a:t>
                      </a:r>
                      <a:r>
                        <a:rPr lang="en-US" sz="1050" u="none" strike="noStrike" cap="none">
                          <a:solidFill>
                            <a:srgbClr val="569CD6"/>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book</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isbn</a:t>
                      </a:r>
                      <a:r>
                        <a:rPr lang="en-US" sz="1050" u="none" strike="noStrike" cap="none">
                          <a:solidFill>
                            <a:srgbClr val="569CD6"/>
                          </a:solidFill>
                          <a:latin typeface="Consolas"/>
                          <a:ea typeface="Consolas"/>
                          <a:cs typeface="Consolas"/>
                          <a:sym typeface="Consolas"/>
                        </a:rPr>
                        <a:t>}</a:t>
                      </a:r>
                      <a:r>
                        <a:rPr lang="en-US" sz="1050" u="none" strike="noStrike" cap="none">
                          <a:solidFill>
                            <a:srgbClr val="CE9178"/>
                          </a:solidFill>
                          <a:latin typeface="Consolas"/>
                          <a:ea typeface="Consolas"/>
                          <a:cs typeface="Consolas"/>
                          <a:sym typeface="Consolas"/>
                        </a:rPr>
                        <a:t>&lt;/h6&gt;</a:t>
                      </a: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CE9178"/>
                          </a:solidFill>
                          <a:latin typeface="Consolas"/>
                          <a:ea typeface="Consolas"/>
                          <a:cs typeface="Consolas"/>
                          <a:sym typeface="Consolas"/>
                        </a:rPr>
                        <a:t>                      </a:t>
                      </a:r>
                      <a:endParaRPr sz="1050" u="none" strike="noStrike" cap="none">
                        <a:solidFill>
                          <a:srgbClr val="D4D4D4"/>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&lt;div&gt;Author: </a:t>
                      </a:r>
                      <a:r>
                        <a:rPr lang="en-US" sz="1050" u="none" strike="noStrike" cap="none" dirty="0">
                          <a:solidFill>
                            <a:srgbClr val="569CD6"/>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book</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author</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&lt;/div&gt;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&lt;div&gt;Publisher: </a:t>
                      </a:r>
                      <a:r>
                        <a:rPr lang="en-US" sz="1050" u="none" strike="noStrike" cap="none" dirty="0">
                          <a:solidFill>
                            <a:srgbClr val="569CD6"/>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book</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publisher</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&lt;/div&gt;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&lt;div&gt;Number Of Pages: </a:t>
                      </a:r>
                      <a:r>
                        <a:rPr lang="en-US" sz="1050" u="none" strike="noStrike" cap="none" dirty="0">
                          <a:solidFill>
                            <a:srgbClr val="569CD6"/>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book</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numOfPages</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&lt;/div&gt;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a:t>
                      </a:r>
                      <a:r>
                        <a:rPr lang="en-US" sz="1050" u="none" strike="noStrike" cap="none" dirty="0" err="1">
                          <a:solidFill>
                            <a:srgbClr val="CE9178"/>
                          </a:solidFill>
                          <a:latin typeface="Consolas"/>
                          <a:ea typeface="Consolas"/>
                          <a:cs typeface="Consolas"/>
                          <a:sym typeface="Consolas"/>
                        </a:rPr>
                        <a:t>hr</a:t>
                      </a:r>
                      <a:r>
                        <a:rPr lang="en-US" sz="1050" u="none" strike="noStrike" cap="none" dirty="0">
                          <a:solidFill>
                            <a:srgbClr val="CE9178"/>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&lt;button type="button" class="</a:t>
                      </a:r>
                      <a:r>
                        <a:rPr lang="en-US" sz="1050" u="none" strike="noStrike" cap="none" dirty="0" err="1">
                          <a:solidFill>
                            <a:srgbClr val="CE9178"/>
                          </a:solidFill>
                          <a:latin typeface="Consolas"/>
                          <a:ea typeface="Consolas"/>
                          <a:cs typeface="Consolas"/>
                          <a:sym typeface="Consolas"/>
                        </a:rPr>
                        <a:t>btn</a:t>
                      </a:r>
                      <a:r>
                        <a:rPr lang="en-US" sz="1050" u="none" strike="noStrike" cap="none" dirty="0">
                          <a:solidFill>
                            <a:srgbClr val="CE9178"/>
                          </a:solidFill>
                          <a:latin typeface="Consolas"/>
                          <a:ea typeface="Consolas"/>
                          <a:cs typeface="Consolas"/>
                          <a:sym typeface="Consolas"/>
                        </a:rPr>
                        <a:t> </a:t>
                      </a:r>
                      <a:r>
                        <a:rPr lang="en-US" sz="1050" u="none" strike="noStrike" cap="none" dirty="0" err="1">
                          <a:solidFill>
                            <a:srgbClr val="CE9178"/>
                          </a:solidFill>
                          <a:latin typeface="Consolas"/>
                          <a:ea typeface="Consolas"/>
                          <a:cs typeface="Consolas"/>
                          <a:sym typeface="Consolas"/>
                        </a:rPr>
                        <a:t>btn</a:t>
                      </a:r>
                      <a:r>
                        <a:rPr lang="en-US" sz="1050" u="none" strike="noStrike" cap="none" dirty="0">
                          <a:solidFill>
                            <a:srgbClr val="CE9178"/>
                          </a:solidFill>
                          <a:latin typeface="Consolas"/>
                          <a:ea typeface="Consolas"/>
                          <a:cs typeface="Consolas"/>
                          <a:sym typeface="Consolas"/>
                        </a:rPr>
                        <a:t>-danger"&gt;Delete&lt;/button&gt;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&lt;button types="button" class="</a:t>
                      </a:r>
                      <a:r>
                        <a:rPr lang="en-US" sz="1050" u="none" strike="noStrike" cap="none" dirty="0" err="1">
                          <a:solidFill>
                            <a:srgbClr val="CE9178"/>
                          </a:solidFill>
                          <a:latin typeface="Consolas"/>
                          <a:ea typeface="Consolas"/>
                          <a:cs typeface="Consolas"/>
                          <a:sym typeface="Consolas"/>
                        </a:rPr>
                        <a:t>btn</a:t>
                      </a:r>
                      <a:r>
                        <a:rPr lang="en-US" sz="1050" u="none" strike="noStrike" cap="none" dirty="0">
                          <a:solidFill>
                            <a:srgbClr val="CE9178"/>
                          </a:solidFill>
                          <a:latin typeface="Consolas"/>
                          <a:ea typeface="Consolas"/>
                          <a:cs typeface="Consolas"/>
                          <a:sym typeface="Consolas"/>
                        </a:rPr>
                        <a:t> </a:t>
                      </a:r>
                      <a:r>
                        <a:rPr lang="en-US" sz="1050" u="none" strike="noStrike" cap="none" dirty="0" err="1">
                          <a:solidFill>
                            <a:srgbClr val="CE9178"/>
                          </a:solidFill>
                          <a:latin typeface="Consolas"/>
                          <a:ea typeface="Consolas"/>
                          <a:cs typeface="Consolas"/>
                          <a:sym typeface="Consolas"/>
                        </a:rPr>
                        <a:t>btn</a:t>
                      </a:r>
                      <a:r>
                        <a:rPr lang="en-US" sz="1050" u="none" strike="noStrike" cap="none" dirty="0">
                          <a:solidFill>
                            <a:srgbClr val="CE9178"/>
                          </a:solidFill>
                          <a:latin typeface="Consolas"/>
                          <a:ea typeface="Consolas"/>
                          <a:cs typeface="Consolas"/>
                          <a:sym typeface="Consolas"/>
                        </a:rPr>
                        <a:t>-primary" data-toggle="modal"</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data-target="#</a:t>
                      </a:r>
                      <a:r>
                        <a:rPr lang="en-US" sz="1050" u="none" strike="noStrike" cap="none" dirty="0" err="1">
                          <a:solidFill>
                            <a:srgbClr val="CE9178"/>
                          </a:solidFill>
                          <a:latin typeface="Consolas"/>
                          <a:ea typeface="Consolas"/>
                          <a:cs typeface="Consolas"/>
                          <a:sym typeface="Consolas"/>
                        </a:rPr>
                        <a:t>editBookModal</a:t>
                      </a:r>
                      <a:r>
                        <a:rPr lang="en-US" sz="1050" u="none" strike="noStrike" cap="none" dirty="0">
                          <a:solidFill>
                            <a:srgbClr val="CE9178"/>
                          </a:solidFill>
                          <a:latin typeface="Consolas"/>
                          <a:ea typeface="Consolas"/>
                          <a:cs typeface="Consolas"/>
                          <a:sym typeface="Consolas"/>
                        </a:rPr>
                        <a:t>" </a:t>
                      </a:r>
                      <a:r>
                        <a:rPr lang="en-US" sz="1050" u="none" strike="noStrike" cap="none" dirty="0" err="1">
                          <a:solidFill>
                            <a:srgbClr val="CE9178"/>
                          </a:solidFill>
                          <a:latin typeface="Consolas"/>
                          <a:ea typeface="Consolas"/>
                          <a:cs typeface="Consolas"/>
                          <a:sym typeface="Consolas"/>
                        </a:rPr>
                        <a:t>onClick</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setEditModal</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book</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isbn</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Edit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&lt;/button&gt;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&lt;/div&gt;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&lt;/div&gt;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&lt;/div&gt;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CE9178"/>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document</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getElementById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'books'</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innerHTML</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document</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getElementById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'books'</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innerHTML</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4FC1FF"/>
                          </a:solidFill>
                          <a:latin typeface="Consolas"/>
                          <a:ea typeface="Consolas"/>
                          <a:cs typeface="Consolas"/>
                          <a:sym typeface="Consolas"/>
                        </a:rPr>
                        <a:t>x</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DCDCAA"/>
                          </a:solidFill>
                          <a:latin typeface="Consolas"/>
                          <a:ea typeface="Consolas"/>
                          <a:cs typeface="Consolas"/>
                          <a:sym typeface="Consolas"/>
                        </a:rPr>
                        <a:t>loadBooks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68"/>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34" name="Google Shape;534;p6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35" name="Google Shape;535;p6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38</a:t>
            </a:fld>
            <a:endParaRPr/>
          </a:p>
        </p:txBody>
      </p:sp>
      <p:graphicFrame>
        <p:nvGraphicFramePr>
          <p:cNvPr id="536" name="Google Shape;536;p68"/>
          <p:cNvGraphicFramePr/>
          <p:nvPr/>
        </p:nvGraphicFramePr>
        <p:xfrm>
          <a:off x="1018000" y="1777751"/>
          <a:ext cx="10155975" cy="54861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In the above script, we are sending a GET request to the endpoint http://localhost:3000/books to retrieve the books and then creating a Bootstrap card for every book to display it. If everything is working correctly you should see something like this on your page:</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pic>
        <p:nvPicPr>
          <p:cNvPr id="537" name="Google Shape;537;p68"/>
          <p:cNvPicPr preferRelativeResize="0"/>
          <p:nvPr/>
        </p:nvPicPr>
        <p:blipFill rotWithShape="1">
          <a:blip r:embed="rId3">
            <a:alphaModFix/>
          </a:blip>
          <a:srcRect/>
          <a:stretch/>
        </p:blipFill>
        <p:spPr>
          <a:xfrm>
            <a:off x="2533638" y="2526711"/>
            <a:ext cx="7124700" cy="2438400"/>
          </a:xfrm>
          <a:prstGeom prst="rect">
            <a:avLst/>
          </a:prstGeom>
          <a:noFill/>
          <a:ln>
            <a:noFill/>
          </a:ln>
        </p:spPr>
      </p:pic>
      <p:sp>
        <p:nvSpPr>
          <p:cNvPr id="538" name="Google Shape;538;p68"/>
          <p:cNvSpPr txBox="1"/>
          <p:nvPr/>
        </p:nvSpPr>
        <p:spPr>
          <a:xfrm>
            <a:off x="1225700" y="5268025"/>
            <a:ext cx="9899400" cy="369300"/>
          </a:xfrm>
          <a:prstGeom prst="rect">
            <a:avLst/>
          </a:prstGeom>
          <a:no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b="0" i="0" u="none" strike="noStrike" cap="none" dirty="0">
                <a:solidFill>
                  <a:srgbClr val="000000"/>
                </a:solidFill>
                <a:latin typeface="Times New Roman"/>
                <a:ea typeface="Times New Roman"/>
                <a:cs typeface="Times New Roman"/>
                <a:sym typeface="Times New Roman"/>
              </a:rPr>
              <a:t>You probably noticed the Edit and Create buttons and their respective methods. For now, let's leave them empty and implement them as we go.</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69"/>
          <p:cNvSpPr txBox="1">
            <a:spLocks noGrp="1"/>
          </p:cNvSpPr>
          <p:nvPr>
            <p:ph type="title"/>
          </p:nvPr>
        </p:nvSpPr>
        <p:spPr>
          <a:xfrm>
            <a:off x="1066788" y="2452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44" name="Google Shape;544;p6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45" name="Google Shape;545;p6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39</a:t>
            </a:fld>
            <a:endParaRPr/>
          </a:p>
        </p:txBody>
      </p:sp>
      <p:graphicFrame>
        <p:nvGraphicFramePr>
          <p:cNvPr id="546" name="Google Shape;546;p69"/>
          <p:cNvGraphicFramePr/>
          <p:nvPr>
            <p:extLst>
              <p:ext uri="{D42A27DB-BD31-4B8C-83A1-F6EECF244321}">
                <p14:modId xmlns:p14="http://schemas.microsoft.com/office/powerpoint/2010/main" val="893322524"/>
              </p:ext>
            </p:extLst>
          </p:nvPr>
        </p:nvGraphicFramePr>
        <p:xfrm>
          <a:off x="1018000" y="1005901"/>
          <a:ext cx="10155975" cy="578346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Retrieving a Book by ISBN</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If we'd like to display a specific book to the user, we'll need a way to retrieve it from the database (or the array, in our case). This is always done by a key specific to that entity. In most cases, each entity has a unique id that helps us identify them.</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In our case, each book has an ISBN which is unique by nature, so there's no need for another id value.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This is typically done by parsing the URL parameter for an id and searching for the book with the corresponding id.</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For an example, if the ISBN is 9781593275846 the URL would look like, </a:t>
                      </a:r>
                      <a:r>
                        <a:rPr lang="en-US" sz="1200" u="sng" strike="noStrike" cap="none">
                          <a:solidFill>
                            <a:schemeClr val="hlink"/>
                          </a:solidFill>
                          <a:latin typeface="Times New Roman"/>
                          <a:ea typeface="Times New Roman"/>
                          <a:cs typeface="Times New Roman"/>
                          <a:sym typeface="Times New Roman"/>
                          <a:hlinkClick r:id="rId3"/>
                        </a:rPr>
                        <a:t>http://localhost:3000/book/9781593275846</a:t>
                      </a:r>
                      <a:r>
                        <a:rPr lang="en-US" sz="1200" u="none" strike="noStrike" cap="none">
                          <a:latin typeface="Times New Roman"/>
                          <a:ea typeface="Times New Roman"/>
                          <a:cs typeface="Times New Roman"/>
                          <a:sym typeface="Times New Roman"/>
                        </a:rPr>
                        <a: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a:t>
                      </a:r>
                      <a:r>
                        <a:rPr lang="en-US" sz="1050" u="none" strike="noStrike" cap="none" dirty="0" err="1">
                          <a:solidFill>
                            <a:srgbClr val="CE9178"/>
                          </a:solidFill>
                          <a:latin typeface="Consolas"/>
                          <a:ea typeface="Consolas"/>
                          <a:cs typeface="Consolas"/>
                          <a:sym typeface="Consolas"/>
                        </a:rPr>
                        <a:t>isbn</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Reading </a:t>
                      </a:r>
                      <a:r>
                        <a:rPr lang="en-US" sz="1050" u="none" strike="noStrike" cap="none" dirty="0" err="1">
                          <a:solidFill>
                            <a:srgbClr val="6A9955"/>
                          </a:solidFill>
                          <a:latin typeface="Consolas"/>
                          <a:ea typeface="Consolas"/>
                          <a:cs typeface="Consolas"/>
                          <a:sym typeface="Consolas"/>
                        </a:rPr>
                        <a:t>isbn</a:t>
                      </a:r>
                      <a:r>
                        <a:rPr lang="en-US" sz="1050" u="none" strike="noStrike" cap="none" dirty="0">
                          <a:solidFill>
                            <a:srgbClr val="6A9955"/>
                          </a:solidFill>
                          <a:latin typeface="Consolas"/>
                          <a:ea typeface="Consolas"/>
                          <a:cs typeface="Consolas"/>
                          <a:sym typeface="Consolas"/>
                        </a:rPr>
                        <a:t> from the URL</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2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Here, we're introduced to parametrized URLs. Since the ISBN depends on the book, there's potentially an infinite number of endpoints here. By adding a colon (:) to the path, we can define a variable, mapped to the variable </a:t>
                      </a:r>
                      <a:r>
                        <a:rPr lang="en-US" sz="1200" u="none" strike="noStrike" cap="none" dirty="0" err="1">
                          <a:latin typeface="Times New Roman"/>
                          <a:ea typeface="Times New Roman"/>
                          <a:cs typeface="Times New Roman"/>
                          <a:sym typeface="Times New Roman"/>
                        </a:rPr>
                        <a:t>isbn</a:t>
                      </a:r>
                      <a:r>
                        <a:rPr lang="en-US" sz="1200" u="none" strike="noStrike" cap="none" dirty="0">
                          <a:latin typeface="Times New Roman"/>
                          <a:ea typeface="Times New Roman"/>
                          <a:cs typeface="Times New Roman"/>
                          <a:sym typeface="Times New Roman"/>
                        </a:rPr>
                        <a:t>. So, if a user visits localhost:3000/book/5 the </a:t>
                      </a:r>
                      <a:r>
                        <a:rPr lang="en-US" sz="1200" u="none" strike="noStrike" cap="none" dirty="0" err="1">
                          <a:latin typeface="Times New Roman"/>
                          <a:ea typeface="Times New Roman"/>
                          <a:cs typeface="Times New Roman"/>
                          <a:sym typeface="Times New Roman"/>
                        </a:rPr>
                        <a:t>isbn</a:t>
                      </a:r>
                      <a:r>
                        <a:rPr lang="en-US" sz="1200" u="none" strike="noStrike" cap="none" dirty="0">
                          <a:latin typeface="Times New Roman"/>
                          <a:ea typeface="Times New Roman"/>
                          <a:cs typeface="Times New Roman"/>
                          <a:sym typeface="Times New Roman"/>
                        </a:rPr>
                        <a:t> parameter will be 5.</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You can accept more than one parameter in your URL if it makes sense in your scenario. For example /image/:width/:height, and then you can get those parameters using </a:t>
                      </a:r>
                      <a:r>
                        <a:rPr lang="en-US" sz="1200" u="none" strike="noStrike" cap="none" dirty="0" err="1">
                          <a:latin typeface="Times New Roman"/>
                          <a:ea typeface="Times New Roman"/>
                          <a:cs typeface="Times New Roman"/>
                          <a:sym typeface="Times New Roman"/>
                        </a:rPr>
                        <a:t>req.params.width</a:t>
                      </a:r>
                      <a:r>
                        <a:rPr lang="en-US" sz="1200" u="none" strike="noStrike" cap="none" dirty="0">
                          <a:latin typeface="Times New Roman"/>
                          <a:ea typeface="Times New Roman"/>
                          <a:cs typeface="Times New Roman"/>
                          <a:sym typeface="Times New Roman"/>
                        </a:rPr>
                        <a:t> and </a:t>
                      </a:r>
                      <a:r>
                        <a:rPr lang="en-US" sz="1200" u="none" strike="noStrike" cap="none" dirty="0" err="1">
                          <a:latin typeface="Times New Roman"/>
                          <a:ea typeface="Times New Roman"/>
                          <a:cs typeface="Times New Roman"/>
                          <a:sym typeface="Times New Roman"/>
                        </a:rPr>
                        <a:t>req.params.height</a:t>
                      </a:r>
                      <a:r>
                        <a:rPr lang="en-US" sz="1200" u="none" strike="noStrike" cap="none" dirty="0">
                          <a:latin typeface="Times New Roman"/>
                          <a:ea typeface="Times New Roman"/>
                          <a:cs typeface="Times New Roman"/>
                          <a:sym typeface="Times New Roman"/>
                        </a:rPr>
                        <a:t>.</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Now, using our endpoint, we can retrieve a single book:</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a:t>
                      </a:r>
                      <a:r>
                        <a:rPr lang="en-US" sz="1050" u="none" strike="noStrike" cap="none" dirty="0" err="1">
                          <a:solidFill>
                            <a:srgbClr val="CE9178"/>
                          </a:solidFill>
                          <a:latin typeface="Consolas"/>
                          <a:ea typeface="Consolas"/>
                          <a:cs typeface="Consolas"/>
                          <a:sym typeface="Consolas"/>
                        </a:rPr>
                        <a:t>isbn</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Reading </a:t>
                      </a:r>
                      <a:r>
                        <a:rPr lang="en-US" sz="1050" u="none" strike="noStrike" cap="none" dirty="0" err="1">
                          <a:solidFill>
                            <a:srgbClr val="6A9955"/>
                          </a:solidFill>
                          <a:latin typeface="Consolas"/>
                          <a:ea typeface="Consolas"/>
                          <a:cs typeface="Consolas"/>
                          <a:sym typeface="Consolas"/>
                        </a:rPr>
                        <a:t>isbn</a:t>
                      </a:r>
                      <a:r>
                        <a:rPr lang="en-US" sz="1050" u="none" strike="noStrike" cap="none" dirty="0">
                          <a:solidFill>
                            <a:srgbClr val="6A9955"/>
                          </a:solidFill>
                          <a:latin typeface="Consolas"/>
                          <a:ea typeface="Consolas"/>
                          <a:cs typeface="Consolas"/>
                          <a:sym typeface="Consolas"/>
                        </a:rPr>
                        <a:t> from the URL</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Searching books for the </a:t>
                      </a:r>
                      <a:r>
                        <a:rPr lang="en-US" sz="1050" u="none" strike="noStrike" cap="none" dirty="0" err="1">
                          <a:solidFill>
                            <a:srgbClr val="6A9955"/>
                          </a:solidFill>
                          <a:latin typeface="Consolas"/>
                          <a:ea typeface="Consolas"/>
                          <a:cs typeface="Consolas"/>
                          <a:sym typeface="Consolas"/>
                        </a:rPr>
                        <a:t>isbn</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for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let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book</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of</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books</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if</a:t>
                      </a:r>
                      <a:r>
                        <a:rPr lang="en-US" sz="1050" u="none" strike="noStrike" cap="none" dirty="0">
                          <a:solidFill>
                            <a:srgbClr val="D4D4D4"/>
                          </a:solidFill>
                          <a:latin typeface="Consolas"/>
                          <a:ea typeface="Consolas"/>
                          <a:cs typeface="Consolas"/>
                          <a:sym typeface="Consolas"/>
                        </a:rPr>
                        <a:t> </a:t>
                      </a:r>
                      <a:r>
                        <a:rPr lang="en-US" sz="1050" u="none" strike="noStrike" cap="none" dirty="0" smtClean="0">
                          <a:solidFill>
                            <a:srgbClr val="D4D4D4"/>
                          </a:solidFill>
                          <a:latin typeface="Consolas"/>
                          <a:ea typeface="Consolas"/>
                          <a:cs typeface="Consolas"/>
                          <a:sym typeface="Consolas"/>
                        </a:rPr>
                        <a:t>(</a:t>
                      </a:r>
                      <a:r>
                        <a:rPr lang="en-US" sz="1050" u="none" strike="noStrike" cap="none" dirty="0" err="1" smtClean="0">
                          <a:solidFill>
                            <a:srgbClr val="9CDCFE"/>
                          </a:solidFill>
                          <a:latin typeface="Consolas"/>
                          <a:ea typeface="Consolas"/>
                          <a:cs typeface="Consolas"/>
                          <a:sym typeface="Consolas"/>
                        </a:rPr>
                        <a:t>book</a:t>
                      </a:r>
                      <a:r>
                        <a:rPr lang="en-US" sz="1050" u="none" strike="noStrike" cap="none" dirty="0" err="1" smtClean="0">
                          <a:solidFill>
                            <a:srgbClr val="D4D4D4"/>
                          </a:solidFill>
                          <a:latin typeface="Consolas"/>
                          <a:ea typeface="Consolas"/>
                          <a:cs typeface="Consolas"/>
                          <a:sym typeface="Consolas"/>
                        </a:rPr>
                        <a:t>.</a:t>
                      </a:r>
                      <a:r>
                        <a:rPr lang="en-US" sz="1050" u="none" strike="noStrike" cap="none" dirty="0" err="1" smtClean="0">
                          <a:solidFill>
                            <a:srgbClr val="9CDCFE"/>
                          </a:solidFill>
                          <a:latin typeface="Consolas"/>
                          <a:ea typeface="Consolas"/>
                          <a:cs typeface="Consolas"/>
                          <a:sym typeface="Consolas"/>
                        </a:rPr>
                        <a:t>isbn</a:t>
                      </a:r>
                      <a:r>
                        <a:rPr lang="en-US" sz="1050" u="none" strike="noStrike" cap="none" dirty="0" smtClean="0">
                          <a:solidFill>
                            <a:srgbClr val="D4D4D4"/>
                          </a:solidFill>
                          <a:latin typeface="Consolas"/>
                          <a:ea typeface="Consolas"/>
                          <a:cs typeface="Consolas"/>
                          <a:sym typeface="Consolas"/>
                        </a:rPr>
                        <a:t> === </a:t>
                      </a:r>
                      <a:r>
                        <a:rPr lang="en-US" sz="1050" u="none" strike="noStrike" cap="none" dirty="0" err="1" smtClean="0">
                          <a:solidFill>
                            <a:srgbClr val="4FC1FF"/>
                          </a:solidFill>
                          <a:latin typeface="Consolas"/>
                          <a:ea typeface="Consolas"/>
                          <a:cs typeface="Consolas"/>
                          <a:sym typeface="Consolas"/>
                        </a:rPr>
                        <a:t>isbn</a:t>
                      </a:r>
                      <a:r>
                        <a:rPr lang="en-US" sz="1050" u="none" strike="noStrike" cap="none" dirty="0" smtClean="0">
                          <a:solidFill>
                            <a:srgbClr val="D4D4D4"/>
                          </a:solidFill>
                          <a:latin typeface="Consolas"/>
                          <a:ea typeface="Consolas"/>
                          <a:cs typeface="Consolas"/>
                          <a:sym typeface="Consolas"/>
                        </a:rPr>
                        <a:t>) {</a:t>
                      </a:r>
                      <a:endParaRPr sz="1050" u="none" strike="noStrike" cap="none" dirty="0" smtClean="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smtClean="0">
                          <a:solidFill>
                            <a:srgbClr val="D4D4D4"/>
                          </a:solidFill>
                          <a:latin typeface="Consolas"/>
                          <a:ea typeface="Consolas"/>
                          <a:cs typeface="Consolas"/>
                          <a:sym typeface="Consolas"/>
                        </a:rPr>
                        <a:t>          </a:t>
                      </a:r>
                      <a:r>
                        <a:rPr lang="en-US" sz="1050" u="none" strike="noStrike" cap="none" dirty="0" err="1" smtClean="0">
                          <a:solidFill>
                            <a:srgbClr val="9CDCFE"/>
                          </a:solidFill>
                          <a:latin typeface="Consolas"/>
                          <a:ea typeface="Consolas"/>
                          <a:cs typeface="Consolas"/>
                          <a:sym typeface="Consolas"/>
                        </a:rPr>
                        <a:t>res</a:t>
                      </a:r>
                      <a:r>
                        <a:rPr lang="en-US" sz="1050" u="none" strike="noStrike" cap="none" dirty="0" err="1" smtClean="0">
                          <a:solidFill>
                            <a:srgbClr val="D4D4D4"/>
                          </a:solidFill>
                          <a:latin typeface="Consolas"/>
                          <a:ea typeface="Consolas"/>
                          <a:cs typeface="Consolas"/>
                          <a:sym typeface="Consolas"/>
                        </a:rPr>
                        <a:t>.</a:t>
                      </a:r>
                      <a:r>
                        <a:rPr lang="en-US" sz="1050" u="none" strike="noStrike" cap="none" dirty="0" err="1" smtClean="0">
                          <a:solidFill>
                            <a:srgbClr val="DCDCAA"/>
                          </a:solidFill>
                          <a:latin typeface="Consolas"/>
                          <a:ea typeface="Consolas"/>
                          <a:cs typeface="Consolas"/>
                          <a:sym typeface="Consolas"/>
                        </a:rPr>
                        <a:t>json</a:t>
                      </a:r>
                      <a:r>
                        <a:rPr lang="en-US" sz="1050" u="none" strike="noStrike" cap="none" dirty="0" smtClean="0">
                          <a:solidFill>
                            <a:srgbClr val="D4D4D4"/>
                          </a:solidFill>
                          <a:latin typeface="Consolas"/>
                          <a:ea typeface="Consolas"/>
                          <a:cs typeface="Consolas"/>
                          <a:sym typeface="Consolas"/>
                        </a:rPr>
                        <a:t>(</a:t>
                      </a:r>
                      <a:r>
                        <a:rPr lang="en-US" sz="1050" u="none" strike="noStrike" cap="none" dirty="0" smtClean="0">
                          <a:solidFill>
                            <a:srgbClr val="9CDCFE"/>
                          </a:solidFill>
                          <a:latin typeface="Consolas"/>
                          <a:ea typeface="Consolas"/>
                          <a:cs typeface="Consolas"/>
                          <a:sym typeface="Consolas"/>
                        </a:rPr>
                        <a:t>book</a:t>
                      </a:r>
                      <a:r>
                        <a:rPr lang="en-US" sz="1050" u="none" strike="noStrike" cap="none" dirty="0" smtClean="0">
                          <a:solidFill>
                            <a:srgbClr val="D4D4D4"/>
                          </a:solidFill>
                          <a:latin typeface="Consolas"/>
                          <a:ea typeface="Consolas"/>
                          <a:cs typeface="Consolas"/>
                          <a:sym typeface="Consolas"/>
                        </a:rPr>
                        <a:t>);</a:t>
                      </a:r>
                      <a:endParaRPr sz="1050" u="none" strike="noStrike" cap="none" dirty="0" smtClean="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return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Sending 404 when not found something is a good practice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status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B5CEA8"/>
                          </a:solidFill>
                          <a:latin typeface="Consolas"/>
                          <a:ea typeface="Consolas"/>
                          <a:cs typeface="Consolas"/>
                          <a:sym typeface="Consolas"/>
                        </a:rPr>
                        <a:t>404</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 not found'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70"/>
          <p:cNvSpPr txBox="1">
            <a:spLocks noGrp="1"/>
          </p:cNvSpPr>
          <p:nvPr>
            <p:ph type="title"/>
          </p:nvPr>
        </p:nvSpPr>
        <p:spPr>
          <a:xfrm>
            <a:off x="1018000" y="10815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52" name="Google Shape;552;p7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53" name="Google Shape;553;p7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40</a:t>
            </a:fld>
            <a:endParaRPr/>
          </a:p>
        </p:txBody>
      </p:sp>
      <p:graphicFrame>
        <p:nvGraphicFramePr>
          <p:cNvPr id="554" name="Google Shape;554;p70"/>
          <p:cNvGraphicFramePr/>
          <p:nvPr>
            <p:extLst>
              <p:ext uri="{D42A27DB-BD31-4B8C-83A1-F6EECF244321}">
                <p14:modId xmlns:p14="http://schemas.microsoft.com/office/powerpoint/2010/main" val="3871736403"/>
              </p:ext>
            </p:extLst>
          </p:nvPr>
        </p:nvGraphicFramePr>
        <p:xfrm>
          <a:off x="969225" y="1702851"/>
          <a:ext cx="10155975" cy="438903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Again restart the server, add a new book, and open localhost/3000/{</a:t>
                      </a:r>
                      <a:r>
                        <a:rPr lang="en-US" sz="1400" u="none" strike="noStrike" cap="none" dirty="0" err="1">
                          <a:latin typeface="Times New Roman"/>
                          <a:ea typeface="Times New Roman"/>
                          <a:cs typeface="Times New Roman"/>
                          <a:sym typeface="Times New Roman"/>
                        </a:rPr>
                        <a:t>your_isbn</a:t>
                      </a:r>
                      <a:r>
                        <a:rPr lang="en-US" sz="1400" u="none" strike="noStrike" cap="none" dirty="0">
                          <a:latin typeface="Times New Roman"/>
                          <a:ea typeface="Times New Roman"/>
                          <a:cs typeface="Times New Roman"/>
                          <a:sym typeface="Times New Roman"/>
                        </a:rPr>
                        <a:t>} and the application will return the book's information.</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400" b="1" u="none" strike="noStrike" cap="none" dirty="0">
                          <a:latin typeface="Times New Roman"/>
                          <a:ea typeface="Times New Roman"/>
                          <a:cs typeface="Times New Roman"/>
                          <a:sym typeface="Times New Roman"/>
                        </a:rPr>
                        <a:t>Deleting Books</a:t>
                      </a:r>
                      <a:endParaRPr sz="14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When deleting entities, we typically delete them one by one to avoid big accidental data loss. To delete items, we use the HTTP DELETE method and specify a book using its ISBN number, just like how we retrieved it:</a:t>
                      </a:r>
                      <a:endParaRPr sz="14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9CDCFE"/>
                          </a:solidFill>
                          <a:latin typeface="Consolas"/>
                          <a:ea typeface="Consolas"/>
                          <a:cs typeface="Consolas"/>
                          <a:sym typeface="Consolas"/>
                        </a:rPr>
                        <a:t>app</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delete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'/book/:</a:t>
                      </a:r>
                      <a:r>
                        <a:rPr lang="en-US" sz="1100" u="none" strike="noStrike" cap="none" dirty="0" err="1">
                          <a:solidFill>
                            <a:srgbClr val="CE9178"/>
                          </a:solidFill>
                          <a:latin typeface="Consolas"/>
                          <a:ea typeface="Consolas"/>
                          <a:cs typeface="Consolas"/>
                          <a:sym typeface="Consolas"/>
                        </a:rPr>
                        <a:t>isbn</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req</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res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6A9955"/>
                          </a:solidFill>
                          <a:latin typeface="Consolas"/>
                          <a:ea typeface="Consolas"/>
                          <a:cs typeface="Consolas"/>
                          <a:sym typeface="Consolas"/>
                        </a:rPr>
                        <a:t>// Reading </a:t>
                      </a:r>
                      <a:r>
                        <a:rPr lang="en-US" sz="1100" u="none" strike="noStrike" cap="none" dirty="0" err="1">
                          <a:solidFill>
                            <a:srgbClr val="6A9955"/>
                          </a:solidFill>
                          <a:latin typeface="Consolas"/>
                          <a:ea typeface="Consolas"/>
                          <a:cs typeface="Consolas"/>
                          <a:sym typeface="Consolas"/>
                        </a:rPr>
                        <a:t>isbn</a:t>
                      </a:r>
                      <a:r>
                        <a:rPr lang="en-US" sz="1100" u="none" strike="noStrike" cap="none" dirty="0">
                          <a:solidFill>
                            <a:srgbClr val="6A9955"/>
                          </a:solidFill>
                          <a:latin typeface="Consolas"/>
                          <a:ea typeface="Consolas"/>
                          <a:cs typeface="Consolas"/>
                          <a:sym typeface="Consolas"/>
                        </a:rPr>
                        <a:t> from the URL</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569CD6"/>
                          </a:solidFill>
                          <a:latin typeface="Consolas"/>
                          <a:ea typeface="Consolas"/>
                          <a:cs typeface="Consolas"/>
                          <a:sym typeface="Consolas"/>
                        </a:rPr>
                        <a:t>const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4FC1FF"/>
                          </a:solidFill>
                          <a:latin typeface="Consolas"/>
                          <a:ea typeface="Consolas"/>
                          <a:cs typeface="Consolas"/>
                          <a:sym typeface="Consolas"/>
                        </a:rPr>
                        <a:t>isbn</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9CDCFE"/>
                          </a:solidFill>
                          <a:latin typeface="Consolas"/>
                          <a:ea typeface="Consolas"/>
                          <a:cs typeface="Consolas"/>
                          <a:sym typeface="Consolas"/>
                        </a:rPr>
                        <a:t>req</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params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isbn</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6A9955"/>
                          </a:solidFill>
                          <a:latin typeface="Consolas"/>
                          <a:ea typeface="Consolas"/>
                          <a:cs typeface="Consolas"/>
                          <a:sym typeface="Consolas"/>
                        </a:rPr>
                        <a:t>// Remove item from the books array</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books</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9CDCFE"/>
                          </a:solidFill>
                          <a:latin typeface="Consolas"/>
                          <a:ea typeface="Consolas"/>
                          <a:cs typeface="Consolas"/>
                          <a:sym typeface="Consolas"/>
                        </a:rPr>
                        <a:t>books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filter</a:t>
                      </a:r>
                      <a:r>
                        <a:rPr lang="en-US" sz="1100" u="none" strike="noStrike" cap="none" dirty="0">
                          <a:solidFill>
                            <a:srgbClr val="D4D4D4"/>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i</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=&gt;</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C586C0"/>
                          </a:solidFill>
                          <a:latin typeface="Consolas"/>
                          <a:ea typeface="Consolas"/>
                          <a:cs typeface="Consolas"/>
                          <a:sym typeface="Consolas"/>
                        </a:rPr>
                        <a:t>if</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i</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isbn</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4FC1FF"/>
                          </a:solidFill>
                          <a:latin typeface="Consolas"/>
                          <a:ea typeface="Consolas"/>
                          <a:cs typeface="Consolas"/>
                          <a:sym typeface="Consolas"/>
                        </a:rPr>
                        <a:t>isbn</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C586C0"/>
                          </a:solidFill>
                          <a:latin typeface="Consolas"/>
                          <a:ea typeface="Consolas"/>
                          <a:cs typeface="Consolas"/>
                          <a:sym typeface="Consolas"/>
                        </a:rPr>
                        <a:t>return</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true</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C586C0"/>
                          </a:solidFill>
                          <a:latin typeface="Consolas"/>
                          <a:ea typeface="Consolas"/>
                          <a:cs typeface="Consolas"/>
                          <a:sym typeface="Consolas"/>
                        </a:rPr>
                        <a:t>return</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false</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res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send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'Book is deleted'</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We are using the </a:t>
                      </a:r>
                      <a:r>
                        <a:rPr lang="en-US" sz="1400" u="none" strike="noStrike" cap="none" dirty="0" err="1">
                          <a:latin typeface="Times New Roman"/>
                          <a:ea typeface="Times New Roman"/>
                          <a:cs typeface="Times New Roman"/>
                          <a:sym typeface="Times New Roman"/>
                        </a:rPr>
                        <a:t>app.delete</a:t>
                      </a:r>
                      <a:r>
                        <a:rPr lang="en-US" sz="1400" u="none" strike="noStrike" cap="none" dirty="0">
                          <a:latin typeface="Times New Roman"/>
                          <a:ea typeface="Times New Roman"/>
                          <a:cs typeface="Times New Roman"/>
                          <a:sym typeface="Times New Roman"/>
                        </a:rPr>
                        <a:t> method to accept DELETE requests. We have also used the array filter method to filter out the book with the relevant ISBN to remove it from the array.</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Now let's implement the </a:t>
                      </a:r>
                      <a:r>
                        <a:rPr lang="en-US" sz="1400" u="none" strike="noStrike" cap="none" dirty="0" err="1">
                          <a:latin typeface="Times New Roman"/>
                          <a:ea typeface="Times New Roman"/>
                          <a:cs typeface="Times New Roman"/>
                          <a:sym typeface="Times New Roman"/>
                        </a:rPr>
                        <a:t>deleteBook</a:t>
                      </a:r>
                      <a:r>
                        <a:rPr lang="en-US" sz="1400" u="none" strike="noStrike" cap="none" dirty="0">
                          <a:latin typeface="Times New Roman"/>
                          <a:ea typeface="Times New Roman"/>
                          <a:cs typeface="Times New Roman"/>
                          <a:sym typeface="Times New Roman"/>
                        </a:rPr>
                        <a:t> method in the book-list.js file:</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71"/>
          <p:cNvSpPr txBox="1">
            <a:spLocks noGrp="1"/>
          </p:cNvSpPr>
          <p:nvPr>
            <p:ph type="title"/>
          </p:nvPr>
        </p:nvSpPr>
        <p:spPr>
          <a:xfrm>
            <a:off x="1066788" y="3706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60" name="Google Shape;560;p7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61" name="Google Shape;561;p7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41</a:t>
            </a:fld>
            <a:endParaRPr/>
          </a:p>
        </p:txBody>
      </p:sp>
      <p:graphicFrame>
        <p:nvGraphicFramePr>
          <p:cNvPr id="562" name="Google Shape;562;p71"/>
          <p:cNvGraphicFramePr/>
          <p:nvPr/>
        </p:nvGraphicFramePr>
        <p:xfrm>
          <a:off x="1018000" y="1022439"/>
          <a:ext cx="10155975" cy="5303430"/>
        </p:xfrm>
        <a:graphic>
          <a:graphicData uri="http://schemas.openxmlformats.org/drawingml/2006/table">
            <a:tbl>
              <a:tblPr>
                <a:noFill/>
                <a:tableStyleId>{D0AC8DA4-CACD-4258-953F-0680B6CA0FA0}</a:tableStyleId>
              </a:tblPr>
              <a:tblGrid>
                <a:gridCol w="10155975">
                  <a:extLst>
                    <a:ext uri="{9D8B030D-6E8A-4147-A177-3AD203B41FA5}">
                      <a16:colId xmlns:a16="http://schemas.microsoft.com/office/drawing/2014/main" val="20000"/>
                    </a:ext>
                  </a:extLst>
                </a:gridCol>
              </a:tblGrid>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DCDCAA"/>
                          </a:solidFill>
                          <a:latin typeface="Consolas"/>
                          <a:ea typeface="Consolas"/>
                          <a:cs typeface="Consolas"/>
                          <a:sym typeface="Consolas"/>
                        </a:rPr>
                        <a:t>deleteBook</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xhttp</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569CD6"/>
                          </a:solidFill>
                          <a:latin typeface="Consolas"/>
                          <a:ea typeface="Consolas"/>
                          <a:cs typeface="Consolas"/>
                          <a:sym typeface="Consolas"/>
                        </a:rPr>
                        <a:t>new</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EC9B0"/>
                          </a:solidFill>
                          <a:latin typeface="Consolas"/>
                          <a:ea typeface="Consolas"/>
                          <a:cs typeface="Consolas"/>
                          <a:sym typeface="Consolas"/>
                        </a:rPr>
                        <a:t>XMLHttpRequest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xhttp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open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"DELETE"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`http://localhost:3000/book/</a:t>
                      </a:r>
                      <a:r>
                        <a:rPr lang="en-US" sz="1050" u="none" strike="noStrike" cap="none" dirty="0">
                          <a:solidFill>
                            <a:srgbClr val="569CD6"/>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isbn</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false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xhttp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Reloading the page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location</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reload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r h="3362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In this method, we are sending the delete request when the button is pressed and reloading the page to display the changes.</a:t>
                      </a:r>
                      <a:endParaRPr sz="12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latin typeface="Times New Roman"/>
                          <a:ea typeface="Times New Roman"/>
                          <a:cs typeface="Times New Roman"/>
                          <a:sym typeface="Times New Roman"/>
                        </a:rPr>
                        <a:t>Editing Books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Very similar to deleting entities, updating them requires us to snatch a specific one, based on the ISBN and then send either a POST or PUT HTTP call with the new information.</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Let's go back to our book-api.js file:</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post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a:t>
                      </a:r>
                      <a:r>
                        <a:rPr lang="en-US" sz="1050" u="none" strike="noStrike" cap="none" dirty="0" err="1">
                          <a:solidFill>
                            <a:srgbClr val="CE9178"/>
                          </a:solidFill>
                          <a:latin typeface="Consolas"/>
                          <a:ea typeface="Consolas"/>
                          <a:cs typeface="Consolas"/>
                          <a:sym typeface="Consolas"/>
                        </a:rPr>
                        <a:t>isbn</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Reading </a:t>
                      </a:r>
                      <a:r>
                        <a:rPr lang="en-US" sz="1050" u="none" strike="noStrike" cap="none" dirty="0" err="1">
                          <a:solidFill>
                            <a:srgbClr val="6A9955"/>
                          </a:solidFill>
                          <a:latin typeface="Consolas"/>
                          <a:ea typeface="Consolas"/>
                          <a:cs typeface="Consolas"/>
                          <a:sym typeface="Consolas"/>
                        </a:rPr>
                        <a:t>isbn</a:t>
                      </a:r>
                      <a:r>
                        <a:rPr lang="en-US" sz="1050" u="none" strike="noStrike" cap="none" dirty="0">
                          <a:solidFill>
                            <a:srgbClr val="6A9955"/>
                          </a:solidFill>
                          <a:latin typeface="Consolas"/>
                          <a:ea typeface="Consolas"/>
                          <a:cs typeface="Consolas"/>
                          <a:sym typeface="Consolas"/>
                        </a:rPr>
                        <a:t> from the URL</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params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FC1FF"/>
                          </a:solidFill>
                          <a:latin typeface="Consolas"/>
                          <a:ea typeface="Consolas"/>
                          <a:cs typeface="Consolas"/>
                          <a:sym typeface="Consolas"/>
                        </a:rPr>
                        <a:t>newBook</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body</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Remove item from the books array</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for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let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i</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B5CEA8"/>
                          </a:solidFill>
                          <a:latin typeface="Consolas"/>
                          <a:ea typeface="Consolas"/>
                          <a:cs typeface="Consolas"/>
                          <a:sym typeface="Consolas"/>
                        </a:rPr>
                        <a:t>0</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i</a:t>
                      </a:r>
                      <a:r>
                        <a:rPr lang="en-US" sz="1050" u="none" strike="noStrike" cap="none" dirty="0">
                          <a:solidFill>
                            <a:srgbClr val="D4D4D4"/>
                          </a:solidFill>
                          <a:latin typeface="Consolas"/>
                          <a:ea typeface="Consolas"/>
                          <a:cs typeface="Consolas"/>
                          <a:sym typeface="Consolas"/>
                        </a:rPr>
                        <a:t> &lt; </a:t>
                      </a:r>
                      <a:r>
                        <a:rPr lang="en-US" sz="1050" u="none" strike="noStrike" cap="none" dirty="0" err="1">
                          <a:solidFill>
                            <a:srgbClr val="9CDCFE"/>
                          </a:solidFill>
                          <a:latin typeface="Consolas"/>
                          <a:ea typeface="Consolas"/>
                          <a:cs typeface="Consolas"/>
                          <a:sym typeface="Consolas"/>
                        </a:rPr>
                        <a:t>books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length</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i</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let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book</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9CDCFE"/>
                          </a:solidFill>
                          <a:latin typeface="Consolas"/>
                          <a:ea typeface="Consolas"/>
                          <a:cs typeface="Consolas"/>
                          <a:sym typeface="Consolas"/>
                        </a:rPr>
                        <a:t>books</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if</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book</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4FC1FF"/>
                          </a:solidFill>
                          <a:latin typeface="Consolas"/>
                          <a:ea typeface="Consolas"/>
                          <a:cs typeface="Consolas"/>
                          <a:sym typeface="Consolas"/>
                        </a:rPr>
                        <a:t>isbn</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books</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i</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4FC1FF"/>
                          </a:solidFill>
                          <a:latin typeface="Consolas"/>
                          <a:ea typeface="Consolas"/>
                          <a:cs typeface="Consolas"/>
                          <a:sym typeface="Consolas"/>
                        </a:rPr>
                        <a:t>newBook</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'Book is edited'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72"/>
          <p:cNvSpPr txBox="1">
            <a:spLocks noGrp="1"/>
          </p:cNvSpPr>
          <p:nvPr>
            <p:ph type="title"/>
          </p:nvPr>
        </p:nvSpPr>
        <p:spPr>
          <a:xfrm>
            <a:off x="1018013" y="83328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568" name="Google Shape;568;p7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569" name="Google Shape;569;p7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42</a:t>
            </a:fld>
            <a:endParaRPr/>
          </a:p>
        </p:txBody>
      </p:sp>
      <p:graphicFrame>
        <p:nvGraphicFramePr>
          <p:cNvPr id="570" name="Google Shape;570;p72"/>
          <p:cNvGraphicFramePr/>
          <p:nvPr>
            <p:extLst>
              <p:ext uri="{D42A27DB-BD31-4B8C-83A1-F6EECF244321}">
                <p14:modId xmlns:p14="http://schemas.microsoft.com/office/powerpoint/2010/main" val="2042276495"/>
              </p:ext>
            </p:extLst>
          </p:nvPr>
        </p:nvGraphicFramePr>
        <p:xfrm>
          <a:off x="1018000" y="1692970"/>
          <a:ext cx="10156000" cy="4663380"/>
        </p:xfrm>
        <a:graphic>
          <a:graphicData uri="http://schemas.openxmlformats.org/drawingml/2006/table">
            <a:tbl>
              <a:tblPr>
                <a:noFill/>
                <a:tableStyleId>{D0AC8DA4-CACD-4258-953F-0680B6CA0FA0}</a:tableStyleId>
              </a:tblPr>
              <a:tblGrid>
                <a:gridCol w="5078000">
                  <a:extLst>
                    <a:ext uri="{9D8B030D-6E8A-4147-A177-3AD203B41FA5}">
                      <a16:colId xmlns:a16="http://schemas.microsoft.com/office/drawing/2014/main" val="20000"/>
                    </a:ext>
                  </a:extLst>
                </a:gridCol>
                <a:gridCol w="5078000">
                  <a:extLst>
                    <a:ext uri="{9D8B030D-6E8A-4147-A177-3AD203B41FA5}">
                      <a16:colId xmlns:a16="http://schemas.microsoft.com/office/drawing/2014/main" val="20001"/>
                    </a:ext>
                  </a:extLst>
                </a:gridCol>
              </a:tblGrid>
              <a:tr h="33620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Upon sending a POST request, aimed at a specific ISBN, the adequate book is updated with new information.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Since we have already created the edit modal, we can use the </a:t>
                      </a:r>
                      <a:r>
                        <a:rPr lang="en-US" sz="1400" u="none" strike="noStrike" cap="none" dirty="0" err="1">
                          <a:latin typeface="Times New Roman"/>
                          <a:ea typeface="Times New Roman"/>
                          <a:cs typeface="Times New Roman"/>
                          <a:sym typeface="Times New Roman"/>
                        </a:rPr>
                        <a:t>setEditModal</a:t>
                      </a:r>
                      <a:r>
                        <a:rPr lang="en-US" sz="1400" u="none" strike="noStrike" cap="none" dirty="0">
                          <a:latin typeface="Times New Roman"/>
                          <a:ea typeface="Times New Roman"/>
                          <a:cs typeface="Times New Roman"/>
                          <a:sym typeface="Times New Roman"/>
                        </a:rPr>
                        <a:t> method to gather information about the book when "Edit" button is clicked.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We will also set the form's action parameter with the clicked book's URL to send the request: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dirty="0">
                          <a:latin typeface="Times New Roman"/>
                          <a:ea typeface="Times New Roman"/>
                          <a:cs typeface="Times New Roman"/>
                          <a:sym typeface="Times New Roman"/>
                        </a:rPr>
                        <a:t>To verify if the update function works, edit a book. The form should be filled with the existing information about the book. Change something and click "Submit" after which you should see a "Book is edited" message</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362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569CD6"/>
                          </a:solidFill>
                          <a:latin typeface="Consolas"/>
                          <a:ea typeface="Consolas"/>
                          <a:cs typeface="Consolas"/>
                          <a:sym typeface="Consolas"/>
                        </a:rPr>
                        <a:t>const</a:t>
                      </a:r>
                      <a:r>
                        <a:rPr lang="en-US" sz="1100" u="none" strike="noStrike" cap="none">
                          <a:solidFill>
                            <a:srgbClr val="D4D4D4"/>
                          </a:solidFill>
                          <a:latin typeface="Consolas"/>
                          <a:ea typeface="Consolas"/>
                          <a:cs typeface="Consolas"/>
                          <a:sym typeface="Consolas"/>
                        </a:rPr>
                        <a:t> </a:t>
                      </a:r>
                      <a:r>
                        <a:rPr lang="en-US" sz="1100" u="none" strike="noStrike" cap="none">
                          <a:solidFill>
                            <a:srgbClr val="DCDCAA"/>
                          </a:solidFill>
                          <a:latin typeface="Consolas"/>
                          <a:ea typeface="Consolas"/>
                          <a:cs typeface="Consolas"/>
                          <a:sym typeface="Consolas"/>
                        </a:rPr>
                        <a:t>setEditModal</a:t>
                      </a:r>
                      <a:r>
                        <a:rPr lang="en-US" sz="1100" u="none" strike="noStrike" cap="none">
                          <a:solidFill>
                            <a:srgbClr val="D4D4D4"/>
                          </a:solidFill>
                          <a:latin typeface="Consolas"/>
                          <a:ea typeface="Consolas"/>
                          <a:cs typeface="Consolas"/>
                          <a:sym typeface="Consolas"/>
                        </a:rPr>
                        <a:t> = (</a:t>
                      </a:r>
                      <a:r>
                        <a:rPr lang="en-US" sz="1100" u="none" strike="noStrike" cap="none">
                          <a:solidFill>
                            <a:srgbClr val="9CDCFE"/>
                          </a:solidFill>
                          <a:latin typeface="Consolas"/>
                          <a:ea typeface="Consolas"/>
                          <a:cs typeface="Consolas"/>
                          <a:sym typeface="Consolas"/>
                        </a:rPr>
                        <a:t>isbn</a:t>
                      </a:r>
                      <a:r>
                        <a:rPr lang="en-US" sz="1100" u="none" strike="noStrike" cap="none">
                          <a:solidFill>
                            <a:srgbClr val="D4D4D4"/>
                          </a:solidFill>
                          <a:latin typeface="Consolas"/>
                          <a:ea typeface="Consolas"/>
                          <a:cs typeface="Consolas"/>
                          <a:sym typeface="Consolas"/>
                        </a:rPr>
                        <a:t>) </a:t>
                      </a:r>
                      <a:r>
                        <a:rPr lang="en-US" sz="1100" u="none" strike="noStrike" cap="none">
                          <a:solidFill>
                            <a:srgbClr val="569CD6"/>
                          </a:solidFill>
                          <a:latin typeface="Consolas"/>
                          <a:ea typeface="Consolas"/>
                          <a:cs typeface="Consolas"/>
                          <a:sym typeface="Consolas"/>
                        </a:rPr>
                        <a:t>=&gt;</a:t>
                      </a:r>
                      <a:r>
                        <a:rPr lang="en-US" sz="1100" u="none" strike="noStrike" cap="none">
                          <a:solidFill>
                            <a:srgbClr val="D4D4D4"/>
                          </a:solidFill>
                          <a:latin typeface="Consolas"/>
                          <a:ea typeface="Consolas"/>
                          <a:cs typeface="Consolas"/>
                          <a:sym typeface="Consolas"/>
                        </a:rPr>
                        <a:t> {</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6A9955"/>
                          </a:solidFill>
                          <a:latin typeface="Consolas"/>
                          <a:ea typeface="Consolas"/>
                          <a:cs typeface="Consolas"/>
                          <a:sym typeface="Consolas"/>
                        </a:rPr>
                        <a:t>// Get information about the book using isbn</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569CD6"/>
                          </a:solidFill>
                          <a:latin typeface="Consolas"/>
                          <a:ea typeface="Consolas"/>
                          <a:cs typeface="Consolas"/>
                          <a:sym typeface="Consolas"/>
                        </a:rPr>
                        <a:t>const</a:t>
                      </a: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xhttp</a:t>
                      </a:r>
                      <a:r>
                        <a:rPr lang="en-US" sz="1100" u="none" strike="noStrike" cap="none">
                          <a:solidFill>
                            <a:srgbClr val="D4D4D4"/>
                          </a:solidFill>
                          <a:latin typeface="Consolas"/>
                          <a:ea typeface="Consolas"/>
                          <a:cs typeface="Consolas"/>
                          <a:sym typeface="Consolas"/>
                        </a:rPr>
                        <a:t> = </a:t>
                      </a:r>
                      <a:r>
                        <a:rPr lang="en-US" sz="1100" u="none" strike="noStrike" cap="none">
                          <a:solidFill>
                            <a:srgbClr val="569CD6"/>
                          </a:solidFill>
                          <a:latin typeface="Consolas"/>
                          <a:ea typeface="Consolas"/>
                          <a:cs typeface="Consolas"/>
                          <a:sym typeface="Consolas"/>
                        </a:rPr>
                        <a:t>new</a:t>
                      </a:r>
                      <a:r>
                        <a:rPr lang="en-US" sz="1100" u="none" strike="noStrike" cap="none">
                          <a:solidFill>
                            <a:srgbClr val="D4D4D4"/>
                          </a:solidFill>
                          <a:latin typeface="Consolas"/>
                          <a:ea typeface="Consolas"/>
                          <a:cs typeface="Consolas"/>
                          <a:sym typeface="Consolas"/>
                        </a:rPr>
                        <a:t> </a:t>
                      </a:r>
                      <a:r>
                        <a:rPr lang="en-US" sz="1100" u="none" strike="noStrike" cap="none">
                          <a:solidFill>
                            <a:srgbClr val="4EC9B0"/>
                          </a:solidFill>
                          <a:latin typeface="Consolas"/>
                          <a:ea typeface="Consolas"/>
                          <a:cs typeface="Consolas"/>
                          <a:sym typeface="Consolas"/>
                        </a:rPr>
                        <a:t>XMLHttpRequest</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xhttp</a:t>
                      </a:r>
                      <a:r>
                        <a:rPr lang="en-US" sz="1100" u="none" strike="noStrike" cap="none">
                          <a:solidFill>
                            <a:srgbClr val="D4D4D4"/>
                          </a:solidFill>
                          <a:latin typeface="Consolas"/>
                          <a:ea typeface="Consolas"/>
                          <a:cs typeface="Consolas"/>
                          <a:sym typeface="Consolas"/>
                        </a:rPr>
                        <a:t>.</a:t>
                      </a:r>
                      <a:r>
                        <a:rPr lang="en-US" sz="1100" u="none" strike="noStrike" cap="none">
                          <a:solidFill>
                            <a:srgbClr val="DCDCAA"/>
                          </a:solidFill>
                          <a:latin typeface="Consolas"/>
                          <a:ea typeface="Consolas"/>
                          <a:cs typeface="Consolas"/>
                          <a:sym typeface="Consolas"/>
                        </a:rPr>
                        <a:t>open</a:t>
                      </a:r>
                      <a:r>
                        <a:rPr lang="en-US" sz="1100" u="none" strike="noStrike" cap="none">
                          <a:solidFill>
                            <a:srgbClr val="D4D4D4"/>
                          </a:solidFill>
                          <a:latin typeface="Consolas"/>
                          <a:ea typeface="Consolas"/>
                          <a:cs typeface="Consolas"/>
                          <a:sym typeface="Consolas"/>
                        </a:rPr>
                        <a:t>(</a:t>
                      </a:r>
                      <a:r>
                        <a:rPr lang="en-US" sz="1100" u="none" strike="noStrike" cap="none">
                          <a:solidFill>
                            <a:srgbClr val="CE9178"/>
                          </a:solidFill>
                          <a:latin typeface="Consolas"/>
                          <a:ea typeface="Consolas"/>
                          <a:cs typeface="Consolas"/>
                          <a:sym typeface="Consolas"/>
                        </a:rPr>
                        <a:t>"GET"</a:t>
                      </a:r>
                      <a:r>
                        <a:rPr lang="en-US" sz="1100" u="none" strike="noStrike" cap="none">
                          <a:solidFill>
                            <a:srgbClr val="D4D4D4"/>
                          </a:solidFill>
                          <a:latin typeface="Consolas"/>
                          <a:ea typeface="Consolas"/>
                          <a:cs typeface="Consolas"/>
                          <a:sym typeface="Consolas"/>
                        </a:rPr>
                        <a:t>, </a:t>
                      </a:r>
                      <a:r>
                        <a:rPr lang="en-US" sz="1100" u="none" strike="noStrike" cap="none">
                          <a:solidFill>
                            <a:srgbClr val="CE9178"/>
                          </a:solidFill>
                          <a:latin typeface="Consolas"/>
                          <a:ea typeface="Consolas"/>
                          <a:cs typeface="Consolas"/>
                          <a:sym typeface="Consolas"/>
                        </a:rPr>
                        <a:t>`http://localhost:3000/book/</a:t>
                      </a:r>
                      <a:r>
                        <a:rPr lang="en-US" sz="1100" u="none" strike="noStrike" cap="none">
                          <a:solidFill>
                            <a:srgbClr val="569CD6"/>
                          </a:solidFill>
                          <a:latin typeface="Consolas"/>
                          <a:ea typeface="Consolas"/>
                          <a:cs typeface="Consolas"/>
                          <a:sym typeface="Consolas"/>
                        </a:rPr>
                        <a:t>${</a:t>
                      </a:r>
                      <a:r>
                        <a:rPr lang="en-US" sz="1100" u="none" strike="noStrike" cap="none">
                          <a:solidFill>
                            <a:srgbClr val="9CDCFE"/>
                          </a:solidFill>
                          <a:latin typeface="Consolas"/>
                          <a:ea typeface="Consolas"/>
                          <a:cs typeface="Consolas"/>
                          <a:sym typeface="Consolas"/>
                        </a:rPr>
                        <a:t>isbn</a:t>
                      </a:r>
                      <a:r>
                        <a:rPr lang="en-US" sz="1100" u="none" strike="noStrike" cap="none">
                          <a:solidFill>
                            <a:srgbClr val="569CD6"/>
                          </a:solidFill>
                          <a:latin typeface="Consolas"/>
                          <a:ea typeface="Consolas"/>
                          <a:cs typeface="Consolas"/>
                          <a:sym typeface="Consolas"/>
                        </a:rPr>
                        <a:t>}</a:t>
                      </a:r>
                      <a:r>
                        <a:rPr lang="en-US" sz="1100" u="none" strike="noStrike" cap="none">
                          <a:solidFill>
                            <a:srgbClr val="CE9178"/>
                          </a:solidFill>
                          <a:latin typeface="Consolas"/>
                          <a:ea typeface="Consolas"/>
                          <a:cs typeface="Consolas"/>
                          <a:sym typeface="Consolas"/>
                        </a:rPr>
                        <a:t>`</a:t>
                      </a:r>
                      <a:r>
                        <a:rPr lang="en-US" sz="1100" u="none" strike="noStrike" cap="none">
                          <a:solidFill>
                            <a:srgbClr val="D4D4D4"/>
                          </a:solidFill>
                          <a:latin typeface="Consolas"/>
                          <a:ea typeface="Consolas"/>
                          <a:cs typeface="Consolas"/>
                          <a:sym typeface="Consolas"/>
                        </a:rPr>
                        <a:t>, </a:t>
                      </a:r>
                      <a:r>
                        <a:rPr lang="en-US" sz="1100" u="none" strike="noStrike" cap="none">
                          <a:solidFill>
                            <a:srgbClr val="569CD6"/>
                          </a:solidFill>
                          <a:latin typeface="Consolas"/>
                          <a:ea typeface="Consolas"/>
                          <a:cs typeface="Consolas"/>
                          <a:sym typeface="Consolas"/>
                        </a:rPr>
                        <a:t>false</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xhttp</a:t>
                      </a:r>
                      <a:r>
                        <a:rPr lang="en-US" sz="1100" u="none" strike="noStrike" cap="none">
                          <a:solidFill>
                            <a:srgbClr val="D4D4D4"/>
                          </a:solidFill>
                          <a:latin typeface="Consolas"/>
                          <a:ea typeface="Consolas"/>
                          <a:cs typeface="Consolas"/>
                          <a:sym typeface="Consolas"/>
                        </a:rPr>
                        <a:t>.</a:t>
                      </a:r>
                      <a:r>
                        <a:rPr lang="en-US" sz="1100" u="none" strike="noStrike" cap="none">
                          <a:solidFill>
                            <a:srgbClr val="DCDCAA"/>
                          </a:solidFill>
                          <a:latin typeface="Consolas"/>
                          <a:ea typeface="Consolas"/>
                          <a:cs typeface="Consolas"/>
                          <a:sym typeface="Consolas"/>
                        </a:rPr>
                        <a:t>send</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569CD6"/>
                          </a:solidFill>
                          <a:latin typeface="Consolas"/>
                          <a:ea typeface="Consolas"/>
                          <a:cs typeface="Consolas"/>
                          <a:sym typeface="Consolas"/>
                        </a:rPr>
                        <a:t>const</a:t>
                      </a: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book</a:t>
                      </a:r>
                      <a:r>
                        <a:rPr lang="en-US" sz="1100" u="none" strike="noStrike" cap="none">
                          <a:solidFill>
                            <a:srgbClr val="D4D4D4"/>
                          </a:solidFill>
                          <a:latin typeface="Consolas"/>
                          <a:ea typeface="Consolas"/>
                          <a:cs typeface="Consolas"/>
                          <a:sym typeface="Consolas"/>
                        </a:rPr>
                        <a:t> = </a:t>
                      </a:r>
                      <a:r>
                        <a:rPr lang="en-US" sz="1100" u="none" strike="noStrike" cap="none">
                          <a:solidFill>
                            <a:srgbClr val="9CDCFE"/>
                          </a:solidFill>
                          <a:latin typeface="Consolas"/>
                          <a:ea typeface="Consolas"/>
                          <a:cs typeface="Consolas"/>
                          <a:sym typeface="Consolas"/>
                        </a:rPr>
                        <a:t>JSON</a:t>
                      </a:r>
                      <a:r>
                        <a:rPr lang="en-US" sz="1100" u="none" strike="noStrike" cap="none">
                          <a:solidFill>
                            <a:srgbClr val="D4D4D4"/>
                          </a:solidFill>
                          <a:latin typeface="Consolas"/>
                          <a:ea typeface="Consolas"/>
                          <a:cs typeface="Consolas"/>
                          <a:sym typeface="Consolas"/>
                        </a:rPr>
                        <a:t>.</a:t>
                      </a:r>
                      <a:r>
                        <a:rPr lang="en-US" sz="1100" u="none" strike="noStrike" cap="none">
                          <a:solidFill>
                            <a:srgbClr val="DCDCAA"/>
                          </a:solidFill>
                          <a:latin typeface="Consolas"/>
                          <a:ea typeface="Consolas"/>
                          <a:cs typeface="Consolas"/>
                          <a:sym typeface="Consolas"/>
                        </a:rPr>
                        <a:t>parse</a:t>
                      </a:r>
                      <a:r>
                        <a:rPr lang="en-US" sz="1100" u="none" strike="noStrike" cap="none">
                          <a:solidFill>
                            <a:srgbClr val="D4D4D4"/>
                          </a:solidFill>
                          <a:latin typeface="Consolas"/>
                          <a:ea typeface="Consolas"/>
                          <a:cs typeface="Consolas"/>
                          <a:sym typeface="Consolas"/>
                        </a:rPr>
                        <a:t>(</a:t>
                      </a:r>
                      <a:r>
                        <a:rPr lang="en-US" sz="1100" u="none" strike="noStrike" cap="none">
                          <a:solidFill>
                            <a:srgbClr val="4FC1FF"/>
                          </a:solidFill>
                          <a:latin typeface="Consolas"/>
                          <a:ea typeface="Consolas"/>
                          <a:cs typeface="Consolas"/>
                          <a:sym typeface="Consolas"/>
                        </a:rPr>
                        <a:t>xhttp</a:t>
                      </a:r>
                      <a:r>
                        <a:rPr lang="en-US" sz="1100" u="none" strike="noStrike" cap="none">
                          <a:solidFill>
                            <a:srgbClr val="D4D4D4"/>
                          </a:solidFill>
                          <a:latin typeface="Consolas"/>
                          <a:ea typeface="Consolas"/>
                          <a:cs typeface="Consolas"/>
                          <a:sym typeface="Consolas"/>
                        </a:rPr>
                        <a:t>.</a:t>
                      </a:r>
                      <a:r>
                        <a:rPr lang="en-US" sz="1100" u="none" strike="noStrike" cap="none">
                          <a:solidFill>
                            <a:srgbClr val="4FC1FF"/>
                          </a:solidFill>
                          <a:latin typeface="Consolas"/>
                          <a:ea typeface="Consolas"/>
                          <a:cs typeface="Consolas"/>
                          <a:sym typeface="Consolas"/>
                        </a:rPr>
                        <a:t>responseText</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569CD6"/>
                          </a:solidFill>
                          <a:latin typeface="Consolas"/>
                          <a:ea typeface="Consolas"/>
                          <a:cs typeface="Consolas"/>
                          <a:sym typeface="Consolas"/>
                        </a:rPr>
                        <a:t>const</a:t>
                      </a:r>
                      <a:r>
                        <a:rPr lang="en-US" sz="1100" u="none" strike="noStrike" cap="none">
                          <a:solidFill>
                            <a:srgbClr val="D4D4D4"/>
                          </a:solidFill>
                          <a:latin typeface="Consolas"/>
                          <a:ea typeface="Consolas"/>
                          <a:cs typeface="Consolas"/>
                          <a:sym typeface="Consolas"/>
                        </a:rPr>
                        <a:t> {</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title</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author</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publisher</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publish_date</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numOfPages</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 = </a:t>
                      </a:r>
                      <a:r>
                        <a:rPr lang="en-US" sz="1100" u="none" strike="noStrike" cap="none">
                          <a:solidFill>
                            <a:srgbClr val="4FC1FF"/>
                          </a:solidFill>
                          <a:latin typeface="Consolas"/>
                          <a:ea typeface="Consolas"/>
                          <a:cs typeface="Consolas"/>
                          <a:sym typeface="Consolas"/>
                        </a:rPr>
                        <a:t>book</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6A9955"/>
                          </a:solidFill>
                          <a:latin typeface="Consolas"/>
                          <a:ea typeface="Consolas"/>
                          <a:cs typeface="Consolas"/>
                          <a:sym typeface="Consolas"/>
                        </a:rPr>
                        <a:t>// Filling information about the book in the form inside the modal</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document</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getElementById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isbn</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value</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9CDCFE"/>
                          </a:solidFill>
                          <a:latin typeface="Consolas"/>
                          <a:ea typeface="Consolas"/>
                          <a:cs typeface="Consolas"/>
                          <a:sym typeface="Consolas"/>
                        </a:rPr>
                        <a:t>isbn</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document</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getElementById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'title'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value</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4FC1FF"/>
                          </a:solidFill>
                          <a:latin typeface="Consolas"/>
                          <a:ea typeface="Consolas"/>
                          <a:cs typeface="Consolas"/>
                          <a:sym typeface="Consolas"/>
                        </a:rPr>
                        <a:t>title</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document</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getElementById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'author'</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value</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4FC1FF"/>
                          </a:solidFill>
                          <a:latin typeface="Consolas"/>
                          <a:ea typeface="Consolas"/>
                          <a:cs typeface="Consolas"/>
                          <a:sym typeface="Consolas"/>
                        </a:rPr>
                        <a:t>author</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document</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getElementById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'publisher'</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value</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4FC1FF"/>
                          </a:solidFill>
                          <a:latin typeface="Consolas"/>
                          <a:ea typeface="Consolas"/>
                          <a:cs typeface="Consolas"/>
                          <a:sym typeface="Consolas"/>
                        </a:rPr>
                        <a:t>publisher</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document</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getElementById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publish_date</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value</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4FC1FF"/>
                          </a:solidFill>
                          <a:latin typeface="Consolas"/>
                          <a:ea typeface="Consolas"/>
                          <a:cs typeface="Consolas"/>
                          <a:sym typeface="Consolas"/>
                        </a:rPr>
                        <a:t>publish_date</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document</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getElementById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numOfPages</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value</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4FC1FF"/>
                          </a:solidFill>
                          <a:latin typeface="Consolas"/>
                          <a:ea typeface="Consolas"/>
                          <a:cs typeface="Consolas"/>
                          <a:sym typeface="Consolas"/>
                        </a:rPr>
                        <a:t>numOfPages</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6A9955"/>
                          </a:solidFill>
                          <a:latin typeface="Consolas"/>
                          <a:ea typeface="Consolas"/>
                          <a:cs typeface="Consolas"/>
                          <a:sym typeface="Consolas"/>
                        </a:rPr>
                        <a:t>// Setting up the action </a:t>
                      </a:r>
                      <a:r>
                        <a:rPr lang="en-US" sz="1100" u="none" strike="noStrike" cap="none" dirty="0" err="1">
                          <a:solidFill>
                            <a:srgbClr val="6A9955"/>
                          </a:solidFill>
                          <a:latin typeface="Consolas"/>
                          <a:ea typeface="Consolas"/>
                          <a:cs typeface="Consolas"/>
                          <a:sym typeface="Consolas"/>
                        </a:rPr>
                        <a:t>url</a:t>
                      </a:r>
                      <a:r>
                        <a:rPr lang="en-US" sz="1100" u="none" strike="noStrike" cap="none" dirty="0">
                          <a:solidFill>
                            <a:srgbClr val="6A9955"/>
                          </a:solidFill>
                          <a:latin typeface="Consolas"/>
                          <a:ea typeface="Consolas"/>
                          <a:cs typeface="Consolas"/>
                          <a:sym typeface="Consolas"/>
                        </a:rPr>
                        <a:t> for the book</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document</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getElementById</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err="1">
                          <a:solidFill>
                            <a:srgbClr val="CE9178"/>
                          </a:solidFill>
                          <a:latin typeface="Consolas"/>
                          <a:ea typeface="Consolas"/>
                          <a:cs typeface="Consolas"/>
                          <a:sym typeface="Consolas"/>
                        </a:rPr>
                        <a:t>editForm</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action</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CE9178"/>
                          </a:solidFill>
                          <a:latin typeface="Consolas"/>
                          <a:ea typeface="Consolas"/>
                          <a:cs typeface="Consolas"/>
                          <a:sym typeface="Consolas"/>
                        </a:rPr>
                        <a:t>`http://localhost:3000/book/</a:t>
                      </a:r>
                      <a:r>
                        <a:rPr lang="en-US" sz="1100" u="none" strike="noStrike" cap="none" dirty="0">
                          <a:solidFill>
                            <a:srgbClr val="569CD6"/>
                          </a:solidFill>
                          <a:latin typeface="Consolas"/>
                          <a:ea typeface="Consolas"/>
                          <a:cs typeface="Consolas"/>
                          <a:sym typeface="Consolas"/>
                        </a:rPr>
                        <a:t>${</a:t>
                      </a:r>
                      <a:r>
                        <a:rPr lang="en-US" sz="1100" u="none" strike="noStrike" cap="none" dirty="0" err="1">
                          <a:solidFill>
                            <a:srgbClr val="9CDCFE"/>
                          </a:solidFill>
                          <a:latin typeface="Consolas"/>
                          <a:ea typeface="Consolas"/>
                          <a:cs typeface="Consolas"/>
                          <a:sym typeface="Consolas"/>
                        </a:rPr>
                        <a:t>isbn</a:t>
                      </a:r>
                      <a:r>
                        <a:rPr lang="en-US" sz="1100" u="none" strike="noStrike" cap="none" dirty="0">
                          <a:solidFill>
                            <a:srgbClr val="569CD6"/>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9CDCFE"/>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92"/>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FFFFFF"/>
              </a:buClr>
              <a:buSzPts val="6000"/>
              <a:buFont typeface="Arial"/>
              <a:buNone/>
            </a:pPr>
            <a:r>
              <a:rPr lang="en-US" dirty="0"/>
              <a:t>Questions ?</a:t>
            </a:r>
            <a:endParaRPr dirty="0"/>
          </a:p>
        </p:txBody>
      </p:sp>
      <p:sp>
        <p:nvSpPr>
          <p:cNvPr id="734" name="Google Shape;734;p92"/>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MEAN/MERN Stack</a:t>
            </a:r>
            <a:endParaRPr/>
          </a:p>
        </p:txBody>
      </p:sp>
      <p:sp>
        <p:nvSpPr>
          <p:cNvPr id="735" name="Google Shape;735;p9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43</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343</TotalTime>
  <Words>5573</Words>
  <Application>Microsoft Office PowerPoint</Application>
  <PresentationFormat>Widescreen</PresentationFormat>
  <Paragraphs>829</Paragraphs>
  <Slides>43</Slides>
  <Notes>43</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Calibri Light</vt:lpstr>
      <vt:lpstr>Consolas</vt:lpstr>
      <vt:lpstr>Noto Sans Symbols</vt:lpstr>
      <vt:lpstr>Times New Roman</vt:lpstr>
      <vt:lpstr>Office Theme</vt:lpstr>
      <vt:lpstr>Express JS</vt:lpstr>
      <vt:lpstr>Learning Objectives: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Express JS</dc:title>
  <cp:lastModifiedBy>Aqib Rehman</cp:lastModifiedBy>
  <cp:revision>14</cp:revision>
  <dcterms:modified xsi:type="dcterms:W3CDTF">2024-11-25T10:07:53Z</dcterms:modified>
</cp:coreProperties>
</file>