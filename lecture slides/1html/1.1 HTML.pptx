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14" r:id="rId1"/>
  </p:sldMasterIdLst>
  <p:notesMasterIdLst>
    <p:notesMasterId r:id="rId11"/>
  </p:notesMasterIdLst>
  <p:sldIdLst>
    <p:sldId id="278" r:id="rId2"/>
    <p:sldId id="300" r:id="rId3"/>
    <p:sldId id="280" r:id="rId4"/>
    <p:sldId id="281" r:id="rId5"/>
    <p:sldId id="282" r:id="rId6"/>
    <p:sldId id="283" r:id="rId7"/>
    <p:sldId id="301" r:id="rId8"/>
    <p:sldId id="284" r:id="rId9"/>
    <p:sldId id="302" r:id="rId10"/>
  </p:sldIdLst>
  <p:sldSz cx="12192000" cy="6858000"/>
  <p:notesSz cx="6858000" cy="9144000"/>
  <p:embeddedFontLst>
    <p:embeddedFont>
      <p:font typeface="Calibri" panose="020F0502020204030204" pitchFamily="34" charset="0"/>
      <p:regular r:id="rId12"/>
      <p:bold r:id="rId13"/>
      <p:italic r:id="rId14"/>
      <p:boldItalic r:id="rId15"/>
    </p:embeddedFont>
    <p:embeddedFont>
      <p:font typeface="Calibri Light" panose="020F0302020204030204" pitchFamily="34" charset="0"/>
      <p:regular r:id="rId16"/>
      <p:italic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6" roundtripDataSignature="AMtx7mi1LM3DGN3HbFUz3GmoC/2VRIVq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06C726-DFFB-4A9A-B0E4-71AC2CEA8273}" v="5" dt="2023-02-06T05:46:19.352"/>
  </p1510:revLst>
</p1510:revInfo>
</file>

<file path=ppt/tableStyles.xml><?xml version="1.0" encoding="utf-8"?>
<a:tblStyleLst xmlns:a="http://schemas.openxmlformats.org/drawingml/2006/main" def="{206E0B07-D9C2-472B-8B26-E2571CC8E861}">
  <a:tblStyle styleId="{206E0B07-D9C2-472B-8B26-E2571CC8E86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9C2588F-E5C1-40D7-BAC3-0F3EF6BD1EB5}" styleName="Table_1">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82" autoAdjust="0"/>
    <p:restoredTop sz="94660"/>
  </p:normalViewPr>
  <p:slideViewPr>
    <p:cSldViewPr snapToGrid="0">
      <p:cViewPr varScale="1">
        <p:scale>
          <a:sx n="68" d="100"/>
          <a:sy n="68" d="100"/>
        </p:scale>
        <p:origin x="8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72" Type="http://schemas.microsoft.com/office/2015/10/relationships/revisionInfo" Target="revisionInfo.xml"/><Relationship Id="rId3" Type="http://schemas.openxmlformats.org/officeDocument/2006/relationships/slide" Target="slides/slide2.xml"/><Relationship Id="rId68"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67" Type="http://schemas.openxmlformats.org/officeDocument/2006/relationships/presProps" Target="presProps.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5.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66"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6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1706C726-DFFB-4A9A-B0E4-71AC2CEA8273}"/>
    <pc:docChg chg="undo redo custSel addSld delSld modSld sldOrd modMainMaster">
      <pc:chgData name="Asif Muhammad" userId="6b0af2cb-2f76-400b-94d9-178b55ef4f85" providerId="ADAL" clId="{1706C726-DFFB-4A9A-B0E4-71AC2CEA8273}" dt="2023-02-08T07:11:14.588" v="1035" actId="403"/>
      <pc:docMkLst>
        <pc:docMk/>
      </pc:docMkLst>
      <pc:sldChg chg="del">
        <pc:chgData name="Asif Muhammad" userId="6b0af2cb-2f76-400b-94d9-178b55ef4f85" providerId="ADAL" clId="{1706C726-DFFB-4A9A-B0E4-71AC2CEA8273}" dt="2023-02-06T05:14:15.929" v="0" actId="47"/>
        <pc:sldMkLst>
          <pc:docMk/>
          <pc:sldMk cId="0" sldId="256"/>
        </pc:sldMkLst>
      </pc:sldChg>
      <pc:sldChg chg="delSp modSp mod">
        <pc:chgData name="Asif Muhammad" userId="6b0af2cb-2f76-400b-94d9-178b55ef4f85" providerId="ADAL" clId="{1706C726-DFFB-4A9A-B0E4-71AC2CEA8273}" dt="2023-02-06T05:28:23.066" v="52"/>
        <pc:sldMkLst>
          <pc:docMk/>
          <pc:sldMk cId="0" sldId="257"/>
        </pc:sldMkLst>
        <pc:spChg chg="mod">
          <ac:chgData name="Asif Muhammad" userId="6b0af2cb-2f76-400b-94d9-178b55ef4f85" providerId="ADAL" clId="{1706C726-DFFB-4A9A-B0E4-71AC2CEA8273}" dt="2023-02-06T05:28:23.066" v="52"/>
          <ac:spMkLst>
            <pc:docMk/>
            <pc:sldMk cId="0" sldId="257"/>
            <ac:spMk id="155" creationId="{00000000-0000-0000-0000-000000000000}"/>
          </ac:spMkLst>
        </pc:spChg>
        <pc:spChg chg="del">
          <ac:chgData name="Asif Muhammad" userId="6b0af2cb-2f76-400b-94d9-178b55ef4f85" providerId="ADAL" clId="{1706C726-DFFB-4A9A-B0E4-71AC2CEA8273}" dt="2023-02-06T05:14:22.870" v="1" actId="478"/>
          <ac:spMkLst>
            <pc:docMk/>
            <pc:sldMk cId="0" sldId="257"/>
            <ac:spMk id="156" creationId="{00000000-0000-0000-0000-000000000000}"/>
          </ac:spMkLst>
        </pc:spChg>
        <pc:spChg chg="mod">
          <ac:chgData name="Asif Muhammad" userId="6b0af2cb-2f76-400b-94d9-178b55ef4f85" providerId="ADAL" clId="{1706C726-DFFB-4A9A-B0E4-71AC2CEA8273}" dt="2023-02-06T05:28:23.066" v="52"/>
          <ac:spMkLst>
            <pc:docMk/>
            <pc:sldMk cId="0" sldId="257"/>
            <ac:spMk id="157" creationId="{00000000-0000-0000-0000-000000000000}"/>
          </ac:spMkLst>
        </pc:spChg>
      </pc:sldChg>
      <pc:sldChg chg="modSp del">
        <pc:chgData name="Asif Muhammad" userId="6b0af2cb-2f76-400b-94d9-178b55ef4f85" providerId="ADAL" clId="{1706C726-DFFB-4A9A-B0E4-71AC2CEA8273}" dt="2023-02-06T05:18:31.152" v="5" actId="47"/>
        <pc:sldMkLst>
          <pc:docMk/>
          <pc:sldMk cId="0" sldId="258"/>
        </pc:sldMkLst>
        <pc:spChg chg="mod">
          <ac:chgData name="Asif Muhammad" userId="6b0af2cb-2f76-400b-94d9-178b55ef4f85" providerId="ADAL" clId="{1706C726-DFFB-4A9A-B0E4-71AC2CEA8273}" dt="2023-02-06T05:15:39.185" v="2"/>
          <ac:spMkLst>
            <pc:docMk/>
            <pc:sldMk cId="0" sldId="258"/>
            <ac:spMk id="162" creationId="{00000000-0000-0000-0000-000000000000}"/>
          </ac:spMkLst>
        </pc:spChg>
        <pc:spChg chg="mod">
          <ac:chgData name="Asif Muhammad" userId="6b0af2cb-2f76-400b-94d9-178b55ef4f85" providerId="ADAL" clId="{1706C726-DFFB-4A9A-B0E4-71AC2CEA8273}" dt="2023-02-06T05:15:39.185" v="2"/>
          <ac:spMkLst>
            <pc:docMk/>
            <pc:sldMk cId="0" sldId="258"/>
            <ac:spMk id="163" creationId="{00000000-0000-0000-0000-000000000000}"/>
          </ac:spMkLst>
        </pc:spChg>
        <pc:spChg chg="mod">
          <ac:chgData name="Asif Muhammad" userId="6b0af2cb-2f76-400b-94d9-178b55ef4f85" providerId="ADAL" clId="{1706C726-DFFB-4A9A-B0E4-71AC2CEA8273}" dt="2023-02-06T05:15:39.185" v="2"/>
          <ac:spMkLst>
            <pc:docMk/>
            <pc:sldMk cId="0" sldId="258"/>
            <ac:spMk id="164" creationId="{00000000-0000-0000-0000-000000000000}"/>
          </ac:spMkLst>
        </pc:spChg>
      </pc:sldChg>
      <pc:sldChg chg="delSp modSp mod ord">
        <pc:chgData name="Asif Muhammad" userId="6b0af2cb-2f76-400b-94d9-178b55ef4f85" providerId="ADAL" clId="{1706C726-DFFB-4A9A-B0E4-71AC2CEA8273}" dt="2023-02-06T06:54:10.682" v="581"/>
        <pc:sldMkLst>
          <pc:docMk/>
          <pc:sldMk cId="0" sldId="259"/>
        </pc:sldMkLst>
        <pc:spChg chg="mod">
          <ac:chgData name="Asif Muhammad" userId="6b0af2cb-2f76-400b-94d9-178b55ef4f85" providerId="ADAL" clId="{1706C726-DFFB-4A9A-B0E4-71AC2CEA8273}" dt="2023-02-06T05:28:23.066" v="52"/>
          <ac:spMkLst>
            <pc:docMk/>
            <pc:sldMk cId="0" sldId="259"/>
            <ac:spMk id="169" creationId="{00000000-0000-0000-0000-000000000000}"/>
          </ac:spMkLst>
        </pc:spChg>
        <pc:spChg chg="mod">
          <ac:chgData name="Asif Muhammad" userId="6b0af2cb-2f76-400b-94d9-178b55ef4f85" providerId="ADAL" clId="{1706C726-DFFB-4A9A-B0E4-71AC2CEA8273}" dt="2023-02-06T05:19:25.390" v="15" actId="6549"/>
          <ac:spMkLst>
            <pc:docMk/>
            <pc:sldMk cId="0" sldId="259"/>
            <ac:spMk id="170" creationId="{00000000-0000-0000-0000-000000000000}"/>
          </ac:spMkLst>
        </pc:spChg>
        <pc:spChg chg="del mod">
          <ac:chgData name="Asif Muhammad" userId="6b0af2cb-2f76-400b-94d9-178b55ef4f85" providerId="ADAL" clId="{1706C726-DFFB-4A9A-B0E4-71AC2CEA8273}" dt="2023-02-06T05:18:41.022" v="6" actId="478"/>
          <ac:spMkLst>
            <pc:docMk/>
            <pc:sldMk cId="0" sldId="259"/>
            <ac:spMk id="171" creationId="{00000000-0000-0000-0000-000000000000}"/>
          </ac:spMkLst>
        </pc:spChg>
        <pc:spChg chg="mod">
          <ac:chgData name="Asif Muhammad" userId="6b0af2cb-2f76-400b-94d9-178b55ef4f85" providerId="ADAL" clId="{1706C726-DFFB-4A9A-B0E4-71AC2CEA8273}" dt="2023-02-06T05:28:23.066" v="52"/>
          <ac:spMkLst>
            <pc:docMk/>
            <pc:sldMk cId="0" sldId="259"/>
            <ac:spMk id="172" creationId="{00000000-0000-0000-0000-000000000000}"/>
          </ac:spMkLst>
        </pc:spChg>
      </pc:sldChg>
      <pc:sldChg chg="delSp modSp del mod">
        <pc:chgData name="Asif Muhammad" userId="6b0af2cb-2f76-400b-94d9-178b55ef4f85" providerId="ADAL" clId="{1706C726-DFFB-4A9A-B0E4-71AC2CEA8273}" dt="2023-02-06T05:20:02.772" v="16" actId="47"/>
        <pc:sldMkLst>
          <pc:docMk/>
          <pc:sldMk cId="0" sldId="260"/>
        </pc:sldMkLst>
        <pc:spChg chg="del mod">
          <ac:chgData name="Asif Muhammad" userId="6b0af2cb-2f76-400b-94d9-178b55ef4f85" providerId="ADAL" clId="{1706C726-DFFB-4A9A-B0E4-71AC2CEA8273}" dt="2023-02-06T05:18:55.276" v="7" actId="478"/>
          <ac:spMkLst>
            <pc:docMk/>
            <pc:sldMk cId="0" sldId="260"/>
            <ac:spMk id="177" creationId="{00000000-0000-0000-0000-000000000000}"/>
          </ac:spMkLst>
        </pc:spChg>
        <pc:spChg chg="mod">
          <ac:chgData name="Asif Muhammad" userId="6b0af2cb-2f76-400b-94d9-178b55ef4f85" providerId="ADAL" clId="{1706C726-DFFB-4A9A-B0E4-71AC2CEA8273}" dt="2023-02-06T05:15:39.185" v="2"/>
          <ac:spMkLst>
            <pc:docMk/>
            <pc:sldMk cId="0" sldId="260"/>
            <ac:spMk id="180" creationId="{00000000-0000-0000-0000-000000000000}"/>
          </ac:spMkLst>
        </pc:spChg>
      </pc:sldChg>
      <pc:sldChg chg="modSp del">
        <pc:chgData name="Asif Muhammad" userId="6b0af2cb-2f76-400b-94d9-178b55ef4f85" providerId="ADAL" clId="{1706C726-DFFB-4A9A-B0E4-71AC2CEA8273}" dt="2023-02-06T05:20:04.735" v="17" actId="47"/>
        <pc:sldMkLst>
          <pc:docMk/>
          <pc:sldMk cId="0" sldId="261"/>
        </pc:sldMkLst>
        <pc:spChg chg="mod">
          <ac:chgData name="Asif Muhammad" userId="6b0af2cb-2f76-400b-94d9-178b55ef4f85" providerId="ADAL" clId="{1706C726-DFFB-4A9A-B0E4-71AC2CEA8273}" dt="2023-02-06T05:15:39.185" v="2"/>
          <ac:spMkLst>
            <pc:docMk/>
            <pc:sldMk cId="0" sldId="261"/>
            <ac:spMk id="185" creationId="{00000000-0000-0000-0000-000000000000}"/>
          </ac:spMkLst>
        </pc:spChg>
        <pc:spChg chg="mod">
          <ac:chgData name="Asif Muhammad" userId="6b0af2cb-2f76-400b-94d9-178b55ef4f85" providerId="ADAL" clId="{1706C726-DFFB-4A9A-B0E4-71AC2CEA8273}" dt="2023-02-06T05:15:39.185" v="2"/>
          <ac:spMkLst>
            <pc:docMk/>
            <pc:sldMk cId="0" sldId="261"/>
            <ac:spMk id="186" creationId="{00000000-0000-0000-0000-000000000000}"/>
          </ac:spMkLst>
        </pc:spChg>
        <pc:spChg chg="mod">
          <ac:chgData name="Asif Muhammad" userId="6b0af2cb-2f76-400b-94d9-178b55ef4f85" providerId="ADAL" clId="{1706C726-DFFB-4A9A-B0E4-71AC2CEA8273}" dt="2023-02-06T05:15:39.185" v="2"/>
          <ac:spMkLst>
            <pc:docMk/>
            <pc:sldMk cId="0" sldId="261"/>
            <ac:spMk id="188" creationId="{00000000-0000-0000-0000-000000000000}"/>
          </ac:spMkLst>
        </pc:spChg>
      </pc:sldChg>
      <pc:sldChg chg="modSp mod">
        <pc:chgData name="Asif Muhammad" userId="6b0af2cb-2f76-400b-94d9-178b55ef4f85" providerId="ADAL" clId="{1706C726-DFFB-4A9A-B0E4-71AC2CEA8273}" dt="2023-02-06T05:28:23.066" v="52"/>
        <pc:sldMkLst>
          <pc:docMk/>
          <pc:sldMk cId="0" sldId="262"/>
        </pc:sldMkLst>
        <pc:spChg chg="mod">
          <ac:chgData name="Asif Muhammad" userId="6b0af2cb-2f76-400b-94d9-178b55ef4f85" providerId="ADAL" clId="{1706C726-DFFB-4A9A-B0E4-71AC2CEA8273}" dt="2023-02-06T05:28:23.066" v="52"/>
          <ac:spMkLst>
            <pc:docMk/>
            <pc:sldMk cId="0" sldId="262"/>
            <ac:spMk id="193" creationId="{00000000-0000-0000-0000-000000000000}"/>
          </ac:spMkLst>
        </pc:spChg>
        <pc:spChg chg="mod">
          <ac:chgData name="Asif Muhammad" userId="6b0af2cb-2f76-400b-94d9-178b55ef4f85" providerId="ADAL" clId="{1706C726-DFFB-4A9A-B0E4-71AC2CEA8273}" dt="2023-02-06T05:28:23.066" v="52"/>
          <ac:spMkLst>
            <pc:docMk/>
            <pc:sldMk cId="0" sldId="262"/>
            <ac:spMk id="194" creationId="{00000000-0000-0000-0000-000000000000}"/>
          </ac:spMkLst>
        </pc:spChg>
        <pc:spChg chg="mod">
          <ac:chgData name="Asif Muhammad" userId="6b0af2cb-2f76-400b-94d9-178b55ef4f85" providerId="ADAL" clId="{1706C726-DFFB-4A9A-B0E4-71AC2CEA8273}" dt="2023-02-06T05:28:23.066" v="52"/>
          <ac:spMkLst>
            <pc:docMk/>
            <pc:sldMk cId="0" sldId="262"/>
            <ac:spMk id="195" creationId="{00000000-0000-0000-0000-000000000000}"/>
          </ac:spMkLst>
        </pc:spChg>
      </pc:sldChg>
      <pc:sldChg chg="addSp delSp modSp mod setBg setClrOvrMap">
        <pc:chgData name="Asif Muhammad" userId="6b0af2cb-2f76-400b-94d9-178b55ef4f85" providerId="ADAL" clId="{1706C726-DFFB-4A9A-B0E4-71AC2CEA8273}" dt="2023-02-06T05:51:18.738" v="521" actId="20577"/>
        <pc:sldMkLst>
          <pc:docMk/>
          <pc:sldMk cId="0" sldId="263"/>
        </pc:sldMkLst>
        <pc:spChg chg="mod">
          <ac:chgData name="Asif Muhammad" userId="6b0af2cb-2f76-400b-94d9-178b55ef4f85" providerId="ADAL" clId="{1706C726-DFFB-4A9A-B0E4-71AC2CEA8273}" dt="2023-02-06T05:48:33.159" v="483" actId="26606"/>
          <ac:spMkLst>
            <pc:docMk/>
            <pc:sldMk cId="0" sldId="263"/>
            <ac:spMk id="201" creationId="{00000000-0000-0000-0000-000000000000}"/>
          </ac:spMkLst>
        </pc:spChg>
        <pc:spChg chg="add del mod">
          <ac:chgData name="Asif Muhammad" userId="6b0af2cb-2f76-400b-94d9-178b55ef4f85" providerId="ADAL" clId="{1706C726-DFFB-4A9A-B0E4-71AC2CEA8273}" dt="2023-02-06T05:30:36.575" v="76" actId="26606"/>
          <ac:spMkLst>
            <pc:docMk/>
            <pc:sldMk cId="0" sldId="263"/>
            <ac:spMk id="202" creationId="{00000000-0000-0000-0000-000000000000}"/>
          </ac:spMkLst>
        </pc:spChg>
        <pc:spChg chg="mod ord">
          <ac:chgData name="Asif Muhammad" userId="6b0af2cb-2f76-400b-94d9-178b55ef4f85" providerId="ADAL" clId="{1706C726-DFFB-4A9A-B0E4-71AC2CEA8273}" dt="2023-02-06T05:48:25.334" v="480" actId="26606"/>
          <ac:spMkLst>
            <pc:docMk/>
            <pc:sldMk cId="0" sldId="263"/>
            <ac:spMk id="203" creationId="{00000000-0000-0000-0000-000000000000}"/>
          </ac:spMkLst>
        </pc:spChg>
        <pc:spChg chg="add del">
          <ac:chgData name="Asif Muhammad" userId="6b0af2cb-2f76-400b-94d9-178b55ef4f85" providerId="ADAL" clId="{1706C726-DFFB-4A9A-B0E4-71AC2CEA8273}" dt="2023-02-06T05:30:11.009" v="69" actId="26606"/>
          <ac:spMkLst>
            <pc:docMk/>
            <pc:sldMk cId="0" sldId="263"/>
            <ac:spMk id="208" creationId="{907EF6B7-1338-4443-8C46-6A318D952DFD}"/>
          </ac:spMkLst>
        </pc:spChg>
        <pc:spChg chg="add del">
          <ac:chgData name="Asif Muhammad" userId="6b0af2cb-2f76-400b-94d9-178b55ef4f85" providerId="ADAL" clId="{1706C726-DFFB-4A9A-B0E4-71AC2CEA8273}" dt="2023-02-06T05:30:11.009" v="69" actId="26606"/>
          <ac:spMkLst>
            <pc:docMk/>
            <pc:sldMk cId="0" sldId="263"/>
            <ac:spMk id="210" creationId="{DAAE4CDD-124C-4DCF-9584-B6033B545DD5}"/>
          </ac:spMkLst>
        </pc:spChg>
        <pc:spChg chg="add del">
          <ac:chgData name="Asif Muhammad" userId="6b0af2cb-2f76-400b-94d9-178b55ef4f85" providerId="ADAL" clId="{1706C726-DFFB-4A9A-B0E4-71AC2CEA8273}" dt="2023-02-06T05:30:05.761" v="65" actId="26606"/>
          <ac:spMkLst>
            <pc:docMk/>
            <pc:sldMk cId="0" sldId="263"/>
            <ac:spMk id="211" creationId="{D4974D33-8DC5-464E-8C6D-BE58F0669C17}"/>
          </ac:spMkLst>
        </pc:spChg>
        <pc:spChg chg="add del">
          <ac:chgData name="Asif Muhammad" userId="6b0af2cb-2f76-400b-94d9-178b55ef4f85" providerId="ADAL" clId="{1706C726-DFFB-4A9A-B0E4-71AC2CEA8273}" dt="2023-02-06T05:30:05.761" v="65" actId="26606"/>
          <ac:spMkLst>
            <pc:docMk/>
            <pc:sldMk cId="0" sldId="263"/>
            <ac:spMk id="212" creationId="{F13C74B1-5B17-4795-BED0-7140497B445A}"/>
          </ac:spMkLst>
        </pc:spChg>
        <pc:spChg chg="add del">
          <ac:chgData name="Asif Muhammad" userId="6b0af2cb-2f76-400b-94d9-178b55ef4f85" providerId="ADAL" clId="{1706C726-DFFB-4A9A-B0E4-71AC2CEA8273}" dt="2023-02-06T05:30:16.649" v="71" actId="26606"/>
          <ac:spMkLst>
            <pc:docMk/>
            <pc:sldMk cId="0" sldId="263"/>
            <ac:spMk id="214" creationId="{D3F51FEB-38FB-4F6C-9F7B-2F2AFAB65463}"/>
          </ac:spMkLst>
        </pc:spChg>
        <pc:spChg chg="add del">
          <ac:chgData name="Asif Muhammad" userId="6b0af2cb-2f76-400b-94d9-178b55ef4f85" providerId="ADAL" clId="{1706C726-DFFB-4A9A-B0E4-71AC2CEA8273}" dt="2023-02-06T05:30:07.902" v="67" actId="26606"/>
          <ac:spMkLst>
            <pc:docMk/>
            <pc:sldMk cId="0" sldId="263"/>
            <ac:spMk id="215" creationId="{2C61293E-6EBE-43EF-A52C-9BEBFD7679D4}"/>
          </ac:spMkLst>
        </pc:spChg>
        <pc:spChg chg="add del">
          <ac:chgData name="Asif Muhammad" userId="6b0af2cb-2f76-400b-94d9-178b55ef4f85" providerId="ADAL" clId="{1706C726-DFFB-4A9A-B0E4-71AC2CEA8273}" dt="2023-02-06T05:30:07.902" v="67" actId="26606"/>
          <ac:spMkLst>
            <pc:docMk/>
            <pc:sldMk cId="0" sldId="263"/>
            <ac:spMk id="217" creationId="{21540236-BFD5-4A9D-8840-4703E7F76825}"/>
          </ac:spMkLst>
        </pc:spChg>
        <pc:spChg chg="add del">
          <ac:chgData name="Asif Muhammad" userId="6b0af2cb-2f76-400b-94d9-178b55ef4f85" providerId="ADAL" clId="{1706C726-DFFB-4A9A-B0E4-71AC2CEA8273}" dt="2023-02-06T05:30:11.009" v="69" actId="26606"/>
          <ac:spMkLst>
            <pc:docMk/>
            <pc:sldMk cId="0" sldId="263"/>
            <ac:spMk id="219" creationId="{081E4A58-353D-44AE-B2FC-2A74E2E400F7}"/>
          </ac:spMkLst>
        </pc:spChg>
        <pc:spChg chg="add del">
          <ac:chgData name="Asif Muhammad" userId="6b0af2cb-2f76-400b-94d9-178b55ef4f85" providerId="ADAL" clId="{1706C726-DFFB-4A9A-B0E4-71AC2CEA8273}" dt="2023-02-06T05:30:16.649" v="71" actId="26606"/>
          <ac:spMkLst>
            <pc:docMk/>
            <pc:sldMk cId="0" sldId="263"/>
            <ac:spMk id="221" creationId="{2B566528-1B12-4246-9431-5C2D7D081168}"/>
          </ac:spMkLst>
        </pc:spChg>
        <pc:spChg chg="add del">
          <ac:chgData name="Asif Muhammad" userId="6b0af2cb-2f76-400b-94d9-178b55ef4f85" providerId="ADAL" clId="{1706C726-DFFB-4A9A-B0E4-71AC2CEA8273}" dt="2023-02-06T05:30:16.649" v="71" actId="26606"/>
          <ac:spMkLst>
            <pc:docMk/>
            <pc:sldMk cId="0" sldId="263"/>
            <ac:spMk id="222" creationId="{2E80C965-DB6D-4F81-9E9E-B027384D0BD6}"/>
          </ac:spMkLst>
        </pc:spChg>
        <pc:spChg chg="add del">
          <ac:chgData name="Asif Muhammad" userId="6b0af2cb-2f76-400b-94d9-178b55ef4f85" providerId="ADAL" clId="{1706C726-DFFB-4A9A-B0E4-71AC2CEA8273}" dt="2023-02-06T05:30:16.649" v="71" actId="26606"/>
          <ac:spMkLst>
            <pc:docMk/>
            <pc:sldMk cId="0" sldId="263"/>
            <ac:spMk id="223" creationId="{A580F890-B085-4E95-96AA-55AEBEC5CE6E}"/>
          </ac:spMkLst>
        </pc:spChg>
        <pc:spChg chg="add del">
          <ac:chgData name="Asif Muhammad" userId="6b0af2cb-2f76-400b-94d9-178b55ef4f85" providerId="ADAL" clId="{1706C726-DFFB-4A9A-B0E4-71AC2CEA8273}" dt="2023-02-06T05:30:16.649" v="71" actId="26606"/>
          <ac:spMkLst>
            <pc:docMk/>
            <pc:sldMk cId="0" sldId="263"/>
            <ac:spMk id="224" creationId="{1E547BA6-BAE0-43BB-A7CA-60F69CE252F0}"/>
          </ac:spMkLst>
        </pc:spChg>
        <pc:spChg chg="add del">
          <ac:chgData name="Asif Muhammad" userId="6b0af2cb-2f76-400b-94d9-178b55ef4f85" providerId="ADAL" clId="{1706C726-DFFB-4A9A-B0E4-71AC2CEA8273}" dt="2023-02-06T05:30:31.251" v="73" actId="26606"/>
          <ac:spMkLst>
            <pc:docMk/>
            <pc:sldMk cId="0" sldId="263"/>
            <ac:spMk id="226" creationId="{100EDD19-6802-4EC3-95CE-CFFAB042CFD6}"/>
          </ac:spMkLst>
        </pc:spChg>
        <pc:spChg chg="add del">
          <ac:chgData name="Asif Muhammad" userId="6b0af2cb-2f76-400b-94d9-178b55ef4f85" providerId="ADAL" clId="{1706C726-DFFB-4A9A-B0E4-71AC2CEA8273}" dt="2023-02-06T05:30:31.251" v="73" actId="26606"/>
          <ac:spMkLst>
            <pc:docMk/>
            <pc:sldMk cId="0" sldId="263"/>
            <ac:spMk id="227" creationId="{DB17E863-922E-4C26-BD64-E8FD41D28661}"/>
          </ac:spMkLst>
        </pc:spChg>
        <pc:spChg chg="add del">
          <ac:chgData name="Asif Muhammad" userId="6b0af2cb-2f76-400b-94d9-178b55ef4f85" providerId="ADAL" clId="{1706C726-DFFB-4A9A-B0E4-71AC2CEA8273}" dt="2023-02-06T05:48:33.159" v="483" actId="26606"/>
          <ac:spMkLst>
            <pc:docMk/>
            <pc:sldMk cId="0" sldId="263"/>
            <ac:spMk id="231" creationId="{100EDD19-6802-4EC3-95CE-CFFAB042CFD6}"/>
          </ac:spMkLst>
        </pc:spChg>
        <pc:spChg chg="add del">
          <ac:chgData name="Asif Muhammad" userId="6b0af2cb-2f76-400b-94d9-178b55ef4f85" providerId="ADAL" clId="{1706C726-DFFB-4A9A-B0E4-71AC2CEA8273}" dt="2023-02-06T05:48:33.159" v="483" actId="26606"/>
          <ac:spMkLst>
            <pc:docMk/>
            <pc:sldMk cId="0" sldId="263"/>
            <ac:spMk id="232" creationId="{DB17E863-922E-4C26-BD64-E8FD41D28661}"/>
          </ac:spMkLst>
        </pc:spChg>
        <pc:spChg chg="add mod">
          <ac:chgData name="Asif Muhammad" userId="6b0af2cb-2f76-400b-94d9-178b55ef4f85" providerId="ADAL" clId="{1706C726-DFFB-4A9A-B0E4-71AC2CEA8273}" dt="2023-02-06T05:51:18.738" v="521" actId="20577"/>
          <ac:spMkLst>
            <pc:docMk/>
            <pc:sldMk cId="0" sldId="263"/>
            <ac:spMk id="233" creationId="{00000000-0000-0000-0000-000000000000}"/>
          </ac:spMkLst>
        </pc:spChg>
        <pc:spChg chg="add del">
          <ac:chgData name="Asif Muhammad" userId="6b0af2cb-2f76-400b-94d9-178b55ef4f85" providerId="ADAL" clId="{1706C726-DFFB-4A9A-B0E4-71AC2CEA8273}" dt="2023-02-06T05:48:08.428" v="472" actId="26606"/>
          <ac:spMkLst>
            <pc:docMk/>
            <pc:sldMk cId="0" sldId="263"/>
            <ac:spMk id="238" creationId="{100EDD19-6802-4EC3-95CE-CFFAB042CFD6}"/>
          </ac:spMkLst>
        </pc:spChg>
        <pc:spChg chg="add del">
          <ac:chgData name="Asif Muhammad" userId="6b0af2cb-2f76-400b-94d9-178b55ef4f85" providerId="ADAL" clId="{1706C726-DFFB-4A9A-B0E4-71AC2CEA8273}" dt="2023-02-06T05:48:06.439" v="470" actId="26606"/>
          <ac:spMkLst>
            <pc:docMk/>
            <pc:sldMk cId="0" sldId="263"/>
            <ac:spMk id="239" creationId="{79BB35BC-D5C2-4C8B-A22A-A71E6191913B}"/>
          </ac:spMkLst>
        </pc:spChg>
        <pc:spChg chg="add del">
          <ac:chgData name="Asif Muhammad" userId="6b0af2cb-2f76-400b-94d9-178b55ef4f85" providerId="ADAL" clId="{1706C726-DFFB-4A9A-B0E4-71AC2CEA8273}" dt="2023-02-06T05:48:08.428" v="472" actId="26606"/>
          <ac:spMkLst>
            <pc:docMk/>
            <pc:sldMk cId="0" sldId="263"/>
            <ac:spMk id="240" creationId="{DB17E863-922E-4C26-BD64-E8FD41D28661}"/>
          </ac:spMkLst>
        </pc:spChg>
        <pc:spChg chg="add del">
          <ac:chgData name="Asif Muhammad" userId="6b0af2cb-2f76-400b-94d9-178b55ef4f85" providerId="ADAL" clId="{1706C726-DFFB-4A9A-B0E4-71AC2CEA8273}" dt="2023-02-06T05:48:10.749" v="474" actId="26606"/>
          <ac:spMkLst>
            <pc:docMk/>
            <pc:sldMk cId="0" sldId="263"/>
            <ac:spMk id="241" creationId="{21540236-BFD5-4A9D-8840-4703E7F76825}"/>
          </ac:spMkLst>
        </pc:spChg>
        <pc:spChg chg="add del">
          <ac:chgData name="Asif Muhammad" userId="6b0af2cb-2f76-400b-94d9-178b55ef4f85" providerId="ADAL" clId="{1706C726-DFFB-4A9A-B0E4-71AC2CEA8273}" dt="2023-02-06T05:48:10.749" v="474" actId="26606"/>
          <ac:spMkLst>
            <pc:docMk/>
            <pc:sldMk cId="0" sldId="263"/>
            <ac:spMk id="242" creationId="{2C61293E-6EBE-43EF-A52C-9BEBFD7679D4}"/>
          </ac:spMkLst>
        </pc:spChg>
        <pc:spChg chg="add del">
          <ac:chgData name="Asif Muhammad" userId="6b0af2cb-2f76-400b-94d9-178b55ef4f85" providerId="ADAL" clId="{1706C726-DFFB-4A9A-B0E4-71AC2CEA8273}" dt="2023-02-06T05:48:13.284" v="476" actId="26606"/>
          <ac:spMkLst>
            <pc:docMk/>
            <pc:sldMk cId="0" sldId="263"/>
            <ac:spMk id="245" creationId="{F13C74B1-5B17-4795-BED0-7140497B445A}"/>
          </ac:spMkLst>
        </pc:spChg>
        <pc:spChg chg="add del">
          <ac:chgData name="Asif Muhammad" userId="6b0af2cb-2f76-400b-94d9-178b55ef4f85" providerId="ADAL" clId="{1706C726-DFFB-4A9A-B0E4-71AC2CEA8273}" dt="2023-02-06T05:48:13.284" v="476" actId="26606"/>
          <ac:spMkLst>
            <pc:docMk/>
            <pc:sldMk cId="0" sldId="263"/>
            <ac:spMk id="246" creationId="{D4974D33-8DC5-464E-8C6D-BE58F0669C17}"/>
          </ac:spMkLst>
        </pc:spChg>
        <pc:spChg chg="add del">
          <ac:chgData name="Asif Muhammad" userId="6b0af2cb-2f76-400b-94d9-178b55ef4f85" providerId="ADAL" clId="{1706C726-DFFB-4A9A-B0E4-71AC2CEA8273}" dt="2023-02-06T05:48:19.805" v="478" actId="26606"/>
          <ac:spMkLst>
            <pc:docMk/>
            <pc:sldMk cId="0" sldId="263"/>
            <ac:spMk id="249" creationId="{79BB35BC-D5C2-4C8B-A22A-A71E6191913B}"/>
          </ac:spMkLst>
        </pc:spChg>
        <pc:spChg chg="add del">
          <ac:chgData name="Asif Muhammad" userId="6b0af2cb-2f76-400b-94d9-178b55ef4f85" providerId="ADAL" clId="{1706C726-DFFB-4A9A-B0E4-71AC2CEA8273}" dt="2023-02-06T05:48:25.334" v="480" actId="26606"/>
          <ac:spMkLst>
            <pc:docMk/>
            <pc:sldMk cId="0" sldId="263"/>
            <ac:spMk id="252" creationId="{CB5DFCDA-694D-4637-8E9B-038575194349}"/>
          </ac:spMkLst>
        </pc:spChg>
        <pc:spChg chg="add del">
          <ac:chgData name="Asif Muhammad" userId="6b0af2cb-2f76-400b-94d9-178b55ef4f85" providerId="ADAL" clId="{1706C726-DFFB-4A9A-B0E4-71AC2CEA8273}" dt="2023-02-06T05:48:25.334" v="480" actId="26606"/>
          <ac:spMkLst>
            <pc:docMk/>
            <pc:sldMk cId="0" sldId="263"/>
            <ac:spMk id="253" creationId="{E4DB276E-BFF1-43F5-AB90-7ABA4B9A919A}"/>
          </ac:spMkLst>
        </pc:spChg>
        <pc:spChg chg="add del">
          <ac:chgData name="Asif Muhammad" userId="6b0af2cb-2f76-400b-94d9-178b55ef4f85" providerId="ADAL" clId="{1706C726-DFFB-4A9A-B0E4-71AC2CEA8273}" dt="2023-02-06T05:48:33.149" v="482" actId="26606"/>
          <ac:spMkLst>
            <pc:docMk/>
            <pc:sldMk cId="0" sldId="263"/>
            <ac:spMk id="255" creationId="{777A147A-9ED8-46B4-8660-1B3C2AA880B5}"/>
          </ac:spMkLst>
        </pc:spChg>
        <pc:spChg chg="add del">
          <ac:chgData name="Asif Muhammad" userId="6b0af2cb-2f76-400b-94d9-178b55ef4f85" providerId="ADAL" clId="{1706C726-DFFB-4A9A-B0E4-71AC2CEA8273}" dt="2023-02-06T05:48:33.149" v="482" actId="26606"/>
          <ac:spMkLst>
            <pc:docMk/>
            <pc:sldMk cId="0" sldId="263"/>
            <ac:spMk id="256" creationId="{5D6C15A0-C087-4593-8414-2B4EC1CDC3DE}"/>
          </ac:spMkLst>
        </pc:spChg>
        <pc:spChg chg="add">
          <ac:chgData name="Asif Muhammad" userId="6b0af2cb-2f76-400b-94d9-178b55ef4f85" providerId="ADAL" clId="{1706C726-DFFB-4A9A-B0E4-71AC2CEA8273}" dt="2023-02-06T05:48:33.159" v="483" actId="26606"/>
          <ac:spMkLst>
            <pc:docMk/>
            <pc:sldMk cId="0" sldId="263"/>
            <ac:spMk id="258" creationId="{C05CBC3C-2E5A-4839-8B9B-2E5A6ADF0F58}"/>
          </ac:spMkLst>
        </pc:spChg>
        <pc:spChg chg="add">
          <ac:chgData name="Asif Muhammad" userId="6b0af2cb-2f76-400b-94d9-178b55ef4f85" providerId="ADAL" clId="{1706C726-DFFB-4A9A-B0E4-71AC2CEA8273}" dt="2023-02-06T05:48:33.159" v="483" actId="26606"/>
          <ac:spMkLst>
            <pc:docMk/>
            <pc:sldMk cId="0" sldId="263"/>
            <ac:spMk id="259" creationId="{827FF362-FC97-4BF5-949B-D4ADFA26E457}"/>
          </ac:spMkLst>
        </pc:spChg>
        <pc:graphicFrameChg chg="add del">
          <ac:chgData name="Asif Muhammad" userId="6b0af2cb-2f76-400b-94d9-178b55ef4f85" providerId="ADAL" clId="{1706C726-DFFB-4A9A-B0E4-71AC2CEA8273}" dt="2023-02-06T05:30:36.560" v="75" actId="26606"/>
          <ac:graphicFrameMkLst>
            <pc:docMk/>
            <pc:sldMk cId="0" sldId="263"/>
            <ac:graphicFrameMk id="229" creationId="{3F922F56-1473-E84F-F9C8-3DF78BFC7A10}"/>
          </ac:graphicFrameMkLst>
        </pc:graphicFrameChg>
        <pc:picChg chg="add del">
          <ac:chgData name="Asif Muhammad" userId="6b0af2cb-2f76-400b-94d9-178b55ef4f85" providerId="ADAL" clId="{1706C726-DFFB-4A9A-B0E4-71AC2CEA8273}" dt="2023-02-06T05:30:01.878" v="63" actId="26606"/>
          <ac:picMkLst>
            <pc:docMk/>
            <pc:sldMk cId="0" sldId="263"/>
            <ac:picMk id="205" creationId="{C36D2872-B762-CE02-AAD6-142DE5EB81B0}"/>
          </ac:picMkLst>
        </pc:picChg>
        <pc:picChg chg="add del">
          <ac:chgData name="Asif Muhammad" userId="6b0af2cb-2f76-400b-94d9-178b55ef4f85" providerId="ADAL" clId="{1706C726-DFFB-4A9A-B0E4-71AC2CEA8273}" dt="2023-02-06T05:30:05.761" v="65" actId="26606"/>
          <ac:picMkLst>
            <pc:docMk/>
            <pc:sldMk cId="0" sldId="263"/>
            <ac:picMk id="213" creationId="{C50FE8A0-F93C-95A6-C5C8-AAB3B842CB38}"/>
          </ac:picMkLst>
        </pc:picChg>
        <pc:picChg chg="add del">
          <ac:chgData name="Asif Muhammad" userId="6b0af2cb-2f76-400b-94d9-178b55ef4f85" providerId="ADAL" clId="{1706C726-DFFB-4A9A-B0E4-71AC2CEA8273}" dt="2023-02-06T05:30:07.902" v="67" actId="26606"/>
          <ac:picMkLst>
            <pc:docMk/>
            <pc:sldMk cId="0" sldId="263"/>
            <ac:picMk id="216" creationId="{2C50C4A5-D581-F764-1C4E-D6334D084D3B}"/>
          </ac:picMkLst>
        </pc:picChg>
        <pc:picChg chg="add del">
          <ac:chgData name="Asif Muhammad" userId="6b0af2cb-2f76-400b-94d9-178b55ef4f85" providerId="ADAL" clId="{1706C726-DFFB-4A9A-B0E4-71AC2CEA8273}" dt="2023-02-06T05:48:06.439" v="470" actId="26606"/>
          <ac:picMkLst>
            <pc:docMk/>
            <pc:sldMk cId="0" sldId="263"/>
            <ac:picMk id="235" creationId="{CC0EF60A-CA23-5684-5DF5-56B42347F006}"/>
          </ac:picMkLst>
        </pc:picChg>
        <pc:picChg chg="add del">
          <ac:chgData name="Asif Muhammad" userId="6b0af2cb-2f76-400b-94d9-178b55ef4f85" providerId="ADAL" clId="{1706C726-DFFB-4A9A-B0E4-71AC2CEA8273}" dt="2023-02-06T05:48:10.749" v="474" actId="26606"/>
          <ac:picMkLst>
            <pc:docMk/>
            <pc:sldMk cId="0" sldId="263"/>
            <ac:picMk id="243" creationId="{A7374991-CB7B-42D5-969C-F066619A5474}"/>
          </ac:picMkLst>
        </pc:picChg>
        <pc:picChg chg="add del">
          <ac:chgData name="Asif Muhammad" userId="6b0af2cb-2f76-400b-94d9-178b55ef4f85" providerId="ADAL" clId="{1706C726-DFFB-4A9A-B0E4-71AC2CEA8273}" dt="2023-02-06T05:48:13.284" v="476" actId="26606"/>
          <ac:picMkLst>
            <pc:docMk/>
            <pc:sldMk cId="0" sldId="263"/>
            <ac:picMk id="247" creationId="{70673536-B7DA-6D02-6372-82867E4649E0}"/>
          </ac:picMkLst>
        </pc:picChg>
        <pc:picChg chg="add del">
          <ac:chgData name="Asif Muhammad" userId="6b0af2cb-2f76-400b-94d9-178b55ef4f85" providerId="ADAL" clId="{1706C726-DFFB-4A9A-B0E4-71AC2CEA8273}" dt="2023-02-06T05:48:19.805" v="478" actId="26606"/>
          <ac:picMkLst>
            <pc:docMk/>
            <pc:sldMk cId="0" sldId="263"/>
            <ac:picMk id="250" creationId="{CC0EF60A-CA23-5684-5DF5-56B42347F006}"/>
          </ac:picMkLst>
        </pc:picChg>
        <pc:cxnChg chg="add del">
          <ac:chgData name="Asif Muhammad" userId="6b0af2cb-2f76-400b-94d9-178b55ef4f85" providerId="ADAL" clId="{1706C726-DFFB-4A9A-B0E4-71AC2CEA8273}" dt="2023-02-06T05:30:01.878" v="63" actId="26606"/>
          <ac:cxnSpMkLst>
            <pc:docMk/>
            <pc:sldMk cId="0" sldId="263"/>
            <ac:cxnSpMk id="209" creationId="{A7F400EE-A8A5-48AF-B4D6-291B52C6F0B0}"/>
          </ac:cxnSpMkLst>
        </pc:cxnChg>
      </pc:sldChg>
      <pc:sldChg chg="addSp modSp mod setBg">
        <pc:chgData name="Asif Muhammad" userId="6b0af2cb-2f76-400b-94d9-178b55ef4f85" providerId="ADAL" clId="{1706C726-DFFB-4A9A-B0E4-71AC2CEA8273}" dt="2023-02-06T06:58:09.614" v="593" actId="12"/>
        <pc:sldMkLst>
          <pc:docMk/>
          <pc:sldMk cId="0" sldId="264"/>
        </pc:sldMkLst>
        <pc:spChg chg="mod">
          <ac:chgData name="Asif Muhammad" userId="6b0af2cb-2f76-400b-94d9-178b55ef4f85" providerId="ADAL" clId="{1706C726-DFFB-4A9A-B0E4-71AC2CEA8273}" dt="2023-02-06T05:59:47.090" v="543" actId="26606"/>
          <ac:spMkLst>
            <pc:docMk/>
            <pc:sldMk cId="0" sldId="264"/>
            <ac:spMk id="209" creationId="{00000000-0000-0000-0000-000000000000}"/>
          </ac:spMkLst>
        </pc:spChg>
        <pc:spChg chg="mod">
          <ac:chgData name="Asif Muhammad" userId="6b0af2cb-2f76-400b-94d9-178b55ef4f85" providerId="ADAL" clId="{1706C726-DFFB-4A9A-B0E4-71AC2CEA8273}" dt="2023-02-06T05:59:47.090" v="543" actId="26606"/>
          <ac:spMkLst>
            <pc:docMk/>
            <pc:sldMk cId="0" sldId="264"/>
            <ac:spMk id="210" creationId="{00000000-0000-0000-0000-000000000000}"/>
          </ac:spMkLst>
        </pc:spChg>
        <pc:spChg chg="add">
          <ac:chgData name="Asif Muhammad" userId="6b0af2cb-2f76-400b-94d9-178b55ef4f85" providerId="ADAL" clId="{1706C726-DFFB-4A9A-B0E4-71AC2CEA8273}" dt="2023-02-06T05:59:47.090" v="543" actId="26606"/>
          <ac:spMkLst>
            <pc:docMk/>
            <pc:sldMk cId="0" sldId="264"/>
            <ac:spMk id="218" creationId="{7F57BEA8-497D-4AA8-8A18-BDCD696B25FE}"/>
          </ac:spMkLst>
        </pc:spChg>
        <pc:graphicFrameChg chg="add mod modGraphic">
          <ac:chgData name="Asif Muhammad" userId="6b0af2cb-2f76-400b-94d9-178b55ef4f85" providerId="ADAL" clId="{1706C726-DFFB-4A9A-B0E4-71AC2CEA8273}" dt="2023-02-06T06:58:09.614" v="593" actId="12"/>
          <ac:graphicFrameMkLst>
            <pc:docMk/>
            <pc:sldMk cId="0" sldId="264"/>
            <ac:graphicFrameMk id="211" creationId="{00000000-0000-0000-0000-000000000000}"/>
          </ac:graphicFrameMkLst>
        </pc:graphicFrameChg>
        <pc:cxnChg chg="add">
          <ac:chgData name="Asif Muhammad" userId="6b0af2cb-2f76-400b-94d9-178b55ef4f85" providerId="ADAL" clId="{1706C726-DFFB-4A9A-B0E4-71AC2CEA8273}" dt="2023-02-06T05:59:47.090" v="543" actId="26606"/>
          <ac:cxnSpMkLst>
            <pc:docMk/>
            <pc:sldMk cId="0" sldId="264"/>
            <ac:cxnSpMk id="216" creationId="{D2E961F1-4A28-4A5F-BBD4-6E400E5E6C75}"/>
          </ac:cxnSpMkLst>
        </pc:cxnChg>
        <pc:cxnChg chg="add">
          <ac:chgData name="Asif Muhammad" userId="6b0af2cb-2f76-400b-94d9-178b55ef4f85" providerId="ADAL" clId="{1706C726-DFFB-4A9A-B0E4-71AC2CEA8273}" dt="2023-02-06T05:59:47.090" v="543" actId="26606"/>
          <ac:cxnSpMkLst>
            <pc:docMk/>
            <pc:sldMk cId="0" sldId="264"/>
            <ac:cxnSpMk id="220" creationId="{A82415D3-DDE5-4D63-8CB3-23A5EC581B27}"/>
          </ac:cxnSpMkLst>
        </pc:cxnChg>
        <pc:cxnChg chg="add">
          <ac:chgData name="Asif Muhammad" userId="6b0af2cb-2f76-400b-94d9-178b55ef4f85" providerId="ADAL" clId="{1706C726-DFFB-4A9A-B0E4-71AC2CEA8273}" dt="2023-02-06T05:59:47.090" v="543" actId="26606"/>
          <ac:cxnSpMkLst>
            <pc:docMk/>
            <pc:sldMk cId="0" sldId="264"/>
            <ac:cxnSpMk id="222" creationId="{AD7193FB-6AE6-4B3B-8F89-56B55DD63B4D}"/>
          </ac:cxnSpMkLst>
        </pc:cxnChg>
      </pc:sldChg>
      <pc:sldChg chg="addSp modSp mod setBg">
        <pc:chgData name="Asif Muhammad" userId="6b0af2cb-2f76-400b-94d9-178b55ef4f85" providerId="ADAL" clId="{1706C726-DFFB-4A9A-B0E4-71AC2CEA8273}" dt="2023-02-06T06:59:24.446" v="600" actId="27636"/>
        <pc:sldMkLst>
          <pc:docMk/>
          <pc:sldMk cId="0" sldId="265"/>
        </pc:sldMkLst>
        <pc:spChg chg="mod">
          <ac:chgData name="Asif Muhammad" userId="6b0af2cb-2f76-400b-94d9-178b55ef4f85" providerId="ADAL" clId="{1706C726-DFFB-4A9A-B0E4-71AC2CEA8273}" dt="2023-02-06T06:00:31.995" v="545" actId="26606"/>
          <ac:spMkLst>
            <pc:docMk/>
            <pc:sldMk cId="0" sldId="265"/>
            <ac:spMk id="217" creationId="{00000000-0000-0000-0000-000000000000}"/>
          </ac:spMkLst>
        </pc:spChg>
        <pc:spChg chg="mod">
          <ac:chgData name="Asif Muhammad" userId="6b0af2cb-2f76-400b-94d9-178b55ef4f85" providerId="ADAL" clId="{1706C726-DFFB-4A9A-B0E4-71AC2CEA8273}" dt="2023-02-06T06:59:24.446" v="600" actId="27636"/>
          <ac:spMkLst>
            <pc:docMk/>
            <pc:sldMk cId="0" sldId="265"/>
            <ac:spMk id="218" creationId="{00000000-0000-0000-0000-000000000000}"/>
          </ac:spMkLst>
        </pc:spChg>
        <pc:spChg chg="mod ord">
          <ac:chgData name="Asif Muhammad" userId="6b0af2cb-2f76-400b-94d9-178b55ef4f85" providerId="ADAL" clId="{1706C726-DFFB-4A9A-B0E4-71AC2CEA8273}" dt="2023-02-06T06:00:31.995" v="545" actId="26606"/>
          <ac:spMkLst>
            <pc:docMk/>
            <pc:sldMk cId="0" sldId="265"/>
            <ac:spMk id="219" creationId="{00000000-0000-0000-0000-000000000000}"/>
          </ac:spMkLst>
        </pc:spChg>
        <pc:spChg chg="add">
          <ac:chgData name="Asif Muhammad" userId="6b0af2cb-2f76-400b-94d9-178b55ef4f85" providerId="ADAL" clId="{1706C726-DFFB-4A9A-B0E4-71AC2CEA8273}" dt="2023-02-06T06:00:31.995" v="545" actId="26606"/>
          <ac:spMkLst>
            <pc:docMk/>
            <pc:sldMk cId="0" sldId="265"/>
            <ac:spMk id="225" creationId="{2C61293E-6EBE-43EF-A52C-9BEBFD7679D4}"/>
          </ac:spMkLst>
        </pc:spChg>
        <pc:spChg chg="add">
          <ac:chgData name="Asif Muhammad" userId="6b0af2cb-2f76-400b-94d9-178b55ef4f85" providerId="ADAL" clId="{1706C726-DFFB-4A9A-B0E4-71AC2CEA8273}" dt="2023-02-06T06:00:31.995" v="545" actId="26606"/>
          <ac:spMkLst>
            <pc:docMk/>
            <pc:sldMk cId="0" sldId="265"/>
            <ac:spMk id="227" creationId="{3FCFB1DE-0B7E-48CC-BA90-B2AB0889F9D6}"/>
          </ac:spMkLst>
        </pc:spChg>
        <pc:picChg chg="add mod">
          <ac:chgData name="Asif Muhammad" userId="6b0af2cb-2f76-400b-94d9-178b55ef4f85" providerId="ADAL" clId="{1706C726-DFFB-4A9A-B0E4-71AC2CEA8273}" dt="2023-02-06T06:00:42.988" v="546" actId="27614"/>
          <ac:picMkLst>
            <pc:docMk/>
            <pc:sldMk cId="0" sldId="265"/>
            <ac:picMk id="221" creationId="{FDD2EB1D-98E1-D389-1E69-7CAAD51BB238}"/>
          </ac:picMkLst>
        </pc:picChg>
      </pc:sldChg>
      <pc:sldChg chg="addSp delSp modSp mod setBg">
        <pc:chgData name="Asif Muhammad" userId="6b0af2cb-2f76-400b-94d9-178b55ef4f85" providerId="ADAL" clId="{1706C726-DFFB-4A9A-B0E4-71AC2CEA8273}" dt="2023-02-06T07:04:27.325" v="617" actId="27636"/>
        <pc:sldMkLst>
          <pc:docMk/>
          <pc:sldMk cId="0" sldId="266"/>
        </pc:sldMkLst>
        <pc:spChg chg="mod">
          <ac:chgData name="Asif Muhammad" userId="6b0af2cb-2f76-400b-94d9-178b55ef4f85" providerId="ADAL" clId="{1706C726-DFFB-4A9A-B0E4-71AC2CEA8273}" dt="2023-02-06T06:19:11.408" v="562" actId="26606"/>
          <ac:spMkLst>
            <pc:docMk/>
            <pc:sldMk cId="0" sldId="266"/>
            <ac:spMk id="225" creationId="{00000000-0000-0000-0000-000000000000}"/>
          </ac:spMkLst>
        </pc:spChg>
        <pc:spChg chg="mod">
          <ac:chgData name="Asif Muhammad" userId="6b0af2cb-2f76-400b-94d9-178b55ef4f85" providerId="ADAL" clId="{1706C726-DFFB-4A9A-B0E4-71AC2CEA8273}" dt="2023-02-06T07:04:27.325" v="617" actId="27636"/>
          <ac:spMkLst>
            <pc:docMk/>
            <pc:sldMk cId="0" sldId="266"/>
            <ac:spMk id="226" creationId="{00000000-0000-0000-0000-000000000000}"/>
          </ac:spMkLst>
        </pc:spChg>
        <pc:spChg chg="mod ord">
          <ac:chgData name="Asif Muhammad" userId="6b0af2cb-2f76-400b-94d9-178b55ef4f85" providerId="ADAL" clId="{1706C726-DFFB-4A9A-B0E4-71AC2CEA8273}" dt="2023-02-06T06:19:11.408" v="562" actId="26606"/>
          <ac:spMkLst>
            <pc:docMk/>
            <pc:sldMk cId="0" sldId="266"/>
            <ac:spMk id="227" creationId="{00000000-0000-0000-0000-000000000000}"/>
          </ac:spMkLst>
        </pc:spChg>
        <pc:spChg chg="add del">
          <ac:chgData name="Asif Muhammad" userId="6b0af2cb-2f76-400b-94d9-178b55ef4f85" providerId="ADAL" clId="{1706C726-DFFB-4A9A-B0E4-71AC2CEA8273}" dt="2023-02-06T06:19:06.021" v="557" actId="26606"/>
          <ac:spMkLst>
            <pc:docMk/>
            <pc:sldMk cId="0" sldId="266"/>
            <ac:spMk id="233" creationId="{F13C74B1-5B17-4795-BED0-7140497B445A}"/>
          </ac:spMkLst>
        </pc:spChg>
        <pc:spChg chg="add">
          <ac:chgData name="Asif Muhammad" userId="6b0af2cb-2f76-400b-94d9-178b55ef4f85" providerId="ADAL" clId="{1706C726-DFFB-4A9A-B0E4-71AC2CEA8273}" dt="2023-02-06T06:19:11.408" v="562" actId="26606"/>
          <ac:spMkLst>
            <pc:docMk/>
            <pc:sldMk cId="0" sldId="266"/>
            <ac:spMk id="234" creationId="{59A309A7-1751-4ABE-A3C1-EEC40366AD89}"/>
          </ac:spMkLst>
        </pc:spChg>
        <pc:spChg chg="add del">
          <ac:chgData name="Asif Muhammad" userId="6b0af2cb-2f76-400b-94d9-178b55ef4f85" providerId="ADAL" clId="{1706C726-DFFB-4A9A-B0E4-71AC2CEA8273}" dt="2023-02-06T06:19:06.021" v="557" actId="26606"/>
          <ac:spMkLst>
            <pc:docMk/>
            <pc:sldMk cId="0" sldId="266"/>
            <ac:spMk id="235" creationId="{D4974D33-8DC5-464E-8C6D-BE58F0669C17}"/>
          </ac:spMkLst>
        </pc:spChg>
        <pc:spChg chg="add">
          <ac:chgData name="Asif Muhammad" userId="6b0af2cb-2f76-400b-94d9-178b55ef4f85" providerId="ADAL" clId="{1706C726-DFFB-4A9A-B0E4-71AC2CEA8273}" dt="2023-02-06T06:19:11.408" v="562" actId="26606"/>
          <ac:spMkLst>
            <pc:docMk/>
            <pc:sldMk cId="0" sldId="266"/>
            <ac:spMk id="236" creationId="{967D8EB6-EAE1-4F9C-B398-83321E287204}"/>
          </ac:spMkLst>
        </pc:spChg>
        <pc:spChg chg="add del">
          <ac:chgData name="Asif Muhammad" userId="6b0af2cb-2f76-400b-94d9-178b55ef4f85" providerId="ADAL" clId="{1706C726-DFFB-4A9A-B0E4-71AC2CEA8273}" dt="2023-02-06T06:19:11.392" v="561" actId="26606"/>
          <ac:spMkLst>
            <pc:docMk/>
            <pc:sldMk cId="0" sldId="266"/>
            <ac:spMk id="240" creationId="{04812C46-200A-4DEB-A05E-3ED6C68C2387}"/>
          </ac:spMkLst>
        </pc:spChg>
        <pc:spChg chg="add del">
          <ac:chgData name="Asif Muhammad" userId="6b0af2cb-2f76-400b-94d9-178b55ef4f85" providerId="ADAL" clId="{1706C726-DFFB-4A9A-B0E4-71AC2CEA8273}" dt="2023-02-06T06:19:11.392" v="561" actId="26606"/>
          <ac:spMkLst>
            <pc:docMk/>
            <pc:sldMk cId="0" sldId="266"/>
            <ac:spMk id="242" creationId="{D1EA859B-E555-4109-94F3-6700E046E008}"/>
          </ac:spMkLst>
        </pc:spChg>
        <pc:picChg chg="add del">
          <ac:chgData name="Asif Muhammad" userId="6b0af2cb-2f76-400b-94d9-178b55ef4f85" providerId="ADAL" clId="{1706C726-DFFB-4A9A-B0E4-71AC2CEA8273}" dt="2023-02-06T06:19:06.021" v="557" actId="26606"/>
          <ac:picMkLst>
            <pc:docMk/>
            <pc:sldMk cId="0" sldId="266"/>
            <ac:picMk id="229" creationId="{2FF14342-3328-939E-8A20-C8C29B0699F3}"/>
          </ac:picMkLst>
        </pc:picChg>
        <pc:picChg chg="add">
          <ac:chgData name="Asif Muhammad" userId="6b0af2cb-2f76-400b-94d9-178b55ef4f85" providerId="ADAL" clId="{1706C726-DFFB-4A9A-B0E4-71AC2CEA8273}" dt="2023-02-06T06:19:11.408" v="562" actId="26606"/>
          <ac:picMkLst>
            <pc:docMk/>
            <pc:sldMk cId="0" sldId="266"/>
            <ac:picMk id="231" creationId="{DE8E30FA-2211-B895-D021-72238D8C268B}"/>
          </ac:picMkLst>
        </pc:picChg>
        <pc:picChg chg="add del">
          <ac:chgData name="Asif Muhammad" userId="6b0af2cb-2f76-400b-94d9-178b55ef4f85" providerId="ADAL" clId="{1706C726-DFFB-4A9A-B0E4-71AC2CEA8273}" dt="2023-02-06T06:19:09.138" v="559" actId="26606"/>
          <ac:picMkLst>
            <pc:docMk/>
            <pc:sldMk cId="0" sldId="266"/>
            <ac:picMk id="237" creationId="{5C6B5B11-C6B2-6741-22F4-0D1DB5C6CB5E}"/>
          </ac:picMkLst>
        </pc:picChg>
        <pc:picChg chg="add del">
          <ac:chgData name="Asif Muhammad" userId="6b0af2cb-2f76-400b-94d9-178b55ef4f85" providerId="ADAL" clId="{1706C726-DFFB-4A9A-B0E4-71AC2CEA8273}" dt="2023-02-06T06:19:11.392" v="561" actId="26606"/>
          <ac:picMkLst>
            <pc:docMk/>
            <pc:sldMk cId="0" sldId="266"/>
            <ac:picMk id="241" creationId="{90A25F5F-D0E0-AB2A-BD25-966A5CCBE28E}"/>
          </ac:picMkLst>
        </pc:picChg>
        <pc:cxnChg chg="add del">
          <ac:chgData name="Asif Muhammad" userId="6b0af2cb-2f76-400b-94d9-178b55ef4f85" providerId="ADAL" clId="{1706C726-DFFB-4A9A-B0E4-71AC2CEA8273}" dt="2023-02-06T06:19:09.138" v="559" actId="26606"/>
          <ac:cxnSpMkLst>
            <pc:docMk/>
            <pc:sldMk cId="0" sldId="266"/>
            <ac:cxnSpMk id="238" creationId="{A7F400EE-A8A5-48AF-B4D6-291B52C6F0B0}"/>
          </ac:cxnSpMkLst>
        </pc:cxnChg>
      </pc:sldChg>
      <pc:sldChg chg="addSp delSp modSp mod setBg setClrOvrMap">
        <pc:chgData name="Asif Muhammad" userId="6b0af2cb-2f76-400b-94d9-178b55ef4f85" providerId="ADAL" clId="{1706C726-DFFB-4A9A-B0E4-71AC2CEA8273}" dt="2023-02-06T07:06:34.454" v="661" actId="123"/>
        <pc:sldMkLst>
          <pc:docMk/>
          <pc:sldMk cId="0" sldId="267"/>
        </pc:sldMkLst>
        <pc:spChg chg="mod">
          <ac:chgData name="Asif Muhammad" userId="6b0af2cb-2f76-400b-94d9-178b55ef4f85" providerId="ADAL" clId="{1706C726-DFFB-4A9A-B0E4-71AC2CEA8273}" dt="2023-02-06T06:19:55.659" v="571" actId="26606"/>
          <ac:spMkLst>
            <pc:docMk/>
            <pc:sldMk cId="0" sldId="267"/>
            <ac:spMk id="233" creationId="{00000000-0000-0000-0000-000000000000}"/>
          </ac:spMkLst>
        </pc:spChg>
        <pc:spChg chg="mod">
          <ac:chgData name="Asif Muhammad" userId="6b0af2cb-2f76-400b-94d9-178b55ef4f85" providerId="ADAL" clId="{1706C726-DFFB-4A9A-B0E4-71AC2CEA8273}" dt="2023-02-06T07:06:34.454" v="661" actId="123"/>
          <ac:spMkLst>
            <pc:docMk/>
            <pc:sldMk cId="0" sldId="267"/>
            <ac:spMk id="234" creationId="{00000000-0000-0000-0000-000000000000}"/>
          </ac:spMkLst>
        </pc:spChg>
        <pc:spChg chg="mod ord">
          <ac:chgData name="Asif Muhammad" userId="6b0af2cb-2f76-400b-94d9-178b55ef4f85" providerId="ADAL" clId="{1706C726-DFFB-4A9A-B0E4-71AC2CEA8273}" dt="2023-02-06T06:19:55.659" v="571" actId="26606"/>
          <ac:spMkLst>
            <pc:docMk/>
            <pc:sldMk cId="0" sldId="267"/>
            <ac:spMk id="235" creationId="{00000000-0000-0000-0000-000000000000}"/>
          </ac:spMkLst>
        </pc:spChg>
        <pc:spChg chg="add del">
          <ac:chgData name="Asif Muhammad" userId="6b0af2cb-2f76-400b-94d9-178b55ef4f85" providerId="ADAL" clId="{1706C726-DFFB-4A9A-B0E4-71AC2CEA8273}" dt="2023-02-06T06:19:34.945" v="564" actId="26606"/>
          <ac:spMkLst>
            <pc:docMk/>
            <pc:sldMk cId="0" sldId="267"/>
            <ac:spMk id="240" creationId="{827B839B-9ADE-406B-8590-F1CAEDED45A1}"/>
          </ac:spMkLst>
        </pc:spChg>
        <pc:spChg chg="add del">
          <ac:chgData name="Asif Muhammad" userId="6b0af2cb-2f76-400b-94d9-178b55ef4f85" providerId="ADAL" clId="{1706C726-DFFB-4A9A-B0E4-71AC2CEA8273}" dt="2023-02-06T06:19:42.577" v="566" actId="26606"/>
          <ac:spMkLst>
            <pc:docMk/>
            <pc:sldMk cId="0" sldId="267"/>
            <ac:spMk id="241" creationId="{D009D6D5-DAC2-4A8B-A17A-E206B9012D09}"/>
          </ac:spMkLst>
        </pc:spChg>
        <pc:spChg chg="add del">
          <ac:chgData name="Asif Muhammad" userId="6b0af2cb-2f76-400b-94d9-178b55ef4f85" providerId="ADAL" clId="{1706C726-DFFB-4A9A-B0E4-71AC2CEA8273}" dt="2023-02-06T06:19:34.945" v="564" actId="26606"/>
          <ac:spMkLst>
            <pc:docMk/>
            <pc:sldMk cId="0" sldId="267"/>
            <ac:spMk id="242" creationId="{CFE45BF0-46DB-408C-B5F7-7B11716805D4}"/>
          </ac:spMkLst>
        </pc:spChg>
        <pc:spChg chg="add del">
          <ac:chgData name="Asif Muhammad" userId="6b0af2cb-2f76-400b-94d9-178b55ef4f85" providerId="ADAL" clId="{1706C726-DFFB-4A9A-B0E4-71AC2CEA8273}" dt="2023-02-06T06:19:43.693" v="568" actId="26606"/>
          <ac:spMkLst>
            <pc:docMk/>
            <pc:sldMk cId="0" sldId="267"/>
            <ac:spMk id="243" creationId="{EA67B5B4-3A24-436E-B663-1B2EBFF8A0CD}"/>
          </ac:spMkLst>
        </pc:spChg>
        <pc:spChg chg="add del">
          <ac:chgData name="Asif Muhammad" userId="6b0af2cb-2f76-400b-94d9-178b55ef4f85" providerId="ADAL" clId="{1706C726-DFFB-4A9A-B0E4-71AC2CEA8273}" dt="2023-02-06T06:19:34.945" v="564" actId="26606"/>
          <ac:spMkLst>
            <pc:docMk/>
            <pc:sldMk cId="0" sldId="267"/>
            <ac:spMk id="244" creationId="{2AEBC8F2-97B1-41B4-93F1-2D289E197FBA}"/>
          </ac:spMkLst>
        </pc:spChg>
        <pc:spChg chg="add del">
          <ac:chgData name="Asif Muhammad" userId="6b0af2cb-2f76-400b-94d9-178b55ef4f85" providerId="ADAL" clId="{1706C726-DFFB-4A9A-B0E4-71AC2CEA8273}" dt="2023-02-06T06:19:43.693" v="568" actId="26606"/>
          <ac:spMkLst>
            <pc:docMk/>
            <pc:sldMk cId="0" sldId="267"/>
            <ac:spMk id="245" creationId="{987FDF89-C993-41F4-A1B8-DBAFF16008A9}"/>
          </ac:spMkLst>
        </pc:spChg>
        <pc:spChg chg="add del">
          <ac:chgData name="Asif Muhammad" userId="6b0af2cb-2f76-400b-94d9-178b55ef4f85" providerId="ADAL" clId="{1706C726-DFFB-4A9A-B0E4-71AC2CEA8273}" dt="2023-02-06T06:19:34.945" v="564" actId="26606"/>
          <ac:spMkLst>
            <pc:docMk/>
            <pc:sldMk cId="0" sldId="267"/>
            <ac:spMk id="246" creationId="{472E3A19-F5D5-48FC-BB9C-48C2F68F598B}"/>
          </ac:spMkLst>
        </pc:spChg>
        <pc:spChg chg="add del">
          <ac:chgData name="Asif Muhammad" userId="6b0af2cb-2f76-400b-94d9-178b55ef4f85" providerId="ADAL" clId="{1706C726-DFFB-4A9A-B0E4-71AC2CEA8273}" dt="2023-02-06T06:19:43.693" v="568" actId="26606"/>
          <ac:spMkLst>
            <pc:docMk/>
            <pc:sldMk cId="0" sldId="267"/>
            <ac:spMk id="247" creationId="{D1D7179B-FF7C-482F-B3D9-2BE9ED1139F9}"/>
          </ac:spMkLst>
        </pc:spChg>
        <pc:spChg chg="add del">
          <ac:chgData name="Asif Muhammad" userId="6b0af2cb-2f76-400b-94d9-178b55ef4f85" providerId="ADAL" clId="{1706C726-DFFB-4A9A-B0E4-71AC2CEA8273}" dt="2023-02-06T06:19:34.945" v="564" actId="26606"/>
          <ac:spMkLst>
            <pc:docMk/>
            <pc:sldMk cId="0" sldId="267"/>
            <ac:spMk id="248" creationId="{7A62E32F-BB65-43A8-8EB5-92346890E549}"/>
          </ac:spMkLst>
        </pc:spChg>
        <pc:spChg chg="add del">
          <ac:chgData name="Asif Muhammad" userId="6b0af2cb-2f76-400b-94d9-178b55ef4f85" providerId="ADAL" clId="{1706C726-DFFB-4A9A-B0E4-71AC2CEA8273}" dt="2023-02-06T06:19:55.643" v="570" actId="26606"/>
          <ac:spMkLst>
            <pc:docMk/>
            <pc:sldMk cId="0" sldId="267"/>
            <ac:spMk id="249" creationId="{907EF6B7-1338-4443-8C46-6A318D952DFD}"/>
          </ac:spMkLst>
        </pc:spChg>
        <pc:spChg chg="add del">
          <ac:chgData name="Asif Muhammad" userId="6b0af2cb-2f76-400b-94d9-178b55ef4f85" providerId="ADAL" clId="{1706C726-DFFB-4A9A-B0E4-71AC2CEA8273}" dt="2023-02-06T06:19:34.945" v="564" actId="26606"/>
          <ac:spMkLst>
            <pc:docMk/>
            <pc:sldMk cId="0" sldId="267"/>
            <ac:spMk id="250" creationId="{14E91B64-9FCC-451E-AFB4-A827D6329367}"/>
          </ac:spMkLst>
        </pc:spChg>
        <pc:spChg chg="add del">
          <ac:chgData name="Asif Muhammad" userId="6b0af2cb-2f76-400b-94d9-178b55ef4f85" providerId="ADAL" clId="{1706C726-DFFB-4A9A-B0E4-71AC2CEA8273}" dt="2023-02-06T06:19:55.643" v="570" actId="26606"/>
          <ac:spMkLst>
            <pc:docMk/>
            <pc:sldMk cId="0" sldId="267"/>
            <ac:spMk id="251" creationId="{DAAE4CDD-124C-4DCF-9584-B6033B545DD5}"/>
          </ac:spMkLst>
        </pc:spChg>
        <pc:spChg chg="add del">
          <ac:chgData name="Asif Muhammad" userId="6b0af2cb-2f76-400b-94d9-178b55ef4f85" providerId="ADAL" clId="{1706C726-DFFB-4A9A-B0E4-71AC2CEA8273}" dt="2023-02-06T06:19:55.643" v="570" actId="26606"/>
          <ac:spMkLst>
            <pc:docMk/>
            <pc:sldMk cId="0" sldId="267"/>
            <ac:spMk id="252" creationId="{081E4A58-353D-44AE-B2FC-2A74E2E400F7}"/>
          </ac:spMkLst>
        </pc:spChg>
        <pc:spChg chg="add">
          <ac:chgData name="Asif Muhammad" userId="6b0af2cb-2f76-400b-94d9-178b55ef4f85" providerId="ADAL" clId="{1706C726-DFFB-4A9A-B0E4-71AC2CEA8273}" dt="2023-02-06T06:19:55.659" v="571" actId="26606"/>
          <ac:spMkLst>
            <pc:docMk/>
            <pc:sldMk cId="0" sldId="267"/>
            <ac:spMk id="254" creationId="{1B15ED52-F352-441B-82BF-E0EA34836D08}"/>
          </ac:spMkLst>
        </pc:spChg>
        <pc:spChg chg="add">
          <ac:chgData name="Asif Muhammad" userId="6b0af2cb-2f76-400b-94d9-178b55ef4f85" providerId="ADAL" clId="{1706C726-DFFB-4A9A-B0E4-71AC2CEA8273}" dt="2023-02-06T06:19:55.659" v="571" actId="26606"/>
          <ac:spMkLst>
            <pc:docMk/>
            <pc:sldMk cId="0" sldId="267"/>
            <ac:spMk id="255" creationId="{3B2E3793-BFE6-45A2-9B7B-E18844431C99}"/>
          </ac:spMkLst>
        </pc:spChg>
        <pc:spChg chg="add">
          <ac:chgData name="Asif Muhammad" userId="6b0af2cb-2f76-400b-94d9-178b55ef4f85" providerId="ADAL" clId="{1706C726-DFFB-4A9A-B0E4-71AC2CEA8273}" dt="2023-02-06T06:19:55.659" v="571" actId="26606"/>
          <ac:spMkLst>
            <pc:docMk/>
            <pc:sldMk cId="0" sldId="267"/>
            <ac:spMk id="256" creationId="{BC4C4868-CB8F-4AF9-9CDB-8108F2C19B67}"/>
          </ac:spMkLst>
        </pc:spChg>
        <pc:spChg chg="add">
          <ac:chgData name="Asif Muhammad" userId="6b0af2cb-2f76-400b-94d9-178b55ef4f85" providerId="ADAL" clId="{1706C726-DFFB-4A9A-B0E4-71AC2CEA8273}" dt="2023-02-06T06:19:55.659" v="571" actId="26606"/>
          <ac:spMkLst>
            <pc:docMk/>
            <pc:sldMk cId="0" sldId="267"/>
            <ac:spMk id="257" creationId="{375E0459-6403-40CD-989D-56A4407CA12E}"/>
          </ac:spMkLst>
        </pc:spChg>
        <pc:spChg chg="add">
          <ac:chgData name="Asif Muhammad" userId="6b0af2cb-2f76-400b-94d9-178b55ef4f85" providerId="ADAL" clId="{1706C726-DFFB-4A9A-B0E4-71AC2CEA8273}" dt="2023-02-06T06:19:55.659" v="571" actId="26606"/>
          <ac:spMkLst>
            <pc:docMk/>
            <pc:sldMk cId="0" sldId="267"/>
            <ac:spMk id="258" creationId="{53E5B1A8-3AC9-4BD1-9BBC-78CA94F2D1BA}"/>
          </ac:spMkLst>
        </pc:spChg>
        <pc:picChg chg="add del">
          <ac:chgData name="Asif Muhammad" userId="6b0af2cb-2f76-400b-94d9-178b55ef4f85" providerId="ADAL" clId="{1706C726-DFFB-4A9A-B0E4-71AC2CEA8273}" dt="2023-02-06T06:19:42.577" v="566" actId="26606"/>
          <ac:picMkLst>
            <pc:docMk/>
            <pc:sldMk cId="0" sldId="267"/>
            <ac:picMk id="237" creationId="{EB9121A3-D450-64BA-B87C-2E24175B57CB}"/>
          </ac:picMkLst>
        </pc:picChg>
      </pc:sldChg>
      <pc:sldChg chg="addSp modSp mod setBg">
        <pc:chgData name="Asif Muhammad" userId="6b0af2cb-2f76-400b-94d9-178b55ef4f85" providerId="ADAL" clId="{1706C726-DFFB-4A9A-B0E4-71AC2CEA8273}" dt="2023-02-06T07:10:10.335" v="667" actId="27636"/>
        <pc:sldMkLst>
          <pc:docMk/>
          <pc:sldMk cId="0" sldId="268"/>
        </pc:sldMkLst>
        <pc:spChg chg="mod">
          <ac:chgData name="Asif Muhammad" userId="6b0af2cb-2f76-400b-94d9-178b55ef4f85" providerId="ADAL" clId="{1706C726-DFFB-4A9A-B0E4-71AC2CEA8273}" dt="2023-02-06T06:20:09.030" v="572" actId="26606"/>
          <ac:spMkLst>
            <pc:docMk/>
            <pc:sldMk cId="0" sldId="268"/>
            <ac:spMk id="241" creationId="{00000000-0000-0000-0000-000000000000}"/>
          </ac:spMkLst>
        </pc:spChg>
        <pc:spChg chg="mod">
          <ac:chgData name="Asif Muhammad" userId="6b0af2cb-2f76-400b-94d9-178b55ef4f85" providerId="ADAL" clId="{1706C726-DFFB-4A9A-B0E4-71AC2CEA8273}" dt="2023-02-06T07:10:10.335" v="667" actId="27636"/>
          <ac:spMkLst>
            <pc:docMk/>
            <pc:sldMk cId="0" sldId="268"/>
            <ac:spMk id="242" creationId="{00000000-0000-0000-0000-000000000000}"/>
          </ac:spMkLst>
        </pc:spChg>
        <pc:spChg chg="mod ord">
          <ac:chgData name="Asif Muhammad" userId="6b0af2cb-2f76-400b-94d9-178b55ef4f85" providerId="ADAL" clId="{1706C726-DFFB-4A9A-B0E4-71AC2CEA8273}" dt="2023-02-06T06:20:09.030" v="572" actId="26606"/>
          <ac:spMkLst>
            <pc:docMk/>
            <pc:sldMk cId="0" sldId="268"/>
            <ac:spMk id="243" creationId="{00000000-0000-0000-0000-000000000000}"/>
          </ac:spMkLst>
        </pc:spChg>
        <pc:spChg chg="add">
          <ac:chgData name="Asif Muhammad" userId="6b0af2cb-2f76-400b-94d9-178b55ef4f85" providerId="ADAL" clId="{1706C726-DFFB-4A9A-B0E4-71AC2CEA8273}" dt="2023-02-06T06:20:09.030" v="572" actId="26606"/>
          <ac:spMkLst>
            <pc:docMk/>
            <pc:sldMk cId="0" sldId="268"/>
            <ac:spMk id="248" creationId="{1B15ED52-F352-441B-82BF-E0EA34836D08}"/>
          </ac:spMkLst>
        </pc:spChg>
        <pc:spChg chg="add">
          <ac:chgData name="Asif Muhammad" userId="6b0af2cb-2f76-400b-94d9-178b55ef4f85" providerId="ADAL" clId="{1706C726-DFFB-4A9A-B0E4-71AC2CEA8273}" dt="2023-02-06T06:20:09.030" v="572" actId="26606"/>
          <ac:spMkLst>
            <pc:docMk/>
            <pc:sldMk cId="0" sldId="268"/>
            <ac:spMk id="250" creationId="{3B2E3793-BFE6-45A2-9B7B-E18844431C99}"/>
          </ac:spMkLst>
        </pc:spChg>
        <pc:spChg chg="add">
          <ac:chgData name="Asif Muhammad" userId="6b0af2cb-2f76-400b-94d9-178b55ef4f85" providerId="ADAL" clId="{1706C726-DFFB-4A9A-B0E4-71AC2CEA8273}" dt="2023-02-06T06:20:09.030" v="572" actId="26606"/>
          <ac:spMkLst>
            <pc:docMk/>
            <pc:sldMk cId="0" sldId="268"/>
            <ac:spMk id="252" creationId="{BC4C4868-CB8F-4AF9-9CDB-8108F2C19B67}"/>
          </ac:spMkLst>
        </pc:spChg>
        <pc:spChg chg="add">
          <ac:chgData name="Asif Muhammad" userId="6b0af2cb-2f76-400b-94d9-178b55ef4f85" providerId="ADAL" clId="{1706C726-DFFB-4A9A-B0E4-71AC2CEA8273}" dt="2023-02-06T06:20:09.030" v="572" actId="26606"/>
          <ac:spMkLst>
            <pc:docMk/>
            <pc:sldMk cId="0" sldId="268"/>
            <ac:spMk id="254" creationId="{375E0459-6403-40CD-989D-56A4407CA12E}"/>
          </ac:spMkLst>
        </pc:spChg>
        <pc:spChg chg="add">
          <ac:chgData name="Asif Muhammad" userId="6b0af2cb-2f76-400b-94d9-178b55ef4f85" providerId="ADAL" clId="{1706C726-DFFB-4A9A-B0E4-71AC2CEA8273}" dt="2023-02-06T06:20:09.030" v="572" actId="26606"/>
          <ac:spMkLst>
            <pc:docMk/>
            <pc:sldMk cId="0" sldId="268"/>
            <ac:spMk id="256" creationId="{53E5B1A8-3AC9-4BD1-9BBC-78CA94F2D1BA}"/>
          </ac:spMkLst>
        </pc:spChg>
      </pc:sldChg>
      <pc:sldChg chg="addSp modSp mod setBg">
        <pc:chgData name="Asif Muhammad" userId="6b0af2cb-2f76-400b-94d9-178b55ef4f85" providerId="ADAL" clId="{1706C726-DFFB-4A9A-B0E4-71AC2CEA8273}" dt="2023-02-06T07:10:51.469" v="677" actId="20577"/>
        <pc:sldMkLst>
          <pc:docMk/>
          <pc:sldMk cId="0" sldId="269"/>
        </pc:sldMkLst>
        <pc:spChg chg="mod">
          <ac:chgData name="Asif Muhammad" userId="6b0af2cb-2f76-400b-94d9-178b55ef4f85" providerId="ADAL" clId="{1706C726-DFFB-4A9A-B0E4-71AC2CEA8273}" dt="2023-02-06T06:20:19.683" v="573" actId="26606"/>
          <ac:spMkLst>
            <pc:docMk/>
            <pc:sldMk cId="0" sldId="269"/>
            <ac:spMk id="249" creationId="{00000000-0000-0000-0000-000000000000}"/>
          </ac:spMkLst>
        </pc:spChg>
        <pc:spChg chg="mod">
          <ac:chgData name="Asif Muhammad" userId="6b0af2cb-2f76-400b-94d9-178b55ef4f85" providerId="ADAL" clId="{1706C726-DFFB-4A9A-B0E4-71AC2CEA8273}" dt="2023-02-06T07:10:51.469" v="677" actId="20577"/>
          <ac:spMkLst>
            <pc:docMk/>
            <pc:sldMk cId="0" sldId="269"/>
            <ac:spMk id="250" creationId="{00000000-0000-0000-0000-000000000000}"/>
          </ac:spMkLst>
        </pc:spChg>
        <pc:spChg chg="mod ord">
          <ac:chgData name="Asif Muhammad" userId="6b0af2cb-2f76-400b-94d9-178b55ef4f85" providerId="ADAL" clId="{1706C726-DFFB-4A9A-B0E4-71AC2CEA8273}" dt="2023-02-06T06:20:19.683" v="573" actId="26606"/>
          <ac:spMkLst>
            <pc:docMk/>
            <pc:sldMk cId="0" sldId="269"/>
            <ac:spMk id="251" creationId="{00000000-0000-0000-0000-000000000000}"/>
          </ac:spMkLst>
        </pc:spChg>
        <pc:spChg chg="add">
          <ac:chgData name="Asif Muhammad" userId="6b0af2cb-2f76-400b-94d9-178b55ef4f85" providerId="ADAL" clId="{1706C726-DFFB-4A9A-B0E4-71AC2CEA8273}" dt="2023-02-06T06:20:19.683" v="573" actId="26606"/>
          <ac:spMkLst>
            <pc:docMk/>
            <pc:sldMk cId="0" sldId="269"/>
            <ac:spMk id="256" creationId="{827B839B-9ADE-406B-8590-F1CAEDED45A1}"/>
          </ac:spMkLst>
        </pc:spChg>
        <pc:spChg chg="add">
          <ac:chgData name="Asif Muhammad" userId="6b0af2cb-2f76-400b-94d9-178b55ef4f85" providerId="ADAL" clId="{1706C726-DFFB-4A9A-B0E4-71AC2CEA8273}" dt="2023-02-06T06:20:19.683" v="573" actId="26606"/>
          <ac:spMkLst>
            <pc:docMk/>
            <pc:sldMk cId="0" sldId="269"/>
            <ac:spMk id="258" creationId="{CFE45BF0-46DB-408C-B5F7-7B11716805D4}"/>
          </ac:spMkLst>
        </pc:spChg>
        <pc:spChg chg="add">
          <ac:chgData name="Asif Muhammad" userId="6b0af2cb-2f76-400b-94d9-178b55ef4f85" providerId="ADAL" clId="{1706C726-DFFB-4A9A-B0E4-71AC2CEA8273}" dt="2023-02-06T06:20:19.683" v="573" actId="26606"/>
          <ac:spMkLst>
            <pc:docMk/>
            <pc:sldMk cId="0" sldId="269"/>
            <ac:spMk id="260" creationId="{2AEBC8F2-97B1-41B4-93F1-2D289E197FBA}"/>
          </ac:spMkLst>
        </pc:spChg>
        <pc:spChg chg="add">
          <ac:chgData name="Asif Muhammad" userId="6b0af2cb-2f76-400b-94d9-178b55ef4f85" providerId="ADAL" clId="{1706C726-DFFB-4A9A-B0E4-71AC2CEA8273}" dt="2023-02-06T06:20:19.683" v="573" actId="26606"/>
          <ac:spMkLst>
            <pc:docMk/>
            <pc:sldMk cId="0" sldId="269"/>
            <ac:spMk id="262" creationId="{472E3A19-F5D5-48FC-BB9C-48C2F68F598B}"/>
          </ac:spMkLst>
        </pc:spChg>
        <pc:spChg chg="add">
          <ac:chgData name="Asif Muhammad" userId="6b0af2cb-2f76-400b-94d9-178b55ef4f85" providerId="ADAL" clId="{1706C726-DFFB-4A9A-B0E4-71AC2CEA8273}" dt="2023-02-06T06:20:19.683" v="573" actId="26606"/>
          <ac:spMkLst>
            <pc:docMk/>
            <pc:sldMk cId="0" sldId="269"/>
            <ac:spMk id="264" creationId="{7A62E32F-BB65-43A8-8EB5-92346890E549}"/>
          </ac:spMkLst>
        </pc:spChg>
        <pc:spChg chg="add">
          <ac:chgData name="Asif Muhammad" userId="6b0af2cb-2f76-400b-94d9-178b55ef4f85" providerId="ADAL" clId="{1706C726-DFFB-4A9A-B0E4-71AC2CEA8273}" dt="2023-02-06T06:20:19.683" v="573" actId="26606"/>
          <ac:spMkLst>
            <pc:docMk/>
            <pc:sldMk cId="0" sldId="269"/>
            <ac:spMk id="266" creationId="{14E91B64-9FCC-451E-AFB4-A827D6329367}"/>
          </ac:spMkLst>
        </pc:spChg>
      </pc:sldChg>
      <pc:sldChg chg="delSp modSp mod">
        <pc:chgData name="Asif Muhammad" userId="6b0af2cb-2f76-400b-94d9-178b55ef4f85" providerId="ADAL" clId="{1706C726-DFFB-4A9A-B0E4-71AC2CEA8273}" dt="2023-02-06T07:12:53.891" v="707" actId="20577"/>
        <pc:sldMkLst>
          <pc:docMk/>
          <pc:sldMk cId="0" sldId="270"/>
        </pc:sldMkLst>
        <pc:spChg chg="mod">
          <ac:chgData name="Asif Muhammad" userId="6b0af2cb-2f76-400b-94d9-178b55ef4f85" providerId="ADAL" clId="{1706C726-DFFB-4A9A-B0E4-71AC2CEA8273}" dt="2023-02-06T05:28:23.498" v="55" actId="27636"/>
          <ac:spMkLst>
            <pc:docMk/>
            <pc:sldMk cId="0" sldId="270"/>
            <ac:spMk id="257" creationId="{00000000-0000-0000-0000-000000000000}"/>
          </ac:spMkLst>
        </pc:spChg>
        <pc:spChg chg="mod">
          <ac:chgData name="Asif Muhammad" userId="6b0af2cb-2f76-400b-94d9-178b55ef4f85" providerId="ADAL" clId="{1706C726-DFFB-4A9A-B0E4-71AC2CEA8273}" dt="2023-02-06T07:12:53.891" v="707" actId="20577"/>
          <ac:spMkLst>
            <pc:docMk/>
            <pc:sldMk cId="0" sldId="270"/>
            <ac:spMk id="258" creationId="{00000000-0000-0000-0000-000000000000}"/>
          </ac:spMkLst>
        </pc:spChg>
        <pc:spChg chg="del mod">
          <ac:chgData name="Asif Muhammad" userId="6b0af2cb-2f76-400b-94d9-178b55ef4f85" providerId="ADAL" clId="{1706C726-DFFB-4A9A-B0E4-71AC2CEA8273}" dt="2023-02-06T07:12:28.917" v="685" actId="478"/>
          <ac:spMkLst>
            <pc:docMk/>
            <pc:sldMk cId="0" sldId="270"/>
            <ac:spMk id="260" creationId="{00000000-0000-0000-0000-000000000000}"/>
          </ac:spMkLst>
        </pc:spChg>
        <pc:spChg chg="mod">
          <ac:chgData name="Asif Muhammad" userId="6b0af2cb-2f76-400b-94d9-178b55ef4f85" providerId="ADAL" clId="{1706C726-DFFB-4A9A-B0E4-71AC2CEA8273}" dt="2023-02-06T05:28:23.066" v="52"/>
          <ac:spMkLst>
            <pc:docMk/>
            <pc:sldMk cId="0" sldId="270"/>
            <ac:spMk id="261" creationId="{00000000-0000-0000-0000-000000000000}"/>
          </ac:spMkLst>
        </pc:spChg>
        <pc:picChg chg="del mod">
          <ac:chgData name="Asif Muhammad" userId="6b0af2cb-2f76-400b-94d9-178b55ef4f85" providerId="ADAL" clId="{1706C726-DFFB-4A9A-B0E4-71AC2CEA8273}" dt="2023-02-06T07:11:31.118" v="679" actId="478"/>
          <ac:picMkLst>
            <pc:docMk/>
            <pc:sldMk cId="0" sldId="270"/>
            <ac:picMk id="259" creationId="{00000000-0000-0000-0000-000000000000}"/>
          </ac:picMkLst>
        </pc:picChg>
      </pc:sldChg>
      <pc:sldChg chg="addSp delSp modSp mod setBg">
        <pc:chgData name="Asif Muhammad" userId="6b0af2cb-2f76-400b-94d9-178b55ef4f85" providerId="ADAL" clId="{1706C726-DFFB-4A9A-B0E4-71AC2CEA8273}" dt="2023-02-08T07:01:54.250" v="968" actId="5793"/>
        <pc:sldMkLst>
          <pc:docMk/>
          <pc:sldMk cId="0" sldId="271"/>
        </pc:sldMkLst>
        <pc:spChg chg="mod">
          <ac:chgData name="Asif Muhammad" userId="6b0af2cb-2f76-400b-94d9-178b55ef4f85" providerId="ADAL" clId="{1706C726-DFFB-4A9A-B0E4-71AC2CEA8273}" dt="2023-02-06T06:21:17.704" v="578" actId="26606"/>
          <ac:spMkLst>
            <pc:docMk/>
            <pc:sldMk cId="0" sldId="271"/>
            <ac:spMk id="267" creationId="{00000000-0000-0000-0000-000000000000}"/>
          </ac:spMkLst>
        </pc:spChg>
        <pc:spChg chg="mod">
          <ac:chgData name="Asif Muhammad" userId="6b0af2cb-2f76-400b-94d9-178b55ef4f85" providerId="ADAL" clId="{1706C726-DFFB-4A9A-B0E4-71AC2CEA8273}" dt="2023-02-08T07:01:54.250" v="968" actId="5793"/>
          <ac:spMkLst>
            <pc:docMk/>
            <pc:sldMk cId="0" sldId="271"/>
            <ac:spMk id="268" creationId="{00000000-0000-0000-0000-000000000000}"/>
          </ac:spMkLst>
        </pc:spChg>
        <pc:spChg chg="mod ord">
          <ac:chgData name="Asif Muhammad" userId="6b0af2cb-2f76-400b-94d9-178b55ef4f85" providerId="ADAL" clId="{1706C726-DFFB-4A9A-B0E4-71AC2CEA8273}" dt="2023-02-06T06:21:17.704" v="578" actId="26606"/>
          <ac:spMkLst>
            <pc:docMk/>
            <pc:sldMk cId="0" sldId="271"/>
            <ac:spMk id="269" creationId="{00000000-0000-0000-0000-000000000000}"/>
          </ac:spMkLst>
        </pc:spChg>
        <pc:spChg chg="add del">
          <ac:chgData name="Asif Muhammad" userId="6b0af2cb-2f76-400b-94d9-178b55ef4f85" providerId="ADAL" clId="{1706C726-DFFB-4A9A-B0E4-71AC2CEA8273}" dt="2023-02-06T06:21:17.689" v="577" actId="26606"/>
          <ac:spMkLst>
            <pc:docMk/>
            <pc:sldMk cId="0" sldId="271"/>
            <ac:spMk id="274" creationId="{6A1473A6-3F22-483E-8A30-80B9D2B14592}"/>
          </ac:spMkLst>
        </pc:spChg>
        <pc:spChg chg="add">
          <ac:chgData name="Asif Muhammad" userId="6b0af2cb-2f76-400b-94d9-178b55ef4f85" providerId="ADAL" clId="{1706C726-DFFB-4A9A-B0E4-71AC2CEA8273}" dt="2023-02-06T06:21:17.704" v="578" actId="26606"/>
          <ac:spMkLst>
            <pc:docMk/>
            <pc:sldMk cId="0" sldId="271"/>
            <ac:spMk id="281" creationId="{979E27D9-03C7-44E2-9FF8-15D0C8506AF7}"/>
          </ac:spMkLst>
        </pc:spChg>
        <pc:spChg chg="add">
          <ac:chgData name="Asif Muhammad" userId="6b0af2cb-2f76-400b-94d9-178b55ef4f85" providerId="ADAL" clId="{1706C726-DFFB-4A9A-B0E4-71AC2CEA8273}" dt="2023-02-06T06:21:17.704" v="578" actId="26606"/>
          <ac:spMkLst>
            <pc:docMk/>
            <pc:sldMk cId="0" sldId="271"/>
            <ac:spMk id="282" creationId="{EEBF1590-3B36-48EE-A89D-3B6F3CB256AB}"/>
          </ac:spMkLst>
        </pc:spChg>
        <pc:spChg chg="add">
          <ac:chgData name="Asif Muhammad" userId="6b0af2cb-2f76-400b-94d9-178b55ef4f85" providerId="ADAL" clId="{1706C726-DFFB-4A9A-B0E4-71AC2CEA8273}" dt="2023-02-06T06:21:17.704" v="578" actId="26606"/>
          <ac:spMkLst>
            <pc:docMk/>
            <pc:sldMk cId="0" sldId="271"/>
            <ac:spMk id="283" creationId="{AC8F6C8C-AB5A-4548-942D-E3FD40ACBC49}"/>
          </ac:spMkLst>
        </pc:spChg>
        <pc:grpChg chg="add del">
          <ac:chgData name="Asif Muhammad" userId="6b0af2cb-2f76-400b-94d9-178b55ef4f85" providerId="ADAL" clId="{1706C726-DFFB-4A9A-B0E4-71AC2CEA8273}" dt="2023-02-06T06:21:17.689" v="577" actId="26606"/>
          <ac:grpSpMkLst>
            <pc:docMk/>
            <pc:sldMk cId="0" sldId="271"/>
            <ac:grpSpMk id="276" creationId="{AA1375E3-3E53-4D75-BAB7-E5929BFCB25F}"/>
          </ac:grpSpMkLst>
        </pc:grpChg>
      </pc:sldChg>
      <pc:sldChg chg="modSp">
        <pc:chgData name="Asif Muhammad" userId="6b0af2cb-2f76-400b-94d9-178b55ef4f85" providerId="ADAL" clId="{1706C726-DFFB-4A9A-B0E4-71AC2CEA8273}" dt="2023-02-06T05:28:23.066" v="52"/>
        <pc:sldMkLst>
          <pc:docMk/>
          <pc:sldMk cId="0" sldId="272"/>
        </pc:sldMkLst>
        <pc:spChg chg="mod">
          <ac:chgData name="Asif Muhammad" userId="6b0af2cb-2f76-400b-94d9-178b55ef4f85" providerId="ADAL" clId="{1706C726-DFFB-4A9A-B0E4-71AC2CEA8273}" dt="2023-02-06T05:28:23.066" v="52"/>
          <ac:spMkLst>
            <pc:docMk/>
            <pc:sldMk cId="0" sldId="272"/>
            <ac:spMk id="274" creationId="{00000000-0000-0000-0000-000000000000}"/>
          </ac:spMkLst>
        </pc:spChg>
        <pc:spChg chg="mod">
          <ac:chgData name="Asif Muhammad" userId="6b0af2cb-2f76-400b-94d9-178b55ef4f85" providerId="ADAL" clId="{1706C726-DFFB-4A9A-B0E4-71AC2CEA8273}" dt="2023-02-06T05:28:23.066" v="52"/>
          <ac:spMkLst>
            <pc:docMk/>
            <pc:sldMk cId="0" sldId="272"/>
            <ac:spMk id="275" creationId="{00000000-0000-0000-0000-000000000000}"/>
          </ac:spMkLst>
        </pc:spChg>
        <pc:spChg chg="mod">
          <ac:chgData name="Asif Muhammad" userId="6b0af2cb-2f76-400b-94d9-178b55ef4f85" providerId="ADAL" clId="{1706C726-DFFB-4A9A-B0E4-71AC2CEA8273}" dt="2023-02-06T05:28:23.066" v="52"/>
          <ac:spMkLst>
            <pc:docMk/>
            <pc:sldMk cId="0" sldId="272"/>
            <ac:spMk id="278" creationId="{00000000-0000-0000-0000-000000000000}"/>
          </ac:spMkLst>
        </pc:spChg>
      </pc:sldChg>
      <pc:sldChg chg="addSp modSp mod setBg">
        <pc:chgData name="Asif Muhammad" userId="6b0af2cb-2f76-400b-94d9-178b55ef4f85" providerId="ADAL" clId="{1706C726-DFFB-4A9A-B0E4-71AC2CEA8273}" dt="2023-02-06T07:16:19.785" v="737" actId="5793"/>
        <pc:sldMkLst>
          <pc:docMk/>
          <pc:sldMk cId="0" sldId="273"/>
        </pc:sldMkLst>
        <pc:spChg chg="mod">
          <ac:chgData name="Asif Muhammad" userId="6b0af2cb-2f76-400b-94d9-178b55ef4f85" providerId="ADAL" clId="{1706C726-DFFB-4A9A-B0E4-71AC2CEA8273}" dt="2023-02-06T06:21:52.258" v="579" actId="26606"/>
          <ac:spMkLst>
            <pc:docMk/>
            <pc:sldMk cId="0" sldId="273"/>
            <ac:spMk id="284" creationId="{00000000-0000-0000-0000-000000000000}"/>
          </ac:spMkLst>
        </pc:spChg>
        <pc:spChg chg="mod">
          <ac:chgData name="Asif Muhammad" userId="6b0af2cb-2f76-400b-94d9-178b55ef4f85" providerId="ADAL" clId="{1706C726-DFFB-4A9A-B0E4-71AC2CEA8273}" dt="2023-02-06T07:16:19.785" v="737" actId="5793"/>
          <ac:spMkLst>
            <pc:docMk/>
            <pc:sldMk cId="0" sldId="273"/>
            <ac:spMk id="285" creationId="{00000000-0000-0000-0000-000000000000}"/>
          </ac:spMkLst>
        </pc:spChg>
        <pc:spChg chg="mod ord">
          <ac:chgData name="Asif Muhammad" userId="6b0af2cb-2f76-400b-94d9-178b55ef4f85" providerId="ADAL" clId="{1706C726-DFFB-4A9A-B0E4-71AC2CEA8273}" dt="2023-02-06T06:21:52.258" v="579" actId="26606"/>
          <ac:spMkLst>
            <pc:docMk/>
            <pc:sldMk cId="0" sldId="273"/>
            <ac:spMk id="287" creationId="{00000000-0000-0000-0000-000000000000}"/>
          </ac:spMkLst>
        </pc:spChg>
        <pc:spChg chg="add">
          <ac:chgData name="Asif Muhammad" userId="6b0af2cb-2f76-400b-94d9-178b55ef4f85" providerId="ADAL" clId="{1706C726-DFFB-4A9A-B0E4-71AC2CEA8273}" dt="2023-02-06T06:21:52.258" v="579" actId="26606"/>
          <ac:spMkLst>
            <pc:docMk/>
            <pc:sldMk cId="0" sldId="273"/>
            <ac:spMk id="292" creationId="{59A309A7-1751-4ABE-A3C1-EEC40366AD89}"/>
          </ac:spMkLst>
        </pc:spChg>
        <pc:spChg chg="add">
          <ac:chgData name="Asif Muhammad" userId="6b0af2cb-2f76-400b-94d9-178b55ef4f85" providerId="ADAL" clId="{1706C726-DFFB-4A9A-B0E4-71AC2CEA8273}" dt="2023-02-06T06:21:52.258" v="579" actId="26606"/>
          <ac:spMkLst>
            <pc:docMk/>
            <pc:sldMk cId="0" sldId="273"/>
            <ac:spMk id="294" creationId="{967D8EB6-EAE1-4F9C-B398-83321E287204}"/>
          </ac:spMkLst>
        </pc:spChg>
        <pc:picChg chg="mod">
          <ac:chgData name="Asif Muhammad" userId="6b0af2cb-2f76-400b-94d9-178b55ef4f85" providerId="ADAL" clId="{1706C726-DFFB-4A9A-B0E4-71AC2CEA8273}" dt="2023-02-06T06:21:52.258" v="579" actId="26606"/>
          <ac:picMkLst>
            <pc:docMk/>
            <pc:sldMk cId="0" sldId="273"/>
            <ac:picMk id="286" creationId="{00000000-0000-0000-0000-000000000000}"/>
          </ac:picMkLst>
        </pc:picChg>
      </pc:sldChg>
      <pc:sldChg chg="modSp mod">
        <pc:chgData name="Asif Muhammad" userId="6b0af2cb-2f76-400b-94d9-178b55ef4f85" providerId="ADAL" clId="{1706C726-DFFB-4A9A-B0E4-71AC2CEA8273}" dt="2023-02-06T07:19:12.063" v="740" actId="6549"/>
        <pc:sldMkLst>
          <pc:docMk/>
          <pc:sldMk cId="0" sldId="274"/>
        </pc:sldMkLst>
        <pc:spChg chg="mod">
          <ac:chgData name="Asif Muhammad" userId="6b0af2cb-2f76-400b-94d9-178b55ef4f85" providerId="ADAL" clId="{1706C726-DFFB-4A9A-B0E4-71AC2CEA8273}" dt="2023-02-06T05:28:23.520" v="58" actId="27636"/>
          <ac:spMkLst>
            <pc:docMk/>
            <pc:sldMk cId="0" sldId="274"/>
            <ac:spMk id="293" creationId="{00000000-0000-0000-0000-000000000000}"/>
          </ac:spMkLst>
        </pc:spChg>
        <pc:spChg chg="mod">
          <ac:chgData name="Asif Muhammad" userId="6b0af2cb-2f76-400b-94d9-178b55ef4f85" providerId="ADAL" clId="{1706C726-DFFB-4A9A-B0E4-71AC2CEA8273}" dt="2023-02-06T07:19:12.063" v="740" actId="6549"/>
          <ac:spMkLst>
            <pc:docMk/>
            <pc:sldMk cId="0" sldId="274"/>
            <ac:spMk id="294" creationId="{00000000-0000-0000-0000-000000000000}"/>
          </ac:spMkLst>
        </pc:spChg>
        <pc:spChg chg="mod">
          <ac:chgData name="Asif Muhammad" userId="6b0af2cb-2f76-400b-94d9-178b55ef4f85" providerId="ADAL" clId="{1706C726-DFFB-4A9A-B0E4-71AC2CEA8273}" dt="2023-02-06T05:28:23.066" v="52"/>
          <ac:spMkLst>
            <pc:docMk/>
            <pc:sldMk cId="0" sldId="274"/>
            <ac:spMk id="296" creationId="{00000000-0000-0000-0000-000000000000}"/>
          </ac:spMkLst>
        </pc:spChg>
      </pc:sldChg>
      <pc:sldChg chg="modSp mod">
        <pc:chgData name="Asif Muhammad" userId="6b0af2cb-2f76-400b-94d9-178b55ef4f85" providerId="ADAL" clId="{1706C726-DFFB-4A9A-B0E4-71AC2CEA8273}" dt="2023-02-06T07:20:26.739" v="743" actId="14100"/>
        <pc:sldMkLst>
          <pc:docMk/>
          <pc:sldMk cId="0" sldId="275"/>
        </pc:sldMkLst>
        <pc:spChg chg="mod">
          <ac:chgData name="Asif Muhammad" userId="6b0af2cb-2f76-400b-94d9-178b55ef4f85" providerId="ADAL" clId="{1706C726-DFFB-4A9A-B0E4-71AC2CEA8273}" dt="2023-02-06T05:28:23.066" v="52"/>
          <ac:spMkLst>
            <pc:docMk/>
            <pc:sldMk cId="0" sldId="275"/>
            <ac:spMk id="306" creationId="{00000000-0000-0000-0000-000000000000}"/>
          </ac:spMkLst>
        </pc:spChg>
        <pc:picChg chg="mod">
          <ac:chgData name="Asif Muhammad" userId="6b0af2cb-2f76-400b-94d9-178b55ef4f85" providerId="ADAL" clId="{1706C726-DFFB-4A9A-B0E4-71AC2CEA8273}" dt="2023-02-06T07:20:26.739" v="743" actId="14100"/>
          <ac:picMkLst>
            <pc:docMk/>
            <pc:sldMk cId="0" sldId="275"/>
            <ac:picMk id="304" creationId="{00000000-0000-0000-0000-000000000000}"/>
          </ac:picMkLst>
        </pc:picChg>
      </pc:sldChg>
      <pc:sldChg chg="modSp">
        <pc:chgData name="Asif Muhammad" userId="6b0af2cb-2f76-400b-94d9-178b55ef4f85" providerId="ADAL" clId="{1706C726-DFFB-4A9A-B0E4-71AC2CEA8273}" dt="2023-02-06T05:28:23.066" v="52"/>
        <pc:sldMkLst>
          <pc:docMk/>
          <pc:sldMk cId="0" sldId="276"/>
        </pc:sldMkLst>
        <pc:spChg chg="mod">
          <ac:chgData name="Asif Muhammad" userId="6b0af2cb-2f76-400b-94d9-178b55ef4f85" providerId="ADAL" clId="{1706C726-DFFB-4A9A-B0E4-71AC2CEA8273}" dt="2023-02-06T05:28:23.066" v="52"/>
          <ac:spMkLst>
            <pc:docMk/>
            <pc:sldMk cId="0" sldId="276"/>
            <ac:spMk id="315" creationId="{00000000-0000-0000-0000-000000000000}"/>
          </ac:spMkLst>
        </pc:spChg>
      </pc:sldChg>
      <pc:sldChg chg="modSp mod">
        <pc:chgData name="Asif Muhammad" userId="6b0af2cb-2f76-400b-94d9-178b55ef4f85" providerId="ADAL" clId="{1706C726-DFFB-4A9A-B0E4-71AC2CEA8273}" dt="2023-02-06T07:21:29.102" v="746" actId="14100"/>
        <pc:sldMkLst>
          <pc:docMk/>
          <pc:sldMk cId="0" sldId="277"/>
        </pc:sldMkLst>
        <pc:spChg chg="mod">
          <ac:chgData name="Asif Muhammad" userId="6b0af2cb-2f76-400b-94d9-178b55ef4f85" providerId="ADAL" clId="{1706C726-DFFB-4A9A-B0E4-71AC2CEA8273}" dt="2023-02-06T05:28:23.066" v="52"/>
          <ac:spMkLst>
            <pc:docMk/>
            <pc:sldMk cId="0" sldId="277"/>
            <ac:spMk id="324" creationId="{00000000-0000-0000-0000-000000000000}"/>
          </ac:spMkLst>
        </pc:spChg>
        <pc:picChg chg="mod">
          <ac:chgData name="Asif Muhammad" userId="6b0af2cb-2f76-400b-94d9-178b55ef4f85" providerId="ADAL" clId="{1706C726-DFFB-4A9A-B0E4-71AC2CEA8273}" dt="2023-02-06T07:21:29.102" v="746" actId="14100"/>
          <ac:picMkLst>
            <pc:docMk/>
            <pc:sldMk cId="0" sldId="277"/>
            <ac:picMk id="323" creationId="{00000000-0000-0000-0000-000000000000}"/>
          </ac:picMkLst>
        </pc:picChg>
      </pc:sldChg>
      <pc:sldChg chg="delSp modSp mod">
        <pc:chgData name="Asif Muhammad" userId="6b0af2cb-2f76-400b-94d9-178b55ef4f85" providerId="ADAL" clId="{1706C726-DFFB-4A9A-B0E4-71AC2CEA8273}" dt="2023-02-06T07:54:34.508" v="812" actId="113"/>
        <pc:sldMkLst>
          <pc:docMk/>
          <pc:sldMk cId="0" sldId="278"/>
        </pc:sldMkLst>
        <pc:spChg chg="mod">
          <ac:chgData name="Asif Muhammad" userId="6b0af2cb-2f76-400b-94d9-178b55ef4f85" providerId="ADAL" clId="{1706C726-DFFB-4A9A-B0E4-71AC2CEA8273}" dt="2023-02-06T07:54:34.508" v="812" actId="113"/>
          <ac:spMkLst>
            <pc:docMk/>
            <pc:sldMk cId="0" sldId="278"/>
            <ac:spMk id="331" creationId="{00000000-0000-0000-0000-000000000000}"/>
          </ac:spMkLst>
        </pc:spChg>
        <pc:spChg chg="mod">
          <ac:chgData name="Asif Muhammad" userId="6b0af2cb-2f76-400b-94d9-178b55ef4f85" providerId="ADAL" clId="{1706C726-DFFB-4A9A-B0E4-71AC2CEA8273}" dt="2023-02-06T05:28:23.066" v="52"/>
          <ac:spMkLst>
            <pc:docMk/>
            <pc:sldMk cId="0" sldId="278"/>
            <ac:spMk id="333" creationId="{00000000-0000-0000-0000-000000000000}"/>
          </ac:spMkLst>
        </pc:spChg>
        <pc:picChg chg="del mod">
          <ac:chgData name="Asif Muhammad" userId="6b0af2cb-2f76-400b-94d9-178b55ef4f85" providerId="ADAL" clId="{1706C726-DFFB-4A9A-B0E4-71AC2CEA8273}" dt="2023-02-06T07:54:18.959" v="802" actId="478"/>
          <ac:picMkLst>
            <pc:docMk/>
            <pc:sldMk cId="0" sldId="278"/>
            <ac:picMk id="332" creationId="{00000000-0000-0000-0000-000000000000}"/>
          </ac:picMkLst>
        </pc:picChg>
      </pc:sldChg>
      <pc:sldChg chg="modSp del">
        <pc:chgData name="Asif Muhammad" userId="6b0af2cb-2f76-400b-94d9-178b55ef4f85" providerId="ADAL" clId="{1706C726-DFFB-4A9A-B0E4-71AC2CEA8273}" dt="2023-02-06T07:54:58.187" v="813" actId="47"/>
        <pc:sldMkLst>
          <pc:docMk/>
          <pc:sldMk cId="0" sldId="279"/>
        </pc:sldMkLst>
        <pc:spChg chg="mod">
          <ac:chgData name="Asif Muhammad" userId="6b0af2cb-2f76-400b-94d9-178b55ef4f85" providerId="ADAL" clId="{1706C726-DFFB-4A9A-B0E4-71AC2CEA8273}" dt="2023-02-06T05:28:23.066" v="52"/>
          <ac:spMkLst>
            <pc:docMk/>
            <pc:sldMk cId="0" sldId="279"/>
            <ac:spMk id="342" creationId="{00000000-0000-0000-0000-000000000000}"/>
          </ac:spMkLst>
        </pc:spChg>
      </pc:sldChg>
      <pc:sldChg chg="modSp mod">
        <pc:chgData name="Asif Muhammad" userId="6b0af2cb-2f76-400b-94d9-178b55ef4f85" providerId="ADAL" clId="{1706C726-DFFB-4A9A-B0E4-71AC2CEA8273}" dt="2023-02-06T07:56:23.194" v="884" actId="14100"/>
        <pc:sldMkLst>
          <pc:docMk/>
          <pc:sldMk cId="0" sldId="280"/>
        </pc:sldMkLst>
        <pc:spChg chg="mod">
          <ac:chgData name="Asif Muhammad" userId="6b0af2cb-2f76-400b-94d9-178b55ef4f85" providerId="ADAL" clId="{1706C726-DFFB-4A9A-B0E4-71AC2CEA8273}" dt="2023-02-06T07:56:12.364" v="881" actId="6549"/>
          <ac:spMkLst>
            <pc:docMk/>
            <pc:sldMk cId="0" sldId="280"/>
            <ac:spMk id="349" creationId="{00000000-0000-0000-0000-000000000000}"/>
          </ac:spMkLst>
        </pc:spChg>
        <pc:spChg chg="mod">
          <ac:chgData name="Asif Muhammad" userId="6b0af2cb-2f76-400b-94d9-178b55ef4f85" providerId="ADAL" clId="{1706C726-DFFB-4A9A-B0E4-71AC2CEA8273}" dt="2023-02-06T05:28:23.066" v="52"/>
          <ac:spMkLst>
            <pc:docMk/>
            <pc:sldMk cId="0" sldId="280"/>
            <ac:spMk id="351" creationId="{00000000-0000-0000-0000-000000000000}"/>
          </ac:spMkLst>
        </pc:spChg>
        <pc:picChg chg="mod">
          <ac:chgData name="Asif Muhammad" userId="6b0af2cb-2f76-400b-94d9-178b55ef4f85" providerId="ADAL" clId="{1706C726-DFFB-4A9A-B0E4-71AC2CEA8273}" dt="2023-02-06T07:56:23.194" v="884" actId="14100"/>
          <ac:picMkLst>
            <pc:docMk/>
            <pc:sldMk cId="0" sldId="280"/>
            <ac:picMk id="350" creationId="{00000000-0000-0000-0000-000000000000}"/>
          </ac:picMkLst>
        </pc:picChg>
      </pc:sldChg>
      <pc:sldChg chg="modSp mod">
        <pc:chgData name="Asif Muhammad" userId="6b0af2cb-2f76-400b-94d9-178b55ef4f85" providerId="ADAL" clId="{1706C726-DFFB-4A9A-B0E4-71AC2CEA8273}" dt="2023-02-06T07:58:11.940" v="947" actId="1076"/>
        <pc:sldMkLst>
          <pc:docMk/>
          <pc:sldMk cId="0" sldId="281"/>
        </pc:sldMkLst>
        <pc:spChg chg="mod">
          <ac:chgData name="Asif Muhammad" userId="6b0af2cb-2f76-400b-94d9-178b55ef4f85" providerId="ADAL" clId="{1706C726-DFFB-4A9A-B0E4-71AC2CEA8273}" dt="2023-02-06T07:57:52.334" v="944" actId="20577"/>
          <ac:spMkLst>
            <pc:docMk/>
            <pc:sldMk cId="0" sldId="281"/>
            <ac:spMk id="360" creationId="{00000000-0000-0000-0000-000000000000}"/>
          </ac:spMkLst>
        </pc:spChg>
        <pc:spChg chg="mod">
          <ac:chgData name="Asif Muhammad" userId="6b0af2cb-2f76-400b-94d9-178b55ef4f85" providerId="ADAL" clId="{1706C726-DFFB-4A9A-B0E4-71AC2CEA8273}" dt="2023-02-06T05:28:23.066" v="52"/>
          <ac:spMkLst>
            <pc:docMk/>
            <pc:sldMk cId="0" sldId="281"/>
            <ac:spMk id="362" creationId="{00000000-0000-0000-0000-000000000000}"/>
          </ac:spMkLst>
        </pc:spChg>
        <pc:picChg chg="mod">
          <ac:chgData name="Asif Muhammad" userId="6b0af2cb-2f76-400b-94d9-178b55ef4f85" providerId="ADAL" clId="{1706C726-DFFB-4A9A-B0E4-71AC2CEA8273}" dt="2023-02-06T07:57:00.429" v="888" actId="14100"/>
          <ac:picMkLst>
            <pc:docMk/>
            <pc:sldMk cId="0" sldId="281"/>
            <ac:picMk id="359" creationId="{00000000-0000-0000-0000-000000000000}"/>
          </ac:picMkLst>
        </pc:picChg>
        <pc:picChg chg="mod">
          <ac:chgData name="Asif Muhammad" userId="6b0af2cb-2f76-400b-94d9-178b55ef4f85" providerId="ADAL" clId="{1706C726-DFFB-4A9A-B0E4-71AC2CEA8273}" dt="2023-02-06T07:58:11.940" v="947" actId="1076"/>
          <ac:picMkLst>
            <pc:docMk/>
            <pc:sldMk cId="0" sldId="281"/>
            <ac:picMk id="361" creationId="{00000000-0000-0000-0000-000000000000}"/>
          </ac:picMkLst>
        </pc:picChg>
      </pc:sldChg>
      <pc:sldChg chg="modSp mod">
        <pc:chgData name="Asif Muhammad" userId="6b0af2cb-2f76-400b-94d9-178b55ef4f85" providerId="ADAL" clId="{1706C726-DFFB-4A9A-B0E4-71AC2CEA8273}" dt="2023-02-06T07:58:46.834" v="950" actId="14100"/>
        <pc:sldMkLst>
          <pc:docMk/>
          <pc:sldMk cId="0" sldId="282"/>
        </pc:sldMkLst>
        <pc:spChg chg="mod">
          <ac:chgData name="Asif Muhammad" userId="6b0af2cb-2f76-400b-94d9-178b55ef4f85" providerId="ADAL" clId="{1706C726-DFFB-4A9A-B0E4-71AC2CEA8273}" dt="2023-02-06T05:28:23.066" v="52"/>
          <ac:spMkLst>
            <pc:docMk/>
            <pc:sldMk cId="0" sldId="282"/>
            <ac:spMk id="371" creationId="{00000000-0000-0000-0000-000000000000}"/>
          </ac:spMkLst>
        </pc:spChg>
        <pc:picChg chg="mod">
          <ac:chgData name="Asif Muhammad" userId="6b0af2cb-2f76-400b-94d9-178b55ef4f85" providerId="ADAL" clId="{1706C726-DFFB-4A9A-B0E4-71AC2CEA8273}" dt="2023-02-06T07:58:46.834" v="950" actId="14100"/>
          <ac:picMkLst>
            <pc:docMk/>
            <pc:sldMk cId="0" sldId="282"/>
            <ac:picMk id="370" creationId="{00000000-0000-0000-0000-000000000000}"/>
          </ac:picMkLst>
        </pc:picChg>
      </pc:sldChg>
      <pc:sldChg chg="modSp mod">
        <pc:chgData name="Asif Muhammad" userId="6b0af2cb-2f76-400b-94d9-178b55ef4f85" providerId="ADAL" clId="{1706C726-DFFB-4A9A-B0E4-71AC2CEA8273}" dt="2023-02-06T07:59:34.553" v="960" actId="1076"/>
        <pc:sldMkLst>
          <pc:docMk/>
          <pc:sldMk cId="0" sldId="283"/>
        </pc:sldMkLst>
        <pc:spChg chg="mod">
          <ac:chgData name="Asif Muhammad" userId="6b0af2cb-2f76-400b-94d9-178b55ef4f85" providerId="ADAL" clId="{1706C726-DFFB-4A9A-B0E4-71AC2CEA8273}" dt="2023-02-06T07:59:18.849" v="957" actId="20577"/>
          <ac:spMkLst>
            <pc:docMk/>
            <pc:sldMk cId="0" sldId="283"/>
            <ac:spMk id="378" creationId="{00000000-0000-0000-0000-000000000000}"/>
          </ac:spMkLst>
        </pc:spChg>
        <pc:spChg chg="mod">
          <ac:chgData name="Asif Muhammad" userId="6b0af2cb-2f76-400b-94d9-178b55ef4f85" providerId="ADAL" clId="{1706C726-DFFB-4A9A-B0E4-71AC2CEA8273}" dt="2023-02-06T07:59:24.418" v="959" actId="1076"/>
          <ac:spMkLst>
            <pc:docMk/>
            <pc:sldMk cId="0" sldId="283"/>
            <ac:spMk id="380" creationId="{00000000-0000-0000-0000-000000000000}"/>
          </ac:spMkLst>
        </pc:spChg>
        <pc:spChg chg="mod">
          <ac:chgData name="Asif Muhammad" userId="6b0af2cb-2f76-400b-94d9-178b55ef4f85" providerId="ADAL" clId="{1706C726-DFFB-4A9A-B0E4-71AC2CEA8273}" dt="2023-02-06T05:28:23.066" v="52"/>
          <ac:spMkLst>
            <pc:docMk/>
            <pc:sldMk cId="0" sldId="283"/>
            <ac:spMk id="381" creationId="{00000000-0000-0000-0000-000000000000}"/>
          </ac:spMkLst>
        </pc:spChg>
        <pc:picChg chg="mod">
          <ac:chgData name="Asif Muhammad" userId="6b0af2cb-2f76-400b-94d9-178b55ef4f85" providerId="ADAL" clId="{1706C726-DFFB-4A9A-B0E4-71AC2CEA8273}" dt="2023-02-06T07:59:34.553" v="960" actId="1076"/>
          <ac:picMkLst>
            <pc:docMk/>
            <pc:sldMk cId="0" sldId="283"/>
            <ac:picMk id="379" creationId="{00000000-0000-0000-0000-000000000000}"/>
          </ac:picMkLst>
        </pc:picChg>
      </pc:sldChg>
      <pc:sldChg chg="modSp mod">
        <pc:chgData name="Asif Muhammad" userId="6b0af2cb-2f76-400b-94d9-178b55ef4f85" providerId="ADAL" clId="{1706C726-DFFB-4A9A-B0E4-71AC2CEA8273}" dt="2023-02-06T08:00:05.590" v="967" actId="14100"/>
        <pc:sldMkLst>
          <pc:docMk/>
          <pc:sldMk cId="0" sldId="284"/>
        </pc:sldMkLst>
        <pc:spChg chg="mod">
          <ac:chgData name="Asif Muhammad" userId="6b0af2cb-2f76-400b-94d9-178b55ef4f85" providerId="ADAL" clId="{1706C726-DFFB-4A9A-B0E4-71AC2CEA8273}" dt="2023-02-06T07:59:48.273" v="962" actId="1076"/>
          <ac:spMkLst>
            <pc:docMk/>
            <pc:sldMk cId="0" sldId="284"/>
            <ac:spMk id="390" creationId="{00000000-0000-0000-0000-000000000000}"/>
          </ac:spMkLst>
        </pc:spChg>
        <pc:spChg chg="mod">
          <ac:chgData name="Asif Muhammad" userId="6b0af2cb-2f76-400b-94d9-178b55ef4f85" providerId="ADAL" clId="{1706C726-DFFB-4A9A-B0E4-71AC2CEA8273}" dt="2023-02-06T05:28:23.066" v="52"/>
          <ac:spMkLst>
            <pc:docMk/>
            <pc:sldMk cId="0" sldId="284"/>
            <ac:spMk id="391" creationId="{00000000-0000-0000-0000-000000000000}"/>
          </ac:spMkLst>
        </pc:spChg>
        <pc:picChg chg="mod">
          <ac:chgData name="Asif Muhammad" userId="6b0af2cb-2f76-400b-94d9-178b55ef4f85" providerId="ADAL" clId="{1706C726-DFFB-4A9A-B0E4-71AC2CEA8273}" dt="2023-02-06T08:00:05.590" v="967" actId="14100"/>
          <ac:picMkLst>
            <pc:docMk/>
            <pc:sldMk cId="0" sldId="284"/>
            <ac:picMk id="389" creationId="{00000000-0000-0000-0000-000000000000}"/>
          </ac:picMkLst>
        </pc:picChg>
      </pc:sldChg>
      <pc:sldChg chg="modSp mod">
        <pc:chgData name="Asif Muhammad" userId="6b0af2cb-2f76-400b-94d9-178b55ef4f85" providerId="ADAL" clId="{1706C726-DFFB-4A9A-B0E4-71AC2CEA8273}" dt="2023-02-08T07:03:05.992" v="970" actId="6549"/>
        <pc:sldMkLst>
          <pc:docMk/>
          <pc:sldMk cId="0" sldId="285"/>
        </pc:sldMkLst>
        <pc:spChg chg="mod">
          <ac:chgData name="Asif Muhammad" userId="6b0af2cb-2f76-400b-94d9-178b55ef4f85" providerId="ADAL" clId="{1706C726-DFFB-4A9A-B0E4-71AC2CEA8273}" dt="2023-02-08T07:03:05.992" v="970" actId="6549"/>
          <ac:spMkLst>
            <pc:docMk/>
            <pc:sldMk cId="0" sldId="285"/>
            <ac:spMk id="398" creationId="{00000000-0000-0000-0000-000000000000}"/>
          </ac:spMkLst>
        </pc:spChg>
        <pc:spChg chg="mod">
          <ac:chgData name="Asif Muhammad" userId="6b0af2cb-2f76-400b-94d9-178b55ef4f85" providerId="ADAL" clId="{1706C726-DFFB-4A9A-B0E4-71AC2CEA8273}" dt="2023-02-06T05:28:23.066" v="52"/>
          <ac:spMkLst>
            <pc:docMk/>
            <pc:sldMk cId="0" sldId="285"/>
            <ac:spMk id="399" creationId="{00000000-0000-0000-0000-000000000000}"/>
          </ac:spMkLst>
        </pc:spChg>
      </pc:sldChg>
      <pc:sldChg chg="modSp mod">
        <pc:chgData name="Asif Muhammad" userId="6b0af2cb-2f76-400b-94d9-178b55ef4f85" providerId="ADAL" clId="{1706C726-DFFB-4A9A-B0E4-71AC2CEA8273}" dt="2023-02-06T05:28:23.653" v="61" actId="27636"/>
        <pc:sldMkLst>
          <pc:docMk/>
          <pc:sldMk cId="0" sldId="286"/>
        </pc:sldMkLst>
        <pc:spChg chg="mod">
          <ac:chgData name="Asif Muhammad" userId="6b0af2cb-2f76-400b-94d9-178b55ef4f85" providerId="ADAL" clId="{1706C726-DFFB-4A9A-B0E4-71AC2CEA8273}" dt="2023-02-06T05:28:23.653" v="61" actId="27636"/>
          <ac:spMkLst>
            <pc:docMk/>
            <pc:sldMk cId="0" sldId="286"/>
            <ac:spMk id="405" creationId="{00000000-0000-0000-0000-000000000000}"/>
          </ac:spMkLst>
        </pc:spChg>
        <pc:spChg chg="mod">
          <ac:chgData name="Asif Muhammad" userId="6b0af2cb-2f76-400b-94d9-178b55ef4f85" providerId="ADAL" clId="{1706C726-DFFB-4A9A-B0E4-71AC2CEA8273}" dt="2023-02-06T05:28:23.652" v="60" actId="27636"/>
          <ac:spMkLst>
            <pc:docMk/>
            <pc:sldMk cId="0" sldId="286"/>
            <ac:spMk id="406" creationId="{00000000-0000-0000-0000-000000000000}"/>
          </ac:spMkLst>
        </pc:spChg>
        <pc:spChg chg="mod">
          <ac:chgData name="Asif Muhammad" userId="6b0af2cb-2f76-400b-94d9-178b55ef4f85" providerId="ADAL" clId="{1706C726-DFFB-4A9A-B0E4-71AC2CEA8273}" dt="2023-02-06T05:28:23.066" v="52"/>
          <ac:spMkLst>
            <pc:docMk/>
            <pc:sldMk cId="0" sldId="286"/>
            <ac:spMk id="409" creationId="{00000000-0000-0000-0000-000000000000}"/>
          </ac:spMkLst>
        </pc:spChg>
        <pc:spChg chg="mod">
          <ac:chgData name="Asif Muhammad" userId="6b0af2cb-2f76-400b-94d9-178b55ef4f85" providerId="ADAL" clId="{1706C726-DFFB-4A9A-B0E4-71AC2CEA8273}" dt="2023-02-06T05:28:23.066" v="52"/>
          <ac:spMkLst>
            <pc:docMk/>
            <pc:sldMk cId="0" sldId="286"/>
            <ac:spMk id="412" creationId="{00000000-0000-0000-0000-000000000000}"/>
          </ac:spMkLst>
        </pc:spChg>
      </pc:sldChg>
      <pc:sldChg chg="modSp">
        <pc:chgData name="Asif Muhammad" userId="6b0af2cb-2f76-400b-94d9-178b55ef4f85" providerId="ADAL" clId="{1706C726-DFFB-4A9A-B0E4-71AC2CEA8273}" dt="2023-02-06T05:28:23.066" v="52"/>
        <pc:sldMkLst>
          <pc:docMk/>
          <pc:sldMk cId="0" sldId="287"/>
        </pc:sldMkLst>
        <pc:spChg chg="mod">
          <ac:chgData name="Asif Muhammad" userId="6b0af2cb-2f76-400b-94d9-178b55ef4f85" providerId="ADAL" clId="{1706C726-DFFB-4A9A-B0E4-71AC2CEA8273}" dt="2023-02-06T05:28:23.066" v="52"/>
          <ac:spMkLst>
            <pc:docMk/>
            <pc:sldMk cId="0" sldId="287"/>
            <ac:spMk id="417" creationId="{00000000-0000-0000-0000-000000000000}"/>
          </ac:spMkLst>
        </pc:spChg>
        <pc:spChg chg="mod">
          <ac:chgData name="Asif Muhammad" userId="6b0af2cb-2f76-400b-94d9-178b55ef4f85" providerId="ADAL" clId="{1706C726-DFFB-4A9A-B0E4-71AC2CEA8273}" dt="2023-02-06T05:28:23.066" v="52"/>
          <ac:spMkLst>
            <pc:docMk/>
            <pc:sldMk cId="0" sldId="287"/>
            <ac:spMk id="418" creationId="{00000000-0000-0000-0000-000000000000}"/>
          </ac:spMkLst>
        </pc:spChg>
        <pc:spChg chg="mod">
          <ac:chgData name="Asif Muhammad" userId="6b0af2cb-2f76-400b-94d9-178b55ef4f85" providerId="ADAL" clId="{1706C726-DFFB-4A9A-B0E4-71AC2CEA8273}" dt="2023-02-06T05:28:23.066" v="52"/>
          <ac:spMkLst>
            <pc:docMk/>
            <pc:sldMk cId="0" sldId="287"/>
            <ac:spMk id="420" creationId="{00000000-0000-0000-0000-000000000000}"/>
          </ac:spMkLst>
        </pc:spChg>
        <pc:spChg chg="mod">
          <ac:chgData name="Asif Muhammad" userId="6b0af2cb-2f76-400b-94d9-178b55ef4f85" providerId="ADAL" clId="{1706C726-DFFB-4A9A-B0E4-71AC2CEA8273}" dt="2023-02-06T05:28:23.066" v="52"/>
          <ac:spMkLst>
            <pc:docMk/>
            <pc:sldMk cId="0" sldId="287"/>
            <ac:spMk id="421" creationId="{00000000-0000-0000-0000-000000000000}"/>
          </ac:spMkLst>
        </pc:spChg>
      </pc:sldChg>
      <pc:sldChg chg="modSp">
        <pc:chgData name="Asif Muhammad" userId="6b0af2cb-2f76-400b-94d9-178b55ef4f85" providerId="ADAL" clId="{1706C726-DFFB-4A9A-B0E4-71AC2CEA8273}" dt="2023-02-06T05:28:23.066" v="52"/>
        <pc:sldMkLst>
          <pc:docMk/>
          <pc:sldMk cId="0" sldId="288"/>
        </pc:sldMkLst>
        <pc:spChg chg="mod">
          <ac:chgData name="Asif Muhammad" userId="6b0af2cb-2f76-400b-94d9-178b55ef4f85" providerId="ADAL" clId="{1706C726-DFFB-4A9A-B0E4-71AC2CEA8273}" dt="2023-02-06T05:28:23.066" v="52"/>
          <ac:spMkLst>
            <pc:docMk/>
            <pc:sldMk cId="0" sldId="288"/>
            <ac:spMk id="426" creationId="{00000000-0000-0000-0000-000000000000}"/>
          </ac:spMkLst>
        </pc:spChg>
        <pc:spChg chg="mod">
          <ac:chgData name="Asif Muhammad" userId="6b0af2cb-2f76-400b-94d9-178b55ef4f85" providerId="ADAL" clId="{1706C726-DFFB-4A9A-B0E4-71AC2CEA8273}" dt="2023-02-06T05:28:23.066" v="52"/>
          <ac:spMkLst>
            <pc:docMk/>
            <pc:sldMk cId="0" sldId="288"/>
            <ac:spMk id="427" creationId="{00000000-0000-0000-0000-000000000000}"/>
          </ac:spMkLst>
        </pc:spChg>
        <pc:spChg chg="mod">
          <ac:chgData name="Asif Muhammad" userId="6b0af2cb-2f76-400b-94d9-178b55ef4f85" providerId="ADAL" clId="{1706C726-DFFB-4A9A-B0E4-71AC2CEA8273}" dt="2023-02-06T05:28:23.066" v="52"/>
          <ac:spMkLst>
            <pc:docMk/>
            <pc:sldMk cId="0" sldId="288"/>
            <ac:spMk id="429" creationId="{00000000-0000-0000-0000-000000000000}"/>
          </ac:spMkLst>
        </pc:spChg>
        <pc:spChg chg="mod">
          <ac:chgData name="Asif Muhammad" userId="6b0af2cb-2f76-400b-94d9-178b55ef4f85" providerId="ADAL" clId="{1706C726-DFFB-4A9A-B0E4-71AC2CEA8273}" dt="2023-02-06T05:28:23.066" v="52"/>
          <ac:spMkLst>
            <pc:docMk/>
            <pc:sldMk cId="0" sldId="288"/>
            <ac:spMk id="430" creationId="{00000000-0000-0000-0000-000000000000}"/>
          </ac:spMkLst>
        </pc:spChg>
      </pc:sldChg>
      <pc:sldChg chg="modSp">
        <pc:chgData name="Asif Muhammad" userId="6b0af2cb-2f76-400b-94d9-178b55ef4f85" providerId="ADAL" clId="{1706C726-DFFB-4A9A-B0E4-71AC2CEA8273}" dt="2023-02-06T05:28:23.066" v="52"/>
        <pc:sldMkLst>
          <pc:docMk/>
          <pc:sldMk cId="0" sldId="289"/>
        </pc:sldMkLst>
        <pc:spChg chg="mod">
          <ac:chgData name="Asif Muhammad" userId="6b0af2cb-2f76-400b-94d9-178b55ef4f85" providerId="ADAL" clId="{1706C726-DFFB-4A9A-B0E4-71AC2CEA8273}" dt="2023-02-06T05:28:23.066" v="52"/>
          <ac:spMkLst>
            <pc:docMk/>
            <pc:sldMk cId="0" sldId="289"/>
            <ac:spMk id="436" creationId="{00000000-0000-0000-0000-000000000000}"/>
          </ac:spMkLst>
        </pc:spChg>
        <pc:spChg chg="mod">
          <ac:chgData name="Asif Muhammad" userId="6b0af2cb-2f76-400b-94d9-178b55ef4f85" providerId="ADAL" clId="{1706C726-DFFB-4A9A-B0E4-71AC2CEA8273}" dt="2023-02-06T05:28:23.066" v="52"/>
          <ac:spMkLst>
            <pc:docMk/>
            <pc:sldMk cId="0" sldId="289"/>
            <ac:spMk id="439" creationId="{00000000-0000-0000-0000-000000000000}"/>
          </ac:spMkLst>
        </pc:spChg>
      </pc:sldChg>
      <pc:sldChg chg="modSp">
        <pc:chgData name="Asif Muhammad" userId="6b0af2cb-2f76-400b-94d9-178b55ef4f85" providerId="ADAL" clId="{1706C726-DFFB-4A9A-B0E4-71AC2CEA8273}" dt="2023-02-06T05:28:23.066" v="52"/>
        <pc:sldMkLst>
          <pc:docMk/>
          <pc:sldMk cId="0" sldId="290"/>
        </pc:sldMkLst>
        <pc:spChg chg="mod">
          <ac:chgData name="Asif Muhammad" userId="6b0af2cb-2f76-400b-94d9-178b55ef4f85" providerId="ADAL" clId="{1706C726-DFFB-4A9A-B0E4-71AC2CEA8273}" dt="2023-02-06T05:28:23.066" v="52"/>
          <ac:spMkLst>
            <pc:docMk/>
            <pc:sldMk cId="0" sldId="290"/>
            <ac:spMk id="445" creationId="{00000000-0000-0000-0000-000000000000}"/>
          </ac:spMkLst>
        </pc:spChg>
        <pc:spChg chg="mod">
          <ac:chgData name="Asif Muhammad" userId="6b0af2cb-2f76-400b-94d9-178b55ef4f85" providerId="ADAL" clId="{1706C726-DFFB-4A9A-B0E4-71AC2CEA8273}" dt="2023-02-06T05:28:23.066" v="52"/>
          <ac:spMkLst>
            <pc:docMk/>
            <pc:sldMk cId="0" sldId="290"/>
            <ac:spMk id="448" creationId="{00000000-0000-0000-0000-000000000000}"/>
          </ac:spMkLst>
        </pc:spChg>
      </pc:sldChg>
      <pc:sldChg chg="modSp">
        <pc:chgData name="Asif Muhammad" userId="6b0af2cb-2f76-400b-94d9-178b55ef4f85" providerId="ADAL" clId="{1706C726-DFFB-4A9A-B0E4-71AC2CEA8273}" dt="2023-02-06T05:28:23.066" v="52"/>
        <pc:sldMkLst>
          <pc:docMk/>
          <pc:sldMk cId="0" sldId="291"/>
        </pc:sldMkLst>
        <pc:spChg chg="mod">
          <ac:chgData name="Asif Muhammad" userId="6b0af2cb-2f76-400b-94d9-178b55ef4f85" providerId="ADAL" clId="{1706C726-DFFB-4A9A-B0E4-71AC2CEA8273}" dt="2023-02-06T05:28:23.066" v="52"/>
          <ac:spMkLst>
            <pc:docMk/>
            <pc:sldMk cId="0" sldId="291"/>
            <ac:spMk id="454" creationId="{00000000-0000-0000-0000-000000000000}"/>
          </ac:spMkLst>
        </pc:spChg>
        <pc:spChg chg="mod">
          <ac:chgData name="Asif Muhammad" userId="6b0af2cb-2f76-400b-94d9-178b55ef4f85" providerId="ADAL" clId="{1706C726-DFFB-4A9A-B0E4-71AC2CEA8273}" dt="2023-02-06T05:28:23.066" v="52"/>
          <ac:spMkLst>
            <pc:docMk/>
            <pc:sldMk cId="0" sldId="291"/>
            <ac:spMk id="457" creationId="{00000000-0000-0000-0000-000000000000}"/>
          </ac:spMkLst>
        </pc:spChg>
      </pc:sldChg>
      <pc:sldChg chg="modSp">
        <pc:chgData name="Asif Muhammad" userId="6b0af2cb-2f76-400b-94d9-178b55ef4f85" providerId="ADAL" clId="{1706C726-DFFB-4A9A-B0E4-71AC2CEA8273}" dt="2023-02-06T05:28:23.066" v="52"/>
        <pc:sldMkLst>
          <pc:docMk/>
          <pc:sldMk cId="0" sldId="292"/>
        </pc:sldMkLst>
        <pc:spChg chg="mod">
          <ac:chgData name="Asif Muhammad" userId="6b0af2cb-2f76-400b-94d9-178b55ef4f85" providerId="ADAL" clId="{1706C726-DFFB-4A9A-B0E4-71AC2CEA8273}" dt="2023-02-06T05:28:23.066" v="52"/>
          <ac:spMkLst>
            <pc:docMk/>
            <pc:sldMk cId="0" sldId="292"/>
            <ac:spMk id="463" creationId="{00000000-0000-0000-0000-000000000000}"/>
          </ac:spMkLst>
        </pc:spChg>
        <pc:spChg chg="mod">
          <ac:chgData name="Asif Muhammad" userId="6b0af2cb-2f76-400b-94d9-178b55ef4f85" providerId="ADAL" clId="{1706C726-DFFB-4A9A-B0E4-71AC2CEA8273}" dt="2023-02-06T05:28:23.066" v="52"/>
          <ac:spMkLst>
            <pc:docMk/>
            <pc:sldMk cId="0" sldId="292"/>
            <ac:spMk id="465" creationId="{00000000-0000-0000-0000-000000000000}"/>
          </ac:spMkLst>
        </pc:spChg>
      </pc:sldChg>
      <pc:sldChg chg="modSp mod">
        <pc:chgData name="Asif Muhammad" userId="6b0af2cb-2f76-400b-94d9-178b55ef4f85" providerId="ADAL" clId="{1706C726-DFFB-4A9A-B0E4-71AC2CEA8273}" dt="2023-02-08T07:05:49.767" v="994" actId="403"/>
        <pc:sldMkLst>
          <pc:docMk/>
          <pc:sldMk cId="0" sldId="293"/>
        </pc:sldMkLst>
        <pc:spChg chg="mod">
          <ac:chgData name="Asif Muhammad" userId="6b0af2cb-2f76-400b-94d9-178b55ef4f85" providerId="ADAL" clId="{1706C726-DFFB-4A9A-B0E4-71AC2CEA8273}" dt="2023-02-06T05:28:23.066" v="52"/>
          <ac:spMkLst>
            <pc:docMk/>
            <pc:sldMk cId="0" sldId="293"/>
            <ac:spMk id="471" creationId="{00000000-0000-0000-0000-000000000000}"/>
          </ac:spMkLst>
        </pc:spChg>
        <pc:spChg chg="mod">
          <ac:chgData name="Asif Muhammad" userId="6b0af2cb-2f76-400b-94d9-178b55ef4f85" providerId="ADAL" clId="{1706C726-DFFB-4A9A-B0E4-71AC2CEA8273}" dt="2023-02-08T07:05:49.767" v="994" actId="403"/>
          <ac:spMkLst>
            <pc:docMk/>
            <pc:sldMk cId="0" sldId="293"/>
            <ac:spMk id="472" creationId="{00000000-0000-0000-0000-000000000000}"/>
          </ac:spMkLst>
        </pc:spChg>
        <pc:spChg chg="mod">
          <ac:chgData name="Asif Muhammad" userId="6b0af2cb-2f76-400b-94d9-178b55ef4f85" providerId="ADAL" clId="{1706C726-DFFB-4A9A-B0E4-71AC2CEA8273}" dt="2023-02-06T05:28:23.066" v="52"/>
          <ac:spMkLst>
            <pc:docMk/>
            <pc:sldMk cId="0" sldId="293"/>
            <ac:spMk id="473" creationId="{00000000-0000-0000-0000-000000000000}"/>
          </ac:spMkLst>
        </pc:spChg>
      </pc:sldChg>
      <pc:sldChg chg="modSp">
        <pc:chgData name="Asif Muhammad" userId="6b0af2cb-2f76-400b-94d9-178b55ef4f85" providerId="ADAL" clId="{1706C726-DFFB-4A9A-B0E4-71AC2CEA8273}" dt="2023-02-06T05:28:23.066" v="52"/>
        <pc:sldMkLst>
          <pc:docMk/>
          <pc:sldMk cId="0" sldId="294"/>
        </pc:sldMkLst>
        <pc:spChg chg="mod">
          <ac:chgData name="Asif Muhammad" userId="6b0af2cb-2f76-400b-94d9-178b55ef4f85" providerId="ADAL" clId="{1706C726-DFFB-4A9A-B0E4-71AC2CEA8273}" dt="2023-02-06T05:28:23.066" v="52"/>
          <ac:spMkLst>
            <pc:docMk/>
            <pc:sldMk cId="0" sldId="294"/>
            <ac:spMk id="479" creationId="{00000000-0000-0000-0000-000000000000}"/>
          </ac:spMkLst>
        </pc:spChg>
        <pc:spChg chg="mod">
          <ac:chgData name="Asif Muhammad" userId="6b0af2cb-2f76-400b-94d9-178b55ef4f85" providerId="ADAL" clId="{1706C726-DFFB-4A9A-B0E4-71AC2CEA8273}" dt="2023-02-06T05:28:23.066" v="52"/>
          <ac:spMkLst>
            <pc:docMk/>
            <pc:sldMk cId="0" sldId="294"/>
            <ac:spMk id="481" creationId="{00000000-0000-0000-0000-000000000000}"/>
          </ac:spMkLst>
        </pc:spChg>
      </pc:sldChg>
      <pc:sldChg chg="modSp mod">
        <pc:chgData name="Asif Muhammad" userId="6b0af2cb-2f76-400b-94d9-178b55ef4f85" providerId="ADAL" clId="{1706C726-DFFB-4A9A-B0E4-71AC2CEA8273}" dt="2023-02-08T07:07:35.938" v="1014" actId="1076"/>
        <pc:sldMkLst>
          <pc:docMk/>
          <pc:sldMk cId="0" sldId="295"/>
        </pc:sldMkLst>
        <pc:spChg chg="mod">
          <ac:chgData name="Asif Muhammad" userId="6b0af2cb-2f76-400b-94d9-178b55ef4f85" providerId="ADAL" clId="{1706C726-DFFB-4A9A-B0E4-71AC2CEA8273}" dt="2023-02-06T05:28:23.066" v="52"/>
          <ac:spMkLst>
            <pc:docMk/>
            <pc:sldMk cId="0" sldId="295"/>
            <ac:spMk id="487" creationId="{00000000-0000-0000-0000-000000000000}"/>
          </ac:spMkLst>
        </pc:spChg>
        <pc:spChg chg="mod">
          <ac:chgData name="Asif Muhammad" userId="6b0af2cb-2f76-400b-94d9-178b55ef4f85" providerId="ADAL" clId="{1706C726-DFFB-4A9A-B0E4-71AC2CEA8273}" dt="2023-02-08T07:07:02.036" v="1013" actId="6549"/>
          <ac:spMkLst>
            <pc:docMk/>
            <pc:sldMk cId="0" sldId="295"/>
            <ac:spMk id="488" creationId="{00000000-0000-0000-0000-000000000000}"/>
          </ac:spMkLst>
        </pc:spChg>
        <pc:spChg chg="mod">
          <ac:chgData name="Asif Muhammad" userId="6b0af2cb-2f76-400b-94d9-178b55ef4f85" providerId="ADAL" clId="{1706C726-DFFB-4A9A-B0E4-71AC2CEA8273}" dt="2023-02-06T05:28:23.066" v="52"/>
          <ac:spMkLst>
            <pc:docMk/>
            <pc:sldMk cId="0" sldId="295"/>
            <ac:spMk id="490" creationId="{00000000-0000-0000-0000-000000000000}"/>
          </ac:spMkLst>
        </pc:spChg>
        <pc:picChg chg="mod">
          <ac:chgData name="Asif Muhammad" userId="6b0af2cb-2f76-400b-94d9-178b55ef4f85" providerId="ADAL" clId="{1706C726-DFFB-4A9A-B0E4-71AC2CEA8273}" dt="2023-02-08T07:07:35.938" v="1014" actId="1076"/>
          <ac:picMkLst>
            <pc:docMk/>
            <pc:sldMk cId="0" sldId="295"/>
            <ac:picMk id="489" creationId="{00000000-0000-0000-0000-000000000000}"/>
          </ac:picMkLst>
        </pc:picChg>
      </pc:sldChg>
      <pc:sldChg chg="modSp mod">
        <pc:chgData name="Asif Muhammad" userId="6b0af2cb-2f76-400b-94d9-178b55ef4f85" providerId="ADAL" clId="{1706C726-DFFB-4A9A-B0E4-71AC2CEA8273}" dt="2023-02-08T07:10:24.111" v="1030" actId="20577"/>
        <pc:sldMkLst>
          <pc:docMk/>
          <pc:sldMk cId="0" sldId="296"/>
        </pc:sldMkLst>
        <pc:spChg chg="mod">
          <ac:chgData name="Asif Muhammad" userId="6b0af2cb-2f76-400b-94d9-178b55ef4f85" providerId="ADAL" clId="{1706C726-DFFB-4A9A-B0E4-71AC2CEA8273}" dt="2023-02-06T05:28:23.066" v="52"/>
          <ac:spMkLst>
            <pc:docMk/>
            <pc:sldMk cId="0" sldId="296"/>
            <ac:spMk id="496" creationId="{00000000-0000-0000-0000-000000000000}"/>
          </ac:spMkLst>
        </pc:spChg>
        <pc:spChg chg="mod">
          <ac:chgData name="Asif Muhammad" userId="6b0af2cb-2f76-400b-94d9-178b55ef4f85" providerId="ADAL" clId="{1706C726-DFFB-4A9A-B0E4-71AC2CEA8273}" dt="2023-02-08T07:10:24.111" v="1030" actId="20577"/>
          <ac:spMkLst>
            <pc:docMk/>
            <pc:sldMk cId="0" sldId="296"/>
            <ac:spMk id="498" creationId="{00000000-0000-0000-0000-000000000000}"/>
          </ac:spMkLst>
        </pc:spChg>
        <pc:spChg chg="mod">
          <ac:chgData name="Asif Muhammad" userId="6b0af2cb-2f76-400b-94d9-178b55ef4f85" providerId="ADAL" clId="{1706C726-DFFB-4A9A-B0E4-71AC2CEA8273}" dt="2023-02-06T05:28:23.066" v="52"/>
          <ac:spMkLst>
            <pc:docMk/>
            <pc:sldMk cId="0" sldId="296"/>
            <ac:spMk id="499" creationId="{00000000-0000-0000-0000-000000000000}"/>
          </ac:spMkLst>
        </pc:spChg>
        <pc:picChg chg="mod">
          <ac:chgData name="Asif Muhammad" userId="6b0af2cb-2f76-400b-94d9-178b55ef4f85" providerId="ADAL" clId="{1706C726-DFFB-4A9A-B0E4-71AC2CEA8273}" dt="2023-02-08T07:10:02.882" v="1026" actId="14100"/>
          <ac:picMkLst>
            <pc:docMk/>
            <pc:sldMk cId="0" sldId="296"/>
            <ac:picMk id="497" creationId="{00000000-0000-0000-0000-000000000000}"/>
          </ac:picMkLst>
        </pc:picChg>
      </pc:sldChg>
      <pc:sldChg chg="modSp mod">
        <pc:chgData name="Asif Muhammad" userId="6b0af2cb-2f76-400b-94d9-178b55ef4f85" providerId="ADAL" clId="{1706C726-DFFB-4A9A-B0E4-71AC2CEA8273}" dt="2023-02-08T07:11:14.588" v="1035" actId="403"/>
        <pc:sldMkLst>
          <pc:docMk/>
          <pc:sldMk cId="0" sldId="297"/>
        </pc:sldMkLst>
        <pc:spChg chg="mod">
          <ac:chgData name="Asif Muhammad" userId="6b0af2cb-2f76-400b-94d9-178b55ef4f85" providerId="ADAL" clId="{1706C726-DFFB-4A9A-B0E4-71AC2CEA8273}" dt="2023-02-06T05:28:23.066" v="52"/>
          <ac:spMkLst>
            <pc:docMk/>
            <pc:sldMk cId="0" sldId="297"/>
            <ac:spMk id="505" creationId="{00000000-0000-0000-0000-000000000000}"/>
          </ac:spMkLst>
        </pc:spChg>
        <pc:spChg chg="mod">
          <ac:chgData name="Asif Muhammad" userId="6b0af2cb-2f76-400b-94d9-178b55ef4f85" providerId="ADAL" clId="{1706C726-DFFB-4A9A-B0E4-71AC2CEA8273}" dt="2023-02-08T07:11:14.588" v="1035" actId="403"/>
          <ac:spMkLst>
            <pc:docMk/>
            <pc:sldMk cId="0" sldId="297"/>
            <ac:spMk id="507" creationId="{00000000-0000-0000-0000-000000000000}"/>
          </ac:spMkLst>
        </pc:spChg>
        <pc:spChg chg="mod">
          <ac:chgData name="Asif Muhammad" userId="6b0af2cb-2f76-400b-94d9-178b55ef4f85" providerId="ADAL" clId="{1706C726-DFFB-4A9A-B0E4-71AC2CEA8273}" dt="2023-02-06T05:28:23.066" v="52"/>
          <ac:spMkLst>
            <pc:docMk/>
            <pc:sldMk cId="0" sldId="297"/>
            <ac:spMk id="508" creationId="{00000000-0000-0000-0000-000000000000}"/>
          </ac:spMkLst>
        </pc:spChg>
        <pc:picChg chg="mod">
          <ac:chgData name="Asif Muhammad" userId="6b0af2cb-2f76-400b-94d9-178b55ef4f85" providerId="ADAL" clId="{1706C726-DFFB-4A9A-B0E4-71AC2CEA8273}" dt="2023-02-08T07:10:58.756" v="1031" actId="14100"/>
          <ac:picMkLst>
            <pc:docMk/>
            <pc:sldMk cId="0" sldId="297"/>
            <ac:picMk id="506" creationId="{00000000-0000-0000-0000-000000000000}"/>
          </ac:picMkLst>
        </pc:picChg>
      </pc:sldChg>
      <pc:sldChg chg="modSp mod">
        <pc:chgData name="Asif Muhammad" userId="6b0af2cb-2f76-400b-94d9-178b55ef4f85" providerId="ADAL" clId="{1706C726-DFFB-4A9A-B0E4-71AC2CEA8273}" dt="2023-02-06T05:28:23.066" v="52"/>
        <pc:sldMkLst>
          <pc:docMk/>
          <pc:sldMk cId="0" sldId="298"/>
        </pc:sldMkLst>
        <pc:spChg chg="mod">
          <ac:chgData name="Asif Muhammad" userId="6b0af2cb-2f76-400b-94d9-178b55ef4f85" providerId="ADAL" clId="{1706C726-DFFB-4A9A-B0E4-71AC2CEA8273}" dt="2023-02-06T05:28:23.066" v="52"/>
          <ac:spMkLst>
            <pc:docMk/>
            <pc:sldMk cId="0" sldId="298"/>
            <ac:spMk id="514" creationId="{00000000-0000-0000-0000-000000000000}"/>
          </ac:spMkLst>
        </pc:spChg>
        <pc:spChg chg="mod">
          <ac:chgData name="Asif Muhammad" userId="6b0af2cb-2f76-400b-94d9-178b55ef4f85" providerId="ADAL" clId="{1706C726-DFFB-4A9A-B0E4-71AC2CEA8273}" dt="2023-02-06T05:28:23.066" v="52"/>
          <ac:spMkLst>
            <pc:docMk/>
            <pc:sldMk cId="0" sldId="298"/>
            <ac:spMk id="517" creationId="{00000000-0000-0000-0000-000000000000}"/>
          </ac:spMkLst>
        </pc:spChg>
        <pc:picChg chg="mod">
          <ac:chgData name="Asif Muhammad" userId="6b0af2cb-2f76-400b-94d9-178b55ef4f85" providerId="ADAL" clId="{1706C726-DFFB-4A9A-B0E4-71AC2CEA8273}" dt="2023-02-06T05:24:02.744" v="40" actId="1076"/>
          <ac:picMkLst>
            <pc:docMk/>
            <pc:sldMk cId="0" sldId="298"/>
            <ac:picMk id="515" creationId="{00000000-0000-0000-0000-000000000000}"/>
          </ac:picMkLst>
        </pc:picChg>
      </pc:sldChg>
      <pc:sldChg chg="modSp mod">
        <pc:chgData name="Asif Muhammad" userId="6b0af2cb-2f76-400b-94d9-178b55ef4f85" providerId="ADAL" clId="{1706C726-DFFB-4A9A-B0E4-71AC2CEA8273}" dt="2023-02-06T05:28:23.066" v="52"/>
        <pc:sldMkLst>
          <pc:docMk/>
          <pc:sldMk cId="0" sldId="299"/>
        </pc:sldMkLst>
        <pc:spChg chg="mod">
          <ac:chgData name="Asif Muhammad" userId="6b0af2cb-2f76-400b-94d9-178b55ef4f85" providerId="ADAL" clId="{1706C726-DFFB-4A9A-B0E4-71AC2CEA8273}" dt="2023-02-06T05:28:23.066" v="52"/>
          <ac:spMkLst>
            <pc:docMk/>
            <pc:sldMk cId="0" sldId="299"/>
            <ac:spMk id="522" creationId="{00000000-0000-0000-0000-000000000000}"/>
          </ac:spMkLst>
        </pc:spChg>
        <pc:spChg chg="mod">
          <ac:chgData name="Asif Muhammad" userId="6b0af2cb-2f76-400b-94d9-178b55ef4f85" providerId="ADAL" clId="{1706C726-DFFB-4A9A-B0E4-71AC2CEA8273}" dt="2023-02-06T05:28:23.066" v="52"/>
          <ac:spMkLst>
            <pc:docMk/>
            <pc:sldMk cId="0" sldId="299"/>
            <ac:spMk id="523" creationId="{00000000-0000-0000-0000-000000000000}"/>
          </ac:spMkLst>
        </pc:spChg>
        <pc:spChg chg="mod">
          <ac:chgData name="Asif Muhammad" userId="6b0af2cb-2f76-400b-94d9-178b55ef4f85" providerId="ADAL" clId="{1706C726-DFFB-4A9A-B0E4-71AC2CEA8273}" dt="2023-02-06T05:28:23.066" v="52"/>
          <ac:spMkLst>
            <pc:docMk/>
            <pc:sldMk cId="0" sldId="299"/>
            <ac:spMk id="524" creationId="{00000000-0000-0000-0000-000000000000}"/>
          </ac:spMkLst>
        </pc:spChg>
      </pc:sldChg>
      <pc:sldChg chg="addSp delSp modSp add mod setBg delDesignElem">
        <pc:chgData name="Asif Muhammad" userId="6b0af2cb-2f76-400b-94d9-178b55ef4f85" providerId="ADAL" clId="{1706C726-DFFB-4A9A-B0E4-71AC2CEA8273}" dt="2023-02-06T06:56:59.107" v="589" actId="20577"/>
        <pc:sldMkLst>
          <pc:docMk/>
          <pc:sldMk cId="3893673633" sldId="300"/>
        </pc:sldMkLst>
        <pc:spChg chg="mod">
          <ac:chgData name="Asif Muhammad" userId="6b0af2cb-2f76-400b-94d9-178b55ef4f85" providerId="ADAL" clId="{1706C726-DFFB-4A9A-B0E4-71AC2CEA8273}" dt="2023-02-06T05:50:13.643" v="497" actId="26606"/>
          <ac:spMkLst>
            <pc:docMk/>
            <pc:sldMk cId="3893673633" sldId="300"/>
            <ac:spMk id="201" creationId="{00000000-0000-0000-0000-000000000000}"/>
          </ac:spMkLst>
        </pc:spChg>
        <pc:spChg chg="mod">
          <ac:chgData name="Asif Muhammad" userId="6b0af2cb-2f76-400b-94d9-178b55ef4f85" providerId="ADAL" clId="{1706C726-DFFB-4A9A-B0E4-71AC2CEA8273}" dt="2023-02-06T05:49:17.047" v="490" actId="26606"/>
          <ac:spMkLst>
            <pc:docMk/>
            <pc:sldMk cId="3893673633" sldId="300"/>
            <ac:spMk id="203" creationId="{00000000-0000-0000-0000-000000000000}"/>
          </ac:spMkLst>
        </pc:spChg>
        <pc:spChg chg="del">
          <ac:chgData name="Asif Muhammad" userId="6b0af2cb-2f76-400b-94d9-178b55ef4f85" providerId="ADAL" clId="{1706C726-DFFB-4A9A-B0E4-71AC2CEA8273}" dt="2023-02-06T05:46:19.352" v="88"/>
          <ac:spMkLst>
            <pc:docMk/>
            <pc:sldMk cId="3893673633" sldId="300"/>
            <ac:spMk id="231" creationId="{100EDD19-6802-4EC3-95CE-CFFAB042CFD6}"/>
          </ac:spMkLst>
        </pc:spChg>
        <pc:spChg chg="del">
          <ac:chgData name="Asif Muhammad" userId="6b0af2cb-2f76-400b-94d9-178b55ef4f85" providerId="ADAL" clId="{1706C726-DFFB-4A9A-B0E4-71AC2CEA8273}" dt="2023-02-06T05:46:19.352" v="88"/>
          <ac:spMkLst>
            <pc:docMk/>
            <pc:sldMk cId="3893673633" sldId="300"/>
            <ac:spMk id="232" creationId="{DB17E863-922E-4C26-BD64-E8FD41D28661}"/>
          </ac:spMkLst>
        </pc:spChg>
        <pc:spChg chg="add del mod">
          <ac:chgData name="Asif Muhammad" userId="6b0af2cb-2f76-400b-94d9-178b55ef4f85" providerId="ADAL" clId="{1706C726-DFFB-4A9A-B0E4-71AC2CEA8273}" dt="2023-02-06T06:56:59.107" v="589" actId="20577"/>
          <ac:spMkLst>
            <pc:docMk/>
            <pc:sldMk cId="3893673633" sldId="300"/>
            <ac:spMk id="233" creationId="{00000000-0000-0000-0000-000000000000}"/>
          </ac:spMkLst>
        </pc:spChg>
        <pc:spChg chg="add">
          <ac:chgData name="Asif Muhammad" userId="6b0af2cb-2f76-400b-94d9-178b55ef4f85" providerId="ADAL" clId="{1706C726-DFFB-4A9A-B0E4-71AC2CEA8273}" dt="2023-02-06T05:50:13.643" v="497" actId="26606"/>
          <ac:spMkLst>
            <pc:docMk/>
            <pc:sldMk cId="3893673633" sldId="300"/>
            <ac:spMk id="236" creationId="{C05CBC3C-2E5A-4839-8B9B-2E5A6ADF0F58}"/>
          </ac:spMkLst>
        </pc:spChg>
        <pc:spChg chg="add del">
          <ac:chgData name="Asif Muhammad" userId="6b0af2cb-2f76-400b-94d9-178b55ef4f85" providerId="ADAL" clId="{1706C726-DFFB-4A9A-B0E4-71AC2CEA8273}" dt="2023-02-06T05:49:12.593" v="488" actId="26606"/>
          <ac:spMkLst>
            <pc:docMk/>
            <pc:sldMk cId="3893673633" sldId="300"/>
            <ac:spMk id="238" creationId="{C05CBC3C-2E5A-4839-8B9B-2E5A6ADF0F58}"/>
          </ac:spMkLst>
        </pc:spChg>
        <pc:spChg chg="add del">
          <ac:chgData name="Asif Muhammad" userId="6b0af2cb-2f76-400b-94d9-178b55ef4f85" providerId="ADAL" clId="{1706C726-DFFB-4A9A-B0E4-71AC2CEA8273}" dt="2023-02-06T05:49:10.650" v="486" actId="26606"/>
          <ac:spMkLst>
            <pc:docMk/>
            <pc:sldMk cId="3893673633" sldId="300"/>
            <ac:spMk id="239" creationId="{D009D6D5-DAC2-4A8B-A17A-E206B9012D09}"/>
          </ac:spMkLst>
        </pc:spChg>
        <pc:spChg chg="add del">
          <ac:chgData name="Asif Muhammad" userId="6b0af2cb-2f76-400b-94d9-178b55ef4f85" providerId="ADAL" clId="{1706C726-DFFB-4A9A-B0E4-71AC2CEA8273}" dt="2023-02-06T05:49:12.593" v="488" actId="26606"/>
          <ac:spMkLst>
            <pc:docMk/>
            <pc:sldMk cId="3893673633" sldId="300"/>
            <ac:spMk id="240" creationId="{827FF362-FC97-4BF5-949B-D4ADFA26E457}"/>
          </ac:spMkLst>
        </pc:spChg>
        <pc:spChg chg="add del">
          <ac:chgData name="Asif Muhammad" userId="6b0af2cb-2f76-400b-94d9-178b55ef4f85" providerId="ADAL" clId="{1706C726-DFFB-4A9A-B0E4-71AC2CEA8273}" dt="2023-02-06T05:49:17.047" v="490" actId="26606"/>
          <ac:spMkLst>
            <pc:docMk/>
            <pc:sldMk cId="3893673633" sldId="300"/>
            <ac:spMk id="241" creationId="{D1EA859B-E555-4109-94F3-6700E046E008}"/>
          </ac:spMkLst>
        </pc:spChg>
        <pc:spChg chg="add del">
          <ac:chgData name="Asif Muhammad" userId="6b0af2cb-2f76-400b-94d9-178b55ef4f85" providerId="ADAL" clId="{1706C726-DFFB-4A9A-B0E4-71AC2CEA8273}" dt="2023-02-06T05:49:17.047" v="490" actId="26606"/>
          <ac:spMkLst>
            <pc:docMk/>
            <pc:sldMk cId="3893673633" sldId="300"/>
            <ac:spMk id="242" creationId="{04812C46-200A-4DEB-A05E-3ED6C68C2387}"/>
          </ac:spMkLst>
        </pc:spChg>
        <pc:spChg chg="add">
          <ac:chgData name="Asif Muhammad" userId="6b0af2cb-2f76-400b-94d9-178b55ef4f85" providerId="ADAL" clId="{1706C726-DFFB-4A9A-B0E4-71AC2CEA8273}" dt="2023-02-06T05:50:13.643" v="497" actId="26606"/>
          <ac:spMkLst>
            <pc:docMk/>
            <pc:sldMk cId="3893673633" sldId="300"/>
            <ac:spMk id="244" creationId="{827FF362-FC97-4BF5-949B-D4ADFA26E457}"/>
          </ac:spMkLst>
        </pc:spChg>
        <pc:spChg chg="add del">
          <ac:chgData name="Asif Muhammad" userId="6b0af2cb-2f76-400b-94d9-178b55ef4f85" providerId="ADAL" clId="{1706C726-DFFB-4A9A-B0E4-71AC2CEA8273}" dt="2023-02-06T05:49:25.034" v="492" actId="26606"/>
          <ac:spMkLst>
            <pc:docMk/>
            <pc:sldMk cId="3893673633" sldId="300"/>
            <ac:spMk id="245" creationId="{743AA782-23D1-4521-8CAD-47662984AA08}"/>
          </ac:spMkLst>
        </pc:spChg>
        <pc:spChg chg="add del">
          <ac:chgData name="Asif Muhammad" userId="6b0af2cb-2f76-400b-94d9-178b55ef4f85" providerId="ADAL" clId="{1706C726-DFFB-4A9A-B0E4-71AC2CEA8273}" dt="2023-02-06T05:49:25.034" v="492" actId="26606"/>
          <ac:spMkLst>
            <pc:docMk/>
            <pc:sldMk cId="3893673633" sldId="300"/>
            <ac:spMk id="246" creationId="{650D18FE-0824-4A46-B22C-A86B52E5780A}"/>
          </ac:spMkLst>
        </pc:spChg>
        <pc:graphicFrameChg chg="add del">
          <ac:chgData name="Asif Muhammad" userId="6b0af2cb-2f76-400b-94d9-178b55ef4f85" providerId="ADAL" clId="{1706C726-DFFB-4A9A-B0E4-71AC2CEA8273}" dt="2023-02-06T05:49:33.618" v="494" actId="26606"/>
          <ac:graphicFrameMkLst>
            <pc:docMk/>
            <pc:sldMk cId="3893673633" sldId="300"/>
            <ac:graphicFrameMk id="248" creationId="{49EF31C5-4761-6619-FF05-799F7902FC75}"/>
          </ac:graphicFrameMkLst>
        </pc:graphicFrameChg>
        <pc:graphicFrameChg chg="add del">
          <ac:chgData name="Asif Muhammad" userId="6b0af2cb-2f76-400b-94d9-178b55ef4f85" providerId="ADAL" clId="{1706C726-DFFB-4A9A-B0E4-71AC2CEA8273}" dt="2023-02-06T05:49:52.528" v="496" actId="26606"/>
          <ac:graphicFrameMkLst>
            <pc:docMk/>
            <pc:sldMk cId="3893673633" sldId="300"/>
            <ac:graphicFrameMk id="250" creationId="{8FE20EB0-3E58-59AB-59EB-C49445E7AB9A}"/>
          </ac:graphicFrameMkLst>
        </pc:graphicFrameChg>
        <pc:picChg chg="add del">
          <ac:chgData name="Asif Muhammad" userId="6b0af2cb-2f76-400b-94d9-178b55ef4f85" providerId="ADAL" clId="{1706C726-DFFB-4A9A-B0E4-71AC2CEA8273}" dt="2023-02-06T05:49:10.650" v="486" actId="26606"/>
          <ac:picMkLst>
            <pc:docMk/>
            <pc:sldMk cId="3893673633" sldId="300"/>
            <ac:picMk id="235" creationId="{3C155F56-FFF5-38E2-5ED7-AEDBE8808CC3}"/>
          </ac:picMkLst>
        </pc:picChg>
        <pc:picChg chg="add del">
          <ac:chgData name="Asif Muhammad" userId="6b0af2cb-2f76-400b-94d9-178b55ef4f85" providerId="ADAL" clId="{1706C726-DFFB-4A9A-B0E4-71AC2CEA8273}" dt="2023-02-06T05:49:25.034" v="492" actId="26606"/>
          <ac:picMkLst>
            <pc:docMk/>
            <pc:sldMk cId="3893673633" sldId="300"/>
            <ac:picMk id="237" creationId="{72ACEC4C-66EB-CCA2-3896-D8F07EF8F71C}"/>
          </ac:picMkLst>
        </pc:picChg>
        <pc:picChg chg="add del">
          <ac:chgData name="Asif Muhammad" userId="6b0af2cb-2f76-400b-94d9-178b55ef4f85" providerId="ADAL" clId="{1706C726-DFFB-4A9A-B0E4-71AC2CEA8273}" dt="2023-02-06T05:49:17.047" v="490" actId="26606"/>
          <ac:picMkLst>
            <pc:docMk/>
            <pc:sldMk cId="3893673633" sldId="300"/>
            <ac:picMk id="243" creationId="{24252183-F578-5824-FC03-69B48E40D5FE}"/>
          </ac:picMkLst>
        </pc:picChg>
      </pc:sldChg>
      <pc:sldMasterChg chg="delSldLayout">
        <pc:chgData name="Asif Muhammad" userId="6b0af2cb-2f76-400b-94d9-178b55ef4f85" providerId="ADAL" clId="{1706C726-DFFB-4A9A-B0E4-71AC2CEA8273}" dt="2023-02-06T05:14:15.929" v="0" actId="47"/>
        <pc:sldMasterMkLst>
          <pc:docMk/>
          <pc:sldMasterMk cId="0" sldId="2147483648"/>
        </pc:sldMasterMkLst>
        <pc:sldLayoutChg chg="del">
          <pc:chgData name="Asif Muhammad" userId="6b0af2cb-2f76-400b-94d9-178b55ef4f85" providerId="ADAL" clId="{1706C726-DFFB-4A9A-B0E4-71AC2CEA8273}" dt="2023-02-06T05:14:15.929" v="0" actId="47"/>
          <pc:sldLayoutMkLst>
            <pc:docMk/>
            <pc:sldMasterMk cId="0" sldId="2147483648"/>
            <pc:sldLayoutMk cId="0" sldId="2147483649"/>
          </pc:sldLayoutMkLst>
        </pc:sldLayoutChg>
      </pc:sldMasterChg>
      <pc:sldMasterChg chg="modSldLayout">
        <pc:chgData name="Asif Muhammad" userId="6b0af2cb-2f76-400b-94d9-178b55ef4f85" providerId="ADAL" clId="{1706C726-DFFB-4A9A-B0E4-71AC2CEA8273}" dt="2023-02-06T05:15:39.185" v="2"/>
        <pc:sldMasterMkLst>
          <pc:docMk/>
          <pc:sldMasterMk cId="2282874821" sldId="2147483667"/>
        </pc:sldMasterMkLst>
        <pc:sldLayoutChg chg="delSp">
          <pc:chgData name="Asif Muhammad" userId="6b0af2cb-2f76-400b-94d9-178b55ef4f85" providerId="ADAL" clId="{1706C726-DFFB-4A9A-B0E4-71AC2CEA8273}" dt="2023-02-06T05:15:39.185" v="2"/>
          <pc:sldLayoutMkLst>
            <pc:docMk/>
            <pc:sldMasterMk cId="2282874821" sldId="2147483667"/>
            <pc:sldLayoutMk cId="127669199" sldId="2147483679"/>
          </pc:sldLayoutMkLst>
          <pc:picChg chg="del">
            <ac:chgData name="Asif Muhammad" userId="6b0af2cb-2f76-400b-94d9-178b55ef4f85" providerId="ADAL" clId="{1706C726-DFFB-4A9A-B0E4-71AC2CEA8273}" dt="2023-02-06T05:15:39.185" v="2"/>
            <ac:picMkLst>
              <pc:docMk/>
              <pc:sldMasterMk cId="2282874821" sldId="2147483667"/>
              <pc:sldLayoutMk cId="127669199" sldId="2147483679"/>
              <ac:picMk id="33"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4" creationId="{00000000-0000-0000-0000-000000000000}"/>
            </ac:picMkLst>
          </pc:picChg>
          <pc:picChg chg="del">
            <ac:chgData name="Asif Muhammad" userId="6b0af2cb-2f76-400b-94d9-178b55ef4f85" providerId="ADAL" clId="{1706C726-DFFB-4A9A-B0E4-71AC2CEA8273}" dt="2023-02-06T05:15:39.185" v="2"/>
            <ac:picMkLst>
              <pc:docMk/>
              <pc:sldMasterMk cId="2282874821" sldId="2147483667"/>
              <pc:sldLayoutMk cId="127669199" sldId="2147483679"/>
              <ac:picMk id="35" creationId="{00000000-0000-0000-0000-000000000000}"/>
            </ac:picMkLst>
          </pc:picChg>
        </pc:sldLayoutChg>
        <pc:sldLayoutChg chg="delSp">
          <pc:chgData name="Asif Muhammad" userId="6b0af2cb-2f76-400b-94d9-178b55ef4f85" providerId="ADAL" clId="{1706C726-DFFB-4A9A-B0E4-71AC2CEA8273}" dt="2023-02-06T05:15:39.185" v="2"/>
          <pc:sldLayoutMkLst>
            <pc:docMk/>
            <pc:sldMasterMk cId="2282874821" sldId="2147483667"/>
            <pc:sldLayoutMk cId="3860208679" sldId="2147483680"/>
          </pc:sldLayoutMkLst>
          <pc:cxnChg chg="del">
            <ac:chgData name="Asif Muhammad" userId="6b0af2cb-2f76-400b-94d9-178b55ef4f85" providerId="ADAL" clId="{1706C726-DFFB-4A9A-B0E4-71AC2CEA8273}" dt="2023-02-06T05:15:39.185" v="2"/>
            <ac:cxnSpMkLst>
              <pc:docMk/>
              <pc:sldMasterMk cId="2282874821" sldId="2147483667"/>
              <pc:sldLayoutMk cId="3860208679" sldId="2147483680"/>
              <ac:cxnSpMk id="67" creationId="{00000000-0000-0000-0000-000000000000}"/>
            </ac:cxnSpMkLst>
          </pc:cxn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58bda26af7_1_1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58bda26af7_1_14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8" name="Google Shape;328;g158bda26af7_1_14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158bda26af7_1_1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158bda26af7_1_16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g158bda26af7_1_16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158bda26af7_1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158bda26af7_1_16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5" name="Google Shape;355;g158bda26af7_1_16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158bda26af7_1_1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158bda26af7_1_18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g158bda26af7_1_18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158bda26af7_1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158bda26af7_1_1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5" name="Google Shape;375;g158bda26af7_1_1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58bda26af7_1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58bda26af7_1_2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g158bda26af7_1_20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158bda26af7_1_2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158bda26af7_1_20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g158bda26af7_1_20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1269499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148F0-EE9E-6162-3252-BCD80176EC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3501CCE-A6F3-734B-B89E-1DACA7478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7FECCB0-5DCD-0491-D5BF-9C55A1E0551E}"/>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DBAEABA7-53D4-CE33-6A31-B2F3A210A9F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AF4DDD-55C5-386B-0662-2B18BD8261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9165516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E0FCF-54AB-50E9-64D8-BD9BD64DB4B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A4B5170-EFDC-4EE0-37C9-A480F72C92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173BFA-9A64-0286-EC92-EC4B41E4D6C0}"/>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CE8DD8DA-6DE0-765B-B2DB-DF40AF6D4D9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045C949-3811-8C9F-402E-F36A4CE876B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0118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E95E-9D80-ED3D-20CC-637127411E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8187C4-A62A-029C-8C43-F07191E7DF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7E897F-0853-B297-9B25-7FCBF465AC33}"/>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73EE54DC-3FD4-2D2D-47E8-923D75D3AA0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67308CF-124C-2AA0-939D-250BE5C9E34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0574354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DBB1-43BD-00CB-DF59-3978D39A494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7A4E7AC-A8A4-AA22-6EEF-22F20A25066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6CFDDA2B-7099-59A6-07EB-886B37AB60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89FC0632-1C92-3E12-618C-A50C978D4F24}"/>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6" name="Footer Placeholder 5">
            <a:extLst>
              <a:ext uri="{FF2B5EF4-FFF2-40B4-BE49-F238E27FC236}">
                <a16:creationId xmlns:a16="http://schemas.microsoft.com/office/drawing/2014/main" id="{49470102-7D9D-6D80-C951-28D19D0CAD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4C42C6D-0330-F627-5B6D-108D2F42934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4341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5CA26-CADD-233D-FE28-1379F3729CB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79FB3E4-1067-6EBD-E10E-799C1C1C71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67317C-0AB2-9501-465C-10BEBC0FF2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B72928FE-74C6-F1CE-549D-E1650579BB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BE4775-DB38-6CB2-EF4C-1F97803209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7B7A286-476D-ADEF-E8DA-20823677A6D1}"/>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8" name="Footer Placeholder 7">
            <a:extLst>
              <a:ext uri="{FF2B5EF4-FFF2-40B4-BE49-F238E27FC236}">
                <a16:creationId xmlns:a16="http://schemas.microsoft.com/office/drawing/2014/main" id="{9605CAA6-5CBC-67E0-4F42-A2F90B5B394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AD2929F-C19F-7F45-DCDA-93E8A97CC69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9898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FB6D5-82FA-2D0E-320D-58460D4887D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96574DD-A6FC-A374-5A9A-F1A57E8F2AED}"/>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4" name="Footer Placeholder 3">
            <a:extLst>
              <a:ext uri="{FF2B5EF4-FFF2-40B4-BE49-F238E27FC236}">
                <a16:creationId xmlns:a16="http://schemas.microsoft.com/office/drawing/2014/main" id="{843E58AE-66F1-5D9F-929C-78E5E191048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6BC1CEC-5DD1-EA16-787C-0B3563C3930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3998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994DD2-3215-8421-1788-E57AB6648908}"/>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3" name="Footer Placeholder 2">
            <a:extLst>
              <a:ext uri="{FF2B5EF4-FFF2-40B4-BE49-F238E27FC236}">
                <a16:creationId xmlns:a16="http://schemas.microsoft.com/office/drawing/2014/main" id="{6F1D7BDE-524A-8892-ECA5-B5F5652C885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4C63D56-E808-B0C5-F076-F90E17A9578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135212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A7A2B-BF27-B127-7A94-B00E22661D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72B0A03-BFB2-71F8-B69F-E16DD3E6A8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0A21224-6113-71D0-E361-66480B82B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85D332-6E8C-AFD4-1592-1A2D2C25406D}"/>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6" name="Footer Placeholder 5">
            <a:extLst>
              <a:ext uri="{FF2B5EF4-FFF2-40B4-BE49-F238E27FC236}">
                <a16:creationId xmlns:a16="http://schemas.microsoft.com/office/drawing/2014/main" id="{6CD544EB-8623-1F68-BEAB-406FCF9CA0D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C0CDE5-F8E8-8904-F208-04B1383559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20107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1782-792D-6740-457D-95A810CD5CE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1B9CFCE-90B5-F3D7-EA51-9FFCBE1760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100A5A8-FAF8-B749-0319-E0CB636273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E8EEE6-F635-50FF-A921-4ACFC09E4BED}"/>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6" name="Footer Placeholder 5">
            <a:extLst>
              <a:ext uri="{FF2B5EF4-FFF2-40B4-BE49-F238E27FC236}">
                <a16:creationId xmlns:a16="http://schemas.microsoft.com/office/drawing/2014/main" id="{A4BF3018-CFEA-E547-B44F-419B4FEA72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41C65A5-BBD6-4517-1990-6F03A7EC163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7488515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8C78-73D7-D1E5-DCDF-7E5ED87F3B6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0F13E85-28DE-6570-B7E3-2E4578643ED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0669916-0755-69BB-B8AF-B035484362BE}"/>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71BC88E9-F7CF-0936-814B-59BC7D8C645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4884F43-E062-54D2-2EF7-CE1D0C0DEA2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2608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0D0E5D-8D6B-522A-18FC-502280A3F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7197343-BF67-45B0-9422-B65F9FC7EBA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900438D-087E-8926-B9F4-B32B8EF20603}"/>
              </a:ext>
            </a:extLst>
          </p:cNvPr>
          <p:cNvSpPr>
            <a:spLocks noGrp="1"/>
          </p:cNvSpPr>
          <p:nvPr>
            <p:ph type="dt" sz="half" idx="10"/>
          </p:nvPr>
        </p:nvSpPr>
        <p:spPr/>
        <p:txBody>
          <a:body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74936F7F-0166-EEAE-D9FC-447041BF01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488791-D146-A112-2DF3-4262BD796B9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01957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AB287F-2ADC-7DEA-5C79-CC456EDCC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3A08A91-C1A1-041E-641E-0B887EF1F9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6EB07-A4C1-FDE7-B109-7567CA0883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9660D1-6EED-4FDD-9AA4-DAE5B45053D7}" type="datetimeFigureOut">
              <a:rPr lang="en-GB" smtClean="0"/>
              <a:t>25/08/2025</a:t>
            </a:fld>
            <a:endParaRPr lang="en-GB"/>
          </a:p>
        </p:txBody>
      </p:sp>
      <p:sp>
        <p:nvSpPr>
          <p:cNvPr id="5" name="Footer Placeholder 4">
            <a:extLst>
              <a:ext uri="{FF2B5EF4-FFF2-40B4-BE49-F238E27FC236}">
                <a16:creationId xmlns:a16="http://schemas.microsoft.com/office/drawing/2014/main" id="{B5F4B3B5-BAFF-53E1-B27E-565B197619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325C664-BFC2-91E9-0567-E4464DB58E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5251621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g158bda26af7_1_143"/>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33" name="Google Shape;333;g158bda26af7_1_143"/>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
        <p:nvSpPr>
          <p:cNvPr id="331" name="Google Shape;331;g158bda26af7_1_143"/>
          <p:cNvSpPr txBox="1"/>
          <p:nvPr/>
        </p:nvSpPr>
        <p:spPr>
          <a:xfrm>
            <a:off x="1066800" y="1645295"/>
            <a:ext cx="10058400" cy="489361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HTML Links and navigation</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US" b="1" dirty="0"/>
              <a:t>Internal Links: </a:t>
            </a:r>
            <a:r>
              <a:rPr lang="en-US" dirty="0"/>
              <a:t>When you link to another page in your own website, the link is known as an internal link. Links pointing to other pages of the same website will have a relative path, which does not include the domain (.com, .org, .</a:t>
            </a:r>
            <a:r>
              <a:rPr lang="en-US" dirty="0" err="1"/>
              <a:t>edu</a:t>
            </a:r>
            <a:r>
              <a:rPr lang="en-US" dirty="0"/>
              <a:t>, etc.) in the </a:t>
            </a:r>
            <a:r>
              <a:rPr lang="en-US" dirty="0" err="1"/>
              <a:t>href</a:t>
            </a:r>
            <a:r>
              <a:rPr lang="en-US" dirty="0"/>
              <a:t> attribute value. Because the link is pointing to another page on the same website, the </a:t>
            </a:r>
            <a:r>
              <a:rPr lang="en-US" dirty="0" err="1"/>
              <a:t>href</a:t>
            </a:r>
            <a:r>
              <a:rPr lang="en-US" dirty="0"/>
              <a:t> attribute value needs to include only the filename of the page being linked to: pagename.html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External L</a:t>
            </a:r>
            <a:r>
              <a:rPr lang="en-US" b="1" dirty="0" smtClean="0"/>
              <a:t>inks: </a:t>
            </a:r>
            <a:r>
              <a:rPr lang="en-US" dirty="0" smtClean="0"/>
              <a:t>When </a:t>
            </a:r>
            <a:r>
              <a:rPr lang="en-US" dirty="0"/>
              <a:t>you link to a different site, it is known as an external link. Linking to other websites outside of the current one requires an absolute path, where the </a:t>
            </a:r>
            <a:r>
              <a:rPr lang="en-US" dirty="0" err="1"/>
              <a:t>href</a:t>
            </a:r>
            <a:r>
              <a:rPr lang="en-US" dirty="0"/>
              <a:t> attribute value must include the full domain. A link to Google would need the </a:t>
            </a:r>
            <a:r>
              <a:rPr lang="en-US" dirty="0" err="1"/>
              <a:t>href</a:t>
            </a:r>
            <a:r>
              <a:rPr lang="en-US" dirty="0"/>
              <a:t> attribute value of http://google.com, starting with http and including the domain, .com in this case.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b="1" dirty="0"/>
              <a:t>How to link pages?</a:t>
            </a:r>
            <a:endParaRPr b="1" dirty="0"/>
          </a:p>
          <a:p>
            <a:pPr marL="0" lvl="0" indent="0" algn="l" rtl="0">
              <a:spcBef>
                <a:spcPts val="0"/>
              </a:spcBef>
              <a:spcAft>
                <a:spcPts val="0"/>
              </a:spcAft>
              <a:buNone/>
            </a:pPr>
            <a:r>
              <a:rPr lang="en-US" dirty="0"/>
              <a:t>Anything between the opening &lt;a&gt; tag and the closing &lt;/a&gt; tag becomes part of the link that users can click in a browser. To link another page, </a:t>
            </a:r>
            <a:r>
              <a:rPr lang="en-US" dirty="0" err="1"/>
              <a:t>href</a:t>
            </a:r>
            <a:r>
              <a:rPr lang="en-US" dirty="0"/>
              <a:t> attribute of opening tag of &lt;a&gt; is used the value of the </a:t>
            </a:r>
            <a:r>
              <a:rPr lang="en-US" dirty="0" err="1"/>
              <a:t>href</a:t>
            </a:r>
            <a:r>
              <a:rPr lang="en-US" dirty="0"/>
              <a:t> attribute is the name of the file you are linking to. For example: </a:t>
            </a:r>
            <a:r>
              <a:rPr lang="en-US" b="1" dirty="0"/>
              <a:t>&lt;a </a:t>
            </a:r>
            <a:r>
              <a:rPr lang="en-US" b="1" dirty="0" err="1"/>
              <a:t>href</a:t>
            </a:r>
            <a:r>
              <a:rPr lang="en-US" b="1" dirty="0"/>
              <a:t>=“abc.html”&gt;Click here&lt;/a&gt;</a:t>
            </a:r>
            <a:endParaRPr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US"/>
          </a:p>
        </p:txBody>
      </p:sp>
      <p:sp>
        <p:nvSpPr>
          <p:cNvPr id="5" name="Content Placeholder 4"/>
          <p:cNvSpPr>
            <a:spLocks noGrp="1"/>
          </p:cNvSpPr>
          <p:nvPr>
            <p:ph idx="1"/>
          </p:nvPr>
        </p:nvSpPr>
        <p:spPr/>
        <p:txBody>
          <a:bodyPr/>
          <a:lstStyle/>
          <a:p>
            <a:r>
              <a:rPr lang="en-US" dirty="0" smtClean="0"/>
              <a:t>Scrolling</a:t>
            </a:r>
          </a:p>
          <a:p>
            <a:pPr marL="0" indent="0">
              <a:buNone/>
            </a:pPr>
            <a:r>
              <a:rPr lang="en-US" dirty="0"/>
              <a:t>&lt;style&gt;</a:t>
            </a:r>
          </a:p>
          <a:p>
            <a:pPr marL="0" indent="0">
              <a:buNone/>
            </a:pPr>
            <a:r>
              <a:rPr lang="en-US" dirty="0"/>
              <a:t>html{</a:t>
            </a:r>
          </a:p>
          <a:p>
            <a:pPr marL="0" indent="0">
              <a:buNone/>
            </a:pPr>
            <a:r>
              <a:rPr lang="en-US" dirty="0"/>
              <a:t>  scroll-behavior: smooth;</a:t>
            </a:r>
          </a:p>
          <a:p>
            <a:pPr marL="0" indent="0">
              <a:buNone/>
            </a:pPr>
            <a:r>
              <a:rPr lang="en-US" dirty="0"/>
              <a:t>}</a:t>
            </a:r>
          </a:p>
          <a:p>
            <a:pPr marL="0" indent="0">
              <a:buNone/>
            </a:pPr>
            <a:r>
              <a:rPr lang="en-US" dirty="0"/>
              <a:t>&lt;/style</a:t>
            </a:r>
            <a:r>
              <a:rPr lang="en-US" dirty="0" smtClean="0"/>
              <a:t>&gt;</a:t>
            </a:r>
          </a:p>
          <a:p>
            <a:pPr marL="0" indent="0">
              <a:buNone/>
            </a:pPr>
            <a:endParaRPr lang="en-US" dirty="0" smtClean="0"/>
          </a:p>
          <a:p>
            <a:r>
              <a:rPr lang="en-US" dirty="0"/>
              <a:t>Open in a new tab: target="_blank"</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8230396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g158bda26af7_1_160"/>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51" name="Google Shape;351;g158bda26af7_1_16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349" name="Google Shape;349;g158bda26af7_1_160"/>
          <p:cNvSpPr txBox="1"/>
          <p:nvPr/>
        </p:nvSpPr>
        <p:spPr>
          <a:xfrm>
            <a:off x="1066800" y="1720500"/>
            <a:ext cx="10058400" cy="35086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Adding images to web pages</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US" dirty="0"/>
              <a:t>Images are usually added to a site using the &lt;</a:t>
            </a:r>
            <a:r>
              <a:rPr lang="en-US" dirty="0" err="1"/>
              <a:t>img</a:t>
            </a:r>
            <a:r>
              <a:rPr lang="en-US" dirty="0"/>
              <a:t>&gt; element. It must carry the </a:t>
            </a:r>
            <a:r>
              <a:rPr lang="en-US" dirty="0" err="1"/>
              <a:t>src</a:t>
            </a:r>
            <a:r>
              <a:rPr lang="en-US" dirty="0"/>
              <a:t> attribute indicating the source of the image and an alt attribute whose value is an alternate description (alt) for the image in case it does not load or the user has a visual impairment.</a:t>
            </a:r>
            <a:endParaRPr dirty="0"/>
          </a:p>
          <a:p>
            <a:pPr marL="0" lvl="0" indent="0" algn="l" rtl="0">
              <a:spcBef>
                <a:spcPts val="0"/>
              </a:spcBef>
              <a:spcAft>
                <a:spcPts val="0"/>
              </a:spcAft>
              <a:buNone/>
            </a:pPr>
            <a:r>
              <a:rPr lang="en-US" dirty="0"/>
              <a:t>The &lt;</a:t>
            </a:r>
            <a:r>
              <a:rPr lang="en-US" dirty="0" err="1"/>
              <a:t>img</a:t>
            </a:r>
            <a:r>
              <a:rPr lang="en-US" dirty="0"/>
              <a:t>&gt; tag is empty, it contains attributes only, and does not have a closing tag.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t>The &lt;</a:t>
            </a:r>
            <a:r>
              <a:rPr lang="en-US" dirty="0" err="1"/>
              <a:t>img</a:t>
            </a:r>
            <a:r>
              <a:rPr lang="en-US" dirty="0"/>
              <a:t>&gt; tag has two required attributes:</a:t>
            </a:r>
            <a:endParaRPr dirty="0"/>
          </a:p>
          <a:p>
            <a:pPr marL="457200" lvl="0" indent="-317500" algn="l" rtl="0">
              <a:spcBef>
                <a:spcPts val="0"/>
              </a:spcBef>
              <a:spcAft>
                <a:spcPts val="0"/>
              </a:spcAft>
              <a:buSzPts val="1400"/>
              <a:buChar char="●"/>
            </a:pPr>
            <a:r>
              <a:rPr lang="en-US" dirty="0" err="1"/>
              <a:t>src</a:t>
            </a:r>
            <a:r>
              <a:rPr lang="en-US" dirty="0"/>
              <a:t> - Specifies the path to the image</a:t>
            </a:r>
            <a:endParaRPr dirty="0"/>
          </a:p>
          <a:p>
            <a:pPr marL="457200" lvl="0" indent="-317500" algn="l" rtl="0">
              <a:spcBef>
                <a:spcPts val="0"/>
              </a:spcBef>
              <a:spcAft>
                <a:spcPts val="0"/>
              </a:spcAft>
              <a:buSzPts val="1400"/>
              <a:buChar char="●"/>
            </a:pPr>
            <a:r>
              <a:rPr lang="en-US" dirty="0"/>
              <a:t>alt - Specifies an alternate text for the image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SRC attribute of the &lt;</a:t>
            </a:r>
            <a:r>
              <a:rPr lang="en-GB" dirty="0" err="1"/>
              <a:t>img</a:t>
            </a:r>
            <a:r>
              <a:rPr lang="en-GB" dirty="0"/>
              <a:t>&gt; tag is used to indicate the source of the image</a:t>
            </a:r>
            <a:endParaRPr lang="en-GB" b="1" dirty="0"/>
          </a:p>
        </p:txBody>
      </p:sp>
      <p:pic>
        <p:nvPicPr>
          <p:cNvPr id="350" name="Google Shape;350;g158bda26af7_1_160"/>
          <p:cNvPicPr preferRelativeResize="0"/>
          <p:nvPr/>
        </p:nvPicPr>
        <p:blipFill>
          <a:blip r:embed="rId3">
            <a:alphaModFix/>
          </a:blip>
          <a:stretch>
            <a:fillRect/>
          </a:stretch>
        </p:blipFill>
        <p:spPr>
          <a:xfrm>
            <a:off x="1361767" y="5296670"/>
            <a:ext cx="9468465" cy="764917"/>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g158bda26af7_1_169"/>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62" name="Google Shape;362;g158bda26af7_1_169"/>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
        <p:nvSpPr>
          <p:cNvPr id="358" name="Google Shape;358;g158bda26af7_1_169"/>
          <p:cNvSpPr txBox="1"/>
          <p:nvPr/>
        </p:nvSpPr>
        <p:spPr>
          <a:xfrm>
            <a:off x="1066800" y="1791288"/>
            <a:ext cx="100584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Adding images to web </a:t>
            </a:r>
            <a:r>
              <a:rPr lang="en-US" b="1" dirty="0" smtClean="0"/>
              <a:t>pages as links</a:t>
            </a:r>
            <a:endParaRPr b="1" dirty="0"/>
          </a:p>
          <a:p>
            <a:pPr marL="0" lvl="0" indent="0" algn="l" rtl="0">
              <a:spcBef>
                <a:spcPts val="0"/>
              </a:spcBef>
              <a:spcAft>
                <a:spcPts val="0"/>
              </a:spcAft>
              <a:buNone/>
            </a:pPr>
            <a:endParaRPr sz="1300" dirty="0"/>
          </a:p>
          <a:p>
            <a:pPr marL="0" lvl="0" indent="0" algn="l" rtl="0">
              <a:spcBef>
                <a:spcPts val="0"/>
              </a:spcBef>
              <a:spcAft>
                <a:spcPts val="0"/>
              </a:spcAft>
              <a:buNone/>
            </a:pPr>
            <a:r>
              <a:rPr lang="en-US" sz="1300" dirty="0"/>
              <a:t>We can put images between &lt;a&gt; and &lt;/a &gt; tags instead of text to link other documents or portions of the page</a:t>
            </a:r>
            <a:endParaRPr sz="1500" b="1" dirty="0"/>
          </a:p>
        </p:txBody>
      </p:sp>
      <p:pic>
        <p:nvPicPr>
          <p:cNvPr id="359" name="Google Shape;359;g158bda26af7_1_169"/>
          <p:cNvPicPr preferRelativeResize="0"/>
          <p:nvPr/>
        </p:nvPicPr>
        <p:blipFill>
          <a:blip r:embed="rId3">
            <a:alphaModFix/>
          </a:blip>
          <a:stretch>
            <a:fillRect/>
          </a:stretch>
        </p:blipFill>
        <p:spPr>
          <a:xfrm>
            <a:off x="1079549" y="3145523"/>
            <a:ext cx="10274251" cy="566942"/>
          </a:xfrm>
          <a:prstGeom prst="rect">
            <a:avLst/>
          </a:prstGeom>
          <a:noFill/>
          <a:ln>
            <a:noFill/>
          </a:ln>
        </p:spPr>
      </p:pic>
      <p:sp>
        <p:nvSpPr>
          <p:cNvPr id="360" name="Google Shape;360;g158bda26af7_1_169"/>
          <p:cNvSpPr txBox="1"/>
          <p:nvPr/>
        </p:nvSpPr>
        <p:spPr>
          <a:xfrm>
            <a:off x="1165525" y="3574150"/>
            <a:ext cx="10337700"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lang="en-US" b="1" dirty="0"/>
          </a:p>
          <a:p>
            <a:pPr marL="0" lvl="0" indent="0" algn="l" rtl="0">
              <a:spcBef>
                <a:spcPts val="0"/>
              </a:spcBef>
              <a:spcAft>
                <a:spcPts val="0"/>
              </a:spcAft>
              <a:buNone/>
            </a:pPr>
            <a:r>
              <a:rPr lang="en-US" b="1" dirty="0"/>
              <a:t>Image map:</a:t>
            </a:r>
            <a:endParaRPr b="1" dirty="0"/>
          </a:p>
          <a:p>
            <a:pPr marL="457200" lvl="0" indent="-317500" algn="l" rtl="0">
              <a:spcBef>
                <a:spcPts val="0"/>
              </a:spcBef>
              <a:spcAft>
                <a:spcPts val="0"/>
              </a:spcAft>
              <a:buSzPts val="1400"/>
              <a:buAutoNum type="arabicPeriod"/>
            </a:pPr>
            <a:r>
              <a:rPr lang="en-US" dirty="0"/>
              <a:t>Image maps allow you to add multiple links to the same image</a:t>
            </a:r>
            <a:endParaRPr dirty="0"/>
          </a:p>
          <a:p>
            <a:pPr marL="457200" lvl="0" indent="-317500" algn="l" rtl="0">
              <a:spcBef>
                <a:spcPts val="0"/>
              </a:spcBef>
              <a:spcAft>
                <a:spcPts val="0"/>
              </a:spcAft>
              <a:buSzPts val="1400"/>
              <a:buAutoNum type="arabicPeriod"/>
            </a:pPr>
            <a:r>
              <a:rPr lang="en-US" dirty="0"/>
              <a:t>Each link can point to a different page</a:t>
            </a:r>
            <a:endParaRPr dirty="0"/>
          </a:p>
          <a:p>
            <a:pPr marL="457200" lvl="0" indent="-317500" algn="l" rtl="0">
              <a:spcBef>
                <a:spcPts val="0"/>
              </a:spcBef>
              <a:spcAft>
                <a:spcPts val="0"/>
              </a:spcAft>
              <a:buSzPts val="1400"/>
              <a:buAutoNum type="arabicPeriod"/>
            </a:pPr>
            <a:r>
              <a:rPr lang="en-US" dirty="0"/>
              <a:t>Each of these clickable areas is known as a hotspot</a:t>
            </a:r>
            <a:endParaRPr dirty="0"/>
          </a:p>
        </p:txBody>
      </p:sp>
      <p:pic>
        <p:nvPicPr>
          <p:cNvPr id="4" name="Picture 3"/>
          <p:cNvPicPr>
            <a:picLocks noChangeAspect="1"/>
          </p:cNvPicPr>
          <p:nvPr/>
        </p:nvPicPr>
        <p:blipFill>
          <a:blip r:embed="rId4"/>
          <a:stretch>
            <a:fillRect/>
          </a:stretch>
        </p:blipFill>
        <p:spPr>
          <a:xfrm>
            <a:off x="1079549" y="5143779"/>
            <a:ext cx="8058312" cy="451165"/>
          </a:xfrm>
          <a:prstGeom prst="rect">
            <a:avLst/>
          </a:prstGeom>
        </p:spPr>
      </p:pic>
      <p:pic>
        <p:nvPicPr>
          <p:cNvPr id="6" name="Picture 5"/>
          <p:cNvPicPr>
            <a:picLocks noChangeAspect="1"/>
          </p:cNvPicPr>
          <p:nvPr/>
        </p:nvPicPr>
        <p:blipFill>
          <a:blip r:embed="rId5"/>
          <a:stretch>
            <a:fillRect/>
          </a:stretch>
        </p:blipFill>
        <p:spPr>
          <a:xfrm>
            <a:off x="1066799" y="5727700"/>
            <a:ext cx="8071061" cy="10653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g158bda26af7_1_180"/>
          <p:cNvSpPr txBox="1">
            <a:spLocks noGrp="1"/>
          </p:cNvSpPr>
          <p:nvPr>
            <p:ph type="title"/>
          </p:nvPr>
        </p:nvSpPr>
        <p:spPr>
          <a:xfrm>
            <a:off x="887506" y="215153"/>
            <a:ext cx="10058400" cy="725106"/>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dirty="0"/>
              <a:t>Basic Construction of an HTML Page:</a:t>
            </a:r>
            <a:endParaRPr sz="4400" dirty="0"/>
          </a:p>
        </p:txBody>
      </p:sp>
      <p:sp>
        <p:nvSpPr>
          <p:cNvPr id="371" name="Google Shape;371;g158bda26af7_1_180"/>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2" name="TextBox 1"/>
          <p:cNvSpPr txBox="1"/>
          <p:nvPr/>
        </p:nvSpPr>
        <p:spPr>
          <a:xfrm>
            <a:off x="887506" y="1643162"/>
            <a:ext cx="10031506" cy="5078313"/>
          </a:xfrm>
          <a:prstGeom prst="rect">
            <a:avLst/>
          </a:prstGeom>
          <a:noFill/>
        </p:spPr>
        <p:txBody>
          <a:bodyPr wrap="square" rtlCol="0">
            <a:spAutoFit/>
          </a:bodyPr>
          <a:lstStyle/>
          <a:p>
            <a:r>
              <a:rPr lang="en-US" dirty="0"/>
              <a:t>&lt;!DOCTYPE html&gt;</a:t>
            </a:r>
          </a:p>
          <a:p>
            <a:r>
              <a:rPr lang="en-US" dirty="0"/>
              <a:t>&lt;html&gt;</a:t>
            </a:r>
          </a:p>
          <a:p>
            <a:r>
              <a:rPr lang="en-US" dirty="0"/>
              <a:t>&lt;body&gt;</a:t>
            </a:r>
          </a:p>
          <a:p>
            <a:endParaRPr lang="en-US" dirty="0"/>
          </a:p>
          <a:p>
            <a:r>
              <a:rPr lang="en-US" dirty="0"/>
              <a:t>&lt;h2&gt;Image Maps&lt;/h2&gt;</a:t>
            </a:r>
          </a:p>
          <a:p>
            <a:r>
              <a:rPr lang="en-US" dirty="0"/>
              <a:t>&lt;p&gt;Click on the computer, the phone, or the cup of coffee to go to a new page and read more about the topic:&lt;/p&gt;</a:t>
            </a:r>
          </a:p>
          <a:p>
            <a:endParaRPr lang="en-US" dirty="0"/>
          </a:p>
          <a:p>
            <a:r>
              <a:rPr lang="en-US" dirty="0"/>
              <a:t>&lt;</a:t>
            </a:r>
            <a:r>
              <a:rPr lang="en-US" dirty="0" err="1"/>
              <a:t>img</a:t>
            </a:r>
            <a:r>
              <a:rPr lang="en-US" dirty="0"/>
              <a:t> </a:t>
            </a:r>
            <a:r>
              <a:rPr lang="en-US" dirty="0" err="1"/>
              <a:t>src</a:t>
            </a:r>
            <a:r>
              <a:rPr lang="en-US" dirty="0"/>
              <a:t>="workplace.jpg" alt="Workplace" </a:t>
            </a:r>
            <a:r>
              <a:rPr lang="en-US" dirty="0" err="1"/>
              <a:t>usemap</a:t>
            </a:r>
            <a:r>
              <a:rPr lang="en-US" dirty="0"/>
              <a:t>="#</a:t>
            </a:r>
            <a:r>
              <a:rPr lang="en-US" dirty="0" err="1"/>
              <a:t>workmap</a:t>
            </a:r>
            <a:r>
              <a:rPr lang="en-US" dirty="0"/>
              <a:t>" width="400" height="379"&gt;</a:t>
            </a:r>
          </a:p>
          <a:p>
            <a:endParaRPr lang="en-US" dirty="0"/>
          </a:p>
          <a:p>
            <a:r>
              <a:rPr lang="en-US" dirty="0"/>
              <a:t>&lt;map name="</a:t>
            </a:r>
            <a:r>
              <a:rPr lang="en-US" dirty="0" err="1"/>
              <a:t>workmap</a:t>
            </a:r>
            <a:r>
              <a:rPr lang="en-US" dirty="0"/>
              <a:t>"&gt;</a:t>
            </a:r>
          </a:p>
          <a:p>
            <a:r>
              <a:rPr lang="en-US" dirty="0"/>
              <a:t>  &lt;area shape="</a:t>
            </a:r>
            <a:r>
              <a:rPr lang="en-US" dirty="0" err="1"/>
              <a:t>rect</a:t>
            </a:r>
            <a:r>
              <a:rPr lang="en-US" dirty="0"/>
              <a:t>" </a:t>
            </a:r>
            <a:r>
              <a:rPr lang="en-US" dirty="0" err="1"/>
              <a:t>coords</a:t>
            </a:r>
            <a:r>
              <a:rPr lang="en-US" dirty="0"/>
              <a:t>="34,44,270,350" </a:t>
            </a:r>
            <a:r>
              <a:rPr lang="en-US" dirty="0" err="1"/>
              <a:t>href</a:t>
            </a:r>
            <a:r>
              <a:rPr lang="en-US" dirty="0"/>
              <a:t>="</a:t>
            </a:r>
            <a:r>
              <a:rPr lang="en-US" dirty="0" smtClean="0"/>
              <a:t>computer.html"&gt;</a:t>
            </a:r>
            <a:endParaRPr lang="en-US" dirty="0"/>
          </a:p>
          <a:p>
            <a:r>
              <a:rPr lang="en-US" dirty="0"/>
              <a:t>  &lt;area shape="</a:t>
            </a:r>
            <a:r>
              <a:rPr lang="en-US" dirty="0" err="1"/>
              <a:t>rect</a:t>
            </a:r>
            <a:r>
              <a:rPr lang="en-US" dirty="0"/>
              <a:t>" </a:t>
            </a:r>
            <a:r>
              <a:rPr lang="en-US" dirty="0" err="1"/>
              <a:t>coords</a:t>
            </a:r>
            <a:r>
              <a:rPr lang="en-US" dirty="0"/>
              <a:t>="290,172,333,250" </a:t>
            </a:r>
            <a:r>
              <a:rPr lang="en-US" dirty="0" err="1"/>
              <a:t>href</a:t>
            </a:r>
            <a:r>
              <a:rPr lang="en-US" dirty="0"/>
              <a:t>="</a:t>
            </a:r>
            <a:r>
              <a:rPr lang="en-US" dirty="0" smtClean="0"/>
              <a:t>phone.html"&gt;</a:t>
            </a:r>
            <a:endParaRPr lang="en-US" dirty="0"/>
          </a:p>
          <a:p>
            <a:r>
              <a:rPr lang="en-US" dirty="0"/>
              <a:t>  &lt;area shape="circle" </a:t>
            </a:r>
            <a:r>
              <a:rPr lang="en-US" dirty="0" err="1"/>
              <a:t>coords</a:t>
            </a:r>
            <a:r>
              <a:rPr lang="en-US" dirty="0"/>
              <a:t>="337,300,44" </a:t>
            </a:r>
            <a:r>
              <a:rPr lang="en-US" dirty="0" err="1"/>
              <a:t>href</a:t>
            </a:r>
            <a:r>
              <a:rPr lang="en-US" dirty="0"/>
              <a:t>="</a:t>
            </a:r>
            <a:r>
              <a:rPr lang="en-US" dirty="0" smtClean="0"/>
              <a:t>coffee.html"&gt;</a:t>
            </a:r>
            <a:endParaRPr lang="en-US" dirty="0"/>
          </a:p>
          <a:p>
            <a:r>
              <a:rPr lang="en-US" dirty="0"/>
              <a:t>&lt;/map&gt;</a:t>
            </a:r>
          </a:p>
          <a:p>
            <a:endParaRPr lang="en-US" dirty="0"/>
          </a:p>
          <a:p>
            <a:r>
              <a:rPr lang="en-US" dirty="0"/>
              <a:t>&lt;/body&gt;</a:t>
            </a:r>
          </a:p>
          <a:p>
            <a:r>
              <a:rPr lang="en-US" dirty="0"/>
              <a:t>&lt;/html&gt;</a:t>
            </a:r>
          </a:p>
        </p:txBody>
      </p:sp>
      <p:sp>
        <p:nvSpPr>
          <p:cNvPr id="3" name="TextBox 2"/>
          <p:cNvSpPr txBox="1"/>
          <p:nvPr/>
        </p:nvSpPr>
        <p:spPr>
          <a:xfrm>
            <a:off x="887506" y="1107044"/>
            <a:ext cx="3348317" cy="369332"/>
          </a:xfrm>
          <a:prstGeom prst="rect">
            <a:avLst/>
          </a:prstGeom>
          <a:noFill/>
        </p:spPr>
        <p:txBody>
          <a:bodyPr wrap="square" rtlCol="0">
            <a:spAutoFit/>
          </a:bodyPr>
          <a:lstStyle/>
          <a:p>
            <a:r>
              <a:rPr lang="en-US" b="1" dirty="0" smtClean="0"/>
              <a:t>Example:</a:t>
            </a:r>
            <a:endParaRPr lang="en-US"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g158bda26af7_1_191"/>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81" name="Google Shape;381;g158bda26af7_1_19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
        <p:nvSpPr>
          <p:cNvPr id="378" name="Google Shape;378;g158bda26af7_1_191"/>
          <p:cNvSpPr txBox="1"/>
          <p:nvPr/>
        </p:nvSpPr>
        <p:spPr>
          <a:xfrm>
            <a:off x="1219200" y="2149450"/>
            <a:ext cx="10058400" cy="156963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Adding video to web pages</a:t>
            </a:r>
            <a:endParaRPr b="1" dirty="0"/>
          </a:p>
          <a:p>
            <a:pPr marL="0" lvl="0" indent="0" algn="l" rtl="0">
              <a:spcBef>
                <a:spcPts val="0"/>
              </a:spcBef>
              <a:spcAft>
                <a:spcPts val="0"/>
              </a:spcAft>
              <a:buNone/>
            </a:pPr>
            <a:endParaRPr b="1" dirty="0"/>
          </a:p>
          <a:p>
            <a:pPr marL="457200" lvl="0" indent="-317500" algn="l" rtl="0">
              <a:spcBef>
                <a:spcPts val="0"/>
              </a:spcBef>
              <a:spcAft>
                <a:spcPts val="0"/>
              </a:spcAft>
              <a:buSzPts val="1400"/>
              <a:buAutoNum type="arabicPeriod"/>
            </a:pPr>
            <a:r>
              <a:rPr lang="en-US" dirty="0"/>
              <a:t>The &lt;video&gt; tag is used to add a video to a web page</a:t>
            </a:r>
            <a:endParaRPr dirty="0"/>
          </a:p>
          <a:p>
            <a:pPr marL="457200" lvl="0" indent="-317500" algn="l" rtl="0">
              <a:spcBef>
                <a:spcPts val="0"/>
              </a:spcBef>
              <a:spcAft>
                <a:spcPts val="0"/>
              </a:spcAft>
              <a:buSzPts val="1400"/>
              <a:buAutoNum type="arabicPeriod"/>
            </a:pPr>
            <a:r>
              <a:rPr lang="en-US" dirty="0"/>
              <a:t>This tag is provided in </a:t>
            </a:r>
            <a:r>
              <a:rPr lang="en-US" dirty="0" smtClean="0"/>
              <a:t>HTML5</a:t>
            </a:r>
          </a:p>
          <a:p>
            <a:pPr marL="457200" lvl="0" indent="-317500" algn="l" rtl="0">
              <a:spcBef>
                <a:spcPts val="0"/>
              </a:spcBef>
              <a:spcAft>
                <a:spcPts val="0"/>
              </a:spcAft>
              <a:buSzPts val="1400"/>
              <a:buAutoNum type="arabicPeriod"/>
            </a:pPr>
            <a:r>
              <a:rPr lang="en-US" dirty="0" smtClean="0"/>
              <a:t>We </a:t>
            </a:r>
            <a:r>
              <a:rPr lang="en-US" dirty="0"/>
              <a:t>can add a video to our page as</a:t>
            </a:r>
            <a:endParaRPr sz="1600" b="1" dirty="0"/>
          </a:p>
        </p:txBody>
      </p:sp>
      <p:pic>
        <p:nvPicPr>
          <p:cNvPr id="3" name="Picture 2"/>
          <p:cNvPicPr>
            <a:picLocks noChangeAspect="1"/>
          </p:cNvPicPr>
          <p:nvPr/>
        </p:nvPicPr>
        <p:blipFill>
          <a:blip r:embed="rId3"/>
          <a:stretch>
            <a:fillRect/>
          </a:stretch>
        </p:blipFill>
        <p:spPr>
          <a:xfrm>
            <a:off x="1066805" y="4039719"/>
            <a:ext cx="10403536" cy="223106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Example</a:t>
            </a:r>
            <a:endParaRPr lang="en-US" dirty="0"/>
          </a:p>
        </p:txBody>
      </p:sp>
      <p:sp>
        <p:nvSpPr>
          <p:cNvPr id="5" name="Content Placeholder 4"/>
          <p:cNvSpPr>
            <a:spLocks noGrp="1"/>
          </p:cNvSpPr>
          <p:nvPr>
            <p:ph idx="1"/>
          </p:nvPr>
        </p:nvSpPr>
        <p:spPr>
          <a:xfrm>
            <a:off x="762000" y="2005012"/>
            <a:ext cx="10515600" cy="4351338"/>
          </a:xfrm>
        </p:spPr>
        <p:txBody>
          <a:bodyPr/>
          <a:lstStyle/>
          <a:p>
            <a:pPr marL="0" indent="0">
              <a:buNone/>
            </a:pPr>
            <a:r>
              <a:rPr lang="en-US" dirty="0"/>
              <a:t>&lt;video width="320" height="240" </a:t>
            </a:r>
            <a:r>
              <a:rPr lang="en-US" dirty="0" smtClean="0"/>
              <a:t>controls </a:t>
            </a:r>
            <a:r>
              <a:rPr lang="en-US" dirty="0" err="1" smtClean="0"/>
              <a:t>autoplay</a:t>
            </a:r>
            <a:r>
              <a:rPr lang="en-US" dirty="0" smtClean="0"/>
              <a:t>&gt;</a:t>
            </a:r>
            <a:endParaRPr lang="en-US" dirty="0"/>
          </a:p>
          <a:p>
            <a:pPr marL="0" indent="0">
              <a:buNone/>
            </a:pPr>
            <a:r>
              <a:rPr lang="en-US" dirty="0"/>
              <a:t>  &lt;source </a:t>
            </a:r>
            <a:r>
              <a:rPr lang="en-US" dirty="0" err="1"/>
              <a:t>src</a:t>
            </a:r>
            <a:r>
              <a:rPr lang="en-US" dirty="0"/>
              <a:t>="movie.mp4" type="video/mp4"&gt;</a:t>
            </a:r>
          </a:p>
          <a:p>
            <a:pPr marL="0" indent="0">
              <a:buNone/>
            </a:pPr>
            <a:r>
              <a:rPr lang="en-US" dirty="0"/>
              <a:t>  &lt;source </a:t>
            </a:r>
            <a:r>
              <a:rPr lang="en-US" dirty="0" err="1"/>
              <a:t>src</a:t>
            </a:r>
            <a:r>
              <a:rPr lang="en-US" dirty="0"/>
              <a:t>="movie.ogg" type="video/</a:t>
            </a:r>
            <a:r>
              <a:rPr lang="en-US" dirty="0" err="1"/>
              <a:t>ogg</a:t>
            </a:r>
            <a:r>
              <a:rPr lang="en-US" dirty="0"/>
              <a:t>"&gt;</a:t>
            </a:r>
          </a:p>
          <a:p>
            <a:pPr marL="0" indent="0">
              <a:buNone/>
            </a:pPr>
            <a:r>
              <a:rPr lang="en-US" dirty="0"/>
              <a:t>  Your browser does not support the video tag.</a:t>
            </a:r>
          </a:p>
          <a:p>
            <a:pPr marL="0" indent="0">
              <a:buNone/>
            </a:pPr>
            <a:r>
              <a:rPr lang="en-US" dirty="0"/>
              <a:t>&lt;/video&gt;</a:t>
            </a:r>
          </a:p>
        </p:txBody>
      </p:sp>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6" name="Google Shape;380;g158bda26af7_1_191"/>
          <p:cNvSpPr txBox="1"/>
          <p:nvPr/>
        </p:nvSpPr>
        <p:spPr>
          <a:xfrm>
            <a:off x="1219200" y="4711995"/>
            <a:ext cx="10058400" cy="156963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SzPts val="1200"/>
              <a:buAutoNum type="arabicPeriod" startAt="5"/>
            </a:pPr>
            <a:r>
              <a:rPr lang="en-US" dirty="0"/>
              <a:t>Attributes of &lt;video&gt; tag:</a:t>
            </a:r>
            <a:endParaRPr dirty="0"/>
          </a:p>
          <a:p>
            <a:pPr marL="914400" lvl="1" indent="-304800">
              <a:buSzPts val="1200"/>
              <a:buFontTx/>
              <a:buChar char="–"/>
            </a:pPr>
            <a:r>
              <a:rPr lang="en-US" dirty="0"/>
              <a:t>Controls</a:t>
            </a:r>
          </a:p>
          <a:p>
            <a:pPr marL="914400" lvl="1" indent="-304800" algn="l" rtl="0">
              <a:spcBef>
                <a:spcPts val="0"/>
              </a:spcBef>
              <a:spcAft>
                <a:spcPts val="0"/>
              </a:spcAft>
              <a:buSzPts val="1200"/>
              <a:buChar char="–"/>
            </a:pPr>
            <a:r>
              <a:rPr lang="en-US" dirty="0" err="1"/>
              <a:t>a</a:t>
            </a:r>
            <a:r>
              <a:rPr lang="en-US" dirty="0" err="1" smtClean="0"/>
              <a:t>utoplay</a:t>
            </a:r>
            <a:endParaRPr lang="en-US" dirty="0" smtClean="0"/>
          </a:p>
          <a:p>
            <a:pPr marL="914400" lvl="1" indent="-304800" algn="l" rtl="0">
              <a:spcBef>
                <a:spcPts val="0"/>
              </a:spcBef>
              <a:spcAft>
                <a:spcPts val="0"/>
              </a:spcAft>
              <a:buSzPts val="1200"/>
              <a:buChar char="–"/>
            </a:pPr>
            <a:r>
              <a:rPr lang="en-US" dirty="0" smtClean="0"/>
              <a:t>Muted</a:t>
            </a:r>
            <a:endParaRPr dirty="0"/>
          </a:p>
          <a:p>
            <a:pPr marL="914400" lvl="1" indent="-304800" algn="l" rtl="0">
              <a:spcBef>
                <a:spcPts val="0"/>
              </a:spcBef>
              <a:spcAft>
                <a:spcPts val="0"/>
              </a:spcAft>
              <a:buSzPts val="1200"/>
              <a:buChar char="–"/>
            </a:pPr>
            <a:r>
              <a:rPr lang="en-US" dirty="0" smtClean="0"/>
              <a:t>Loop</a:t>
            </a:r>
            <a:endParaRPr dirty="0"/>
          </a:p>
        </p:txBody>
      </p:sp>
    </p:spTree>
    <p:extLst>
      <p:ext uri="{BB962C8B-B14F-4D97-AF65-F5344CB8AC3E}">
        <p14:creationId xmlns:p14="http://schemas.microsoft.com/office/powerpoint/2010/main" val="330753254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158bda26af7_1_201"/>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a:t>Basic Construction of an HTML Page:</a:t>
            </a:r>
            <a:endParaRPr sz="4400"/>
          </a:p>
        </p:txBody>
      </p:sp>
      <p:sp>
        <p:nvSpPr>
          <p:cNvPr id="391" name="Google Shape;391;g158bda26af7_1_20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388" name="Google Shape;388;g158bda26af7_1_201"/>
          <p:cNvSpPr txBox="1"/>
          <p:nvPr/>
        </p:nvSpPr>
        <p:spPr>
          <a:xfrm>
            <a:off x="1219200" y="2082688"/>
            <a:ext cx="10058400" cy="1477297"/>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b="1" dirty="0"/>
              <a:t>Adding audio to web pages:</a:t>
            </a:r>
            <a:endParaRPr b="1" dirty="0"/>
          </a:p>
          <a:p>
            <a:pPr marL="0" lvl="0" indent="0" algn="l" rtl="0">
              <a:spcBef>
                <a:spcPts val="0"/>
              </a:spcBef>
              <a:spcAft>
                <a:spcPts val="0"/>
              </a:spcAft>
              <a:buNone/>
            </a:pPr>
            <a:endParaRPr sz="1200" b="1" dirty="0">
              <a:latin typeface="Times New Roman"/>
              <a:ea typeface="Times New Roman"/>
              <a:cs typeface="Times New Roman"/>
              <a:sym typeface="Times New Roman"/>
            </a:endParaRPr>
          </a:p>
          <a:p>
            <a:pPr marL="457200" lvl="0" indent="-317500" algn="l" rtl="0">
              <a:spcBef>
                <a:spcPts val="0"/>
              </a:spcBef>
              <a:spcAft>
                <a:spcPts val="0"/>
              </a:spcAft>
              <a:buSzPts val="1400"/>
              <a:buAutoNum type="arabicPeriod"/>
            </a:pPr>
            <a:r>
              <a:rPr lang="en-US" dirty="0"/>
              <a:t>The &lt;audio&gt; tab is used to add an audio to a web page</a:t>
            </a:r>
            <a:endParaRPr dirty="0"/>
          </a:p>
          <a:p>
            <a:pPr marL="457200" lvl="0" indent="-317500" algn="l" rtl="0">
              <a:spcBef>
                <a:spcPts val="0"/>
              </a:spcBef>
              <a:spcAft>
                <a:spcPts val="0"/>
              </a:spcAft>
              <a:buSzPts val="1400"/>
              <a:buAutoNum type="arabicPeriod"/>
            </a:pPr>
            <a:r>
              <a:rPr lang="en-US" dirty="0"/>
              <a:t>This tag is provided in </a:t>
            </a:r>
            <a:r>
              <a:rPr lang="en-US" dirty="0" smtClean="0"/>
              <a:t>HTML5</a:t>
            </a:r>
          </a:p>
          <a:p>
            <a:pPr marL="457200" lvl="0" indent="-317500" algn="l" rtl="0">
              <a:spcBef>
                <a:spcPts val="0"/>
              </a:spcBef>
              <a:spcAft>
                <a:spcPts val="0"/>
              </a:spcAft>
              <a:buSzPts val="1400"/>
              <a:buAutoNum type="arabicPeriod"/>
            </a:pPr>
            <a:r>
              <a:rPr lang="en-US" dirty="0" smtClean="0"/>
              <a:t>We </a:t>
            </a:r>
            <a:r>
              <a:rPr lang="en-US" dirty="0"/>
              <a:t>can add </a:t>
            </a:r>
            <a:r>
              <a:rPr lang="en-US"/>
              <a:t>a </a:t>
            </a:r>
            <a:r>
              <a:rPr lang="en-US" smtClean="0"/>
              <a:t>audio </a:t>
            </a:r>
            <a:r>
              <a:rPr lang="en-US" dirty="0"/>
              <a:t>to our page as</a:t>
            </a:r>
            <a:endParaRPr sz="1600" dirty="0"/>
          </a:p>
        </p:txBody>
      </p:sp>
      <p:pic>
        <p:nvPicPr>
          <p:cNvPr id="2" name="Picture 1"/>
          <p:cNvPicPr>
            <a:picLocks noChangeAspect="1"/>
          </p:cNvPicPr>
          <p:nvPr/>
        </p:nvPicPr>
        <p:blipFill>
          <a:blip r:embed="rId3"/>
          <a:stretch>
            <a:fillRect/>
          </a:stretch>
        </p:blipFill>
        <p:spPr>
          <a:xfrm>
            <a:off x="1219200" y="3746966"/>
            <a:ext cx="10134600" cy="222915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g158bda26af7_1_201"/>
          <p:cNvSpPr txBox="1">
            <a:spLocks noGrp="1"/>
          </p:cNvSpPr>
          <p:nvPr>
            <p:ph type="title"/>
          </p:nvPr>
        </p:nvSpPr>
        <p:spPr>
          <a:xfrm>
            <a:off x="1066805" y="202153"/>
            <a:ext cx="10058400" cy="1450800"/>
          </a:xfrm>
          <a:prstGeom prst="rect">
            <a:avLst/>
          </a:prstGeom>
        </p:spPr>
        <p:txBody>
          <a:bodyPr spcFirstLastPara="1" wrap="square" lIns="91425" tIns="45700" rIns="91425" bIns="45700" anchor="b" anchorCtr="0">
            <a:normAutofit/>
          </a:bodyPr>
          <a:lstStyle/>
          <a:p>
            <a:pPr marL="0" lvl="0" indent="0" algn="l" rtl="0">
              <a:spcBef>
                <a:spcPts val="0"/>
              </a:spcBef>
              <a:spcAft>
                <a:spcPts val="0"/>
              </a:spcAft>
              <a:buNone/>
            </a:pPr>
            <a:r>
              <a:rPr lang="en-US" sz="4400" dirty="0" smtClean="0"/>
              <a:t>Example</a:t>
            </a:r>
            <a:endParaRPr sz="4400" dirty="0"/>
          </a:p>
        </p:txBody>
      </p:sp>
      <p:sp>
        <p:nvSpPr>
          <p:cNvPr id="391" name="Google Shape;391;g158bda26af7_1_201"/>
          <p:cNvSpPr txBox="1">
            <a:spLocks noGrp="1"/>
          </p:cNvSpPr>
          <p:nvPr>
            <p:ph type="sldNum" sz="quarter" idx="12"/>
          </p:nvPr>
        </p:nvSpPr>
        <p:spPr>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
        <p:nvSpPr>
          <p:cNvPr id="388" name="Google Shape;388;g158bda26af7_1_201"/>
          <p:cNvSpPr txBox="1"/>
          <p:nvPr/>
        </p:nvSpPr>
        <p:spPr>
          <a:xfrm>
            <a:off x="1219200" y="2082688"/>
            <a:ext cx="10058400" cy="1415742"/>
          </a:xfrm>
          <a:prstGeom prst="rect">
            <a:avLst/>
          </a:prstGeom>
          <a:noFill/>
          <a:ln>
            <a:noFill/>
          </a:ln>
        </p:spPr>
        <p:txBody>
          <a:bodyPr spcFirstLastPara="1" wrap="square" lIns="91425" tIns="91425" rIns="91425" bIns="91425" anchor="t" anchorCtr="0">
            <a:spAutoFit/>
          </a:bodyPr>
          <a:lstStyle/>
          <a:p>
            <a:pPr lvl="0"/>
            <a:r>
              <a:rPr lang="en-US" sz="1600" dirty="0"/>
              <a:t>&lt;audio controls&gt;</a:t>
            </a:r>
          </a:p>
          <a:p>
            <a:pPr lvl="0"/>
            <a:r>
              <a:rPr lang="en-US" sz="1600" dirty="0"/>
              <a:t>  &lt;source </a:t>
            </a:r>
            <a:r>
              <a:rPr lang="en-US" sz="1600" dirty="0" err="1"/>
              <a:t>src</a:t>
            </a:r>
            <a:r>
              <a:rPr lang="en-US" sz="1600" dirty="0"/>
              <a:t>="horse.ogg" type="audio/</a:t>
            </a:r>
            <a:r>
              <a:rPr lang="en-US" sz="1600" dirty="0" err="1"/>
              <a:t>ogg</a:t>
            </a:r>
            <a:r>
              <a:rPr lang="en-US" sz="1600" dirty="0"/>
              <a:t>"&gt;</a:t>
            </a:r>
          </a:p>
          <a:p>
            <a:pPr lvl="0"/>
            <a:r>
              <a:rPr lang="en-US" sz="1600" dirty="0"/>
              <a:t>  &lt;source </a:t>
            </a:r>
            <a:r>
              <a:rPr lang="en-US" sz="1600" dirty="0" err="1"/>
              <a:t>src</a:t>
            </a:r>
            <a:r>
              <a:rPr lang="en-US" sz="1600" dirty="0"/>
              <a:t>="horse.mp3" type="audio/mpeg"&gt;</a:t>
            </a:r>
          </a:p>
          <a:p>
            <a:pPr lvl="0"/>
            <a:r>
              <a:rPr lang="en-US" sz="1600" dirty="0"/>
              <a:t>Your browser does not support the audio element.</a:t>
            </a:r>
          </a:p>
          <a:p>
            <a:pPr lvl="0"/>
            <a:r>
              <a:rPr lang="en-US" sz="1600" dirty="0"/>
              <a:t>&lt;/audio&gt;</a:t>
            </a:r>
            <a:endParaRPr sz="1600" dirty="0"/>
          </a:p>
        </p:txBody>
      </p:sp>
      <p:sp>
        <p:nvSpPr>
          <p:cNvPr id="390" name="Google Shape;390;g158bda26af7_1_201"/>
          <p:cNvSpPr txBox="1"/>
          <p:nvPr/>
        </p:nvSpPr>
        <p:spPr>
          <a:xfrm>
            <a:off x="1066805" y="4142575"/>
            <a:ext cx="4296697" cy="1569630"/>
          </a:xfrm>
          <a:prstGeom prst="rect">
            <a:avLst/>
          </a:prstGeom>
          <a:noFill/>
          <a:ln>
            <a:noFill/>
          </a:ln>
        </p:spPr>
        <p:txBody>
          <a:bodyPr spcFirstLastPara="1" wrap="square" lIns="91425" tIns="91425" rIns="91425" bIns="91425" anchor="t" anchorCtr="0">
            <a:spAutoFit/>
          </a:bodyPr>
          <a:lstStyle/>
          <a:p>
            <a:pPr marL="152400" lvl="0" algn="l" rtl="0">
              <a:spcBef>
                <a:spcPts val="0"/>
              </a:spcBef>
              <a:spcAft>
                <a:spcPts val="0"/>
              </a:spcAft>
              <a:buSzPts val="1200"/>
            </a:pPr>
            <a:r>
              <a:rPr lang="en-US" dirty="0"/>
              <a:t>Attributes of &lt;audio&gt; tag:</a:t>
            </a:r>
            <a:endParaRPr dirty="0"/>
          </a:p>
          <a:p>
            <a:pPr marL="685800" lvl="0" indent="-304800" algn="l" rtl="0">
              <a:spcBef>
                <a:spcPts val="0"/>
              </a:spcBef>
              <a:spcAft>
                <a:spcPts val="0"/>
              </a:spcAft>
              <a:buSzPts val="1200"/>
              <a:buChar char="•"/>
            </a:pPr>
            <a:r>
              <a:rPr lang="en-US" dirty="0" smtClean="0"/>
              <a:t>Controls</a:t>
            </a:r>
          </a:p>
          <a:p>
            <a:pPr marL="685800" indent="-304800">
              <a:buSzPts val="1200"/>
              <a:buFontTx/>
              <a:buChar char="•"/>
            </a:pPr>
            <a:r>
              <a:rPr lang="en-US" dirty="0" smtClean="0"/>
              <a:t>Auto-play</a:t>
            </a:r>
          </a:p>
          <a:p>
            <a:pPr marL="685800" indent="-304800">
              <a:buSzPts val="1200"/>
              <a:buFontTx/>
              <a:buChar char="•"/>
            </a:pPr>
            <a:r>
              <a:rPr lang="en-US" dirty="0" smtClean="0"/>
              <a:t>muted</a:t>
            </a:r>
            <a:endParaRPr dirty="0"/>
          </a:p>
          <a:p>
            <a:pPr marL="685800" lvl="0" indent="-304800" algn="l" rtl="0">
              <a:spcBef>
                <a:spcPts val="0"/>
              </a:spcBef>
              <a:spcAft>
                <a:spcPts val="0"/>
              </a:spcAft>
              <a:buSzPts val="1200"/>
              <a:buChar char="•"/>
            </a:pPr>
            <a:r>
              <a:rPr lang="en-US" dirty="0"/>
              <a:t>Loop</a:t>
            </a:r>
            <a:endParaRPr dirty="0"/>
          </a:p>
        </p:txBody>
      </p:sp>
    </p:spTree>
    <p:extLst>
      <p:ext uri="{BB962C8B-B14F-4D97-AF65-F5344CB8AC3E}">
        <p14:creationId xmlns:p14="http://schemas.microsoft.com/office/powerpoint/2010/main" val="31008201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5066</TotalTime>
  <Words>833</Words>
  <Application>Microsoft Office PowerPoint</Application>
  <PresentationFormat>Widescreen</PresentationFormat>
  <Paragraphs>106</Paragraphs>
  <Slides>9</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Arial</vt:lpstr>
      <vt:lpstr>Calibri Light</vt:lpstr>
      <vt:lpstr>Times New Roman</vt:lpstr>
      <vt:lpstr>Office Theme</vt:lpstr>
      <vt:lpstr>Basic Construction of an HTML Page:</vt:lpstr>
      <vt:lpstr>PowerPoint Presentation</vt:lpstr>
      <vt:lpstr>Basic Construction of an HTML Page:</vt:lpstr>
      <vt:lpstr>Basic Construction of an HTML Page:</vt:lpstr>
      <vt:lpstr>Basic Construction of an HTML Page:</vt:lpstr>
      <vt:lpstr>Basic Construction of an HTML Page:</vt:lpstr>
      <vt:lpstr>Example</vt:lpstr>
      <vt:lpstr>Basic Construction of an HTML Page:</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 HTML</dc:title>
  <dc:creator>P@SHA;TechLift</dc:creator>
  <cp:lastModifiedBy>Aqib Rehman</cp:lastModifiedBy>
  <cp:revision>46</cp:revision>
  <dcterms:created xsi:type="dcterms:W3CDTF">2022-05-13T01:00:56Z</dcterms:created>
  <dcterms:modified xsi:type="dcterms:W3CDTF">2025-08-25T05:54:52Z</dcterms:modified>
</cp:coreProperties>
</file>