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14" r:id="rId1"/>
    <p:sldMasterId id="2147483728" r:id="rId2"/>
    <p:sldMasterId id="2147483740" r:id="rId3"/>
  </p:sldMasterIdLst>
  <p:notesMasterIdLst>
    <p:notesMasterId r:id="rId27"/>
  </p:notesMasterIdLst>
  <p:sldIdLst>
    <p:sldId id="257" r:id="rId4"/>
    <p:sldId id="259" r:id="rId5"/>
    <p:sldId id="312" r:id="rId6"/>
    <p:sldId id="302" r:id="rId7"/>
    <p:sldId id="303" r:id="rId8"/>
    <p:sldId id="304" r:id="rId9"/>
    <p:sldId id="313" r:id="rId10"/>
    <p:sldId id="305" r:id="rId11"/>
    <p:sldId id="306" r:id="rId12"/>
    <p:sldId id="307" r:id="rId13"/>
    <p:sldId id="266" r:id="rId14"/>
    <p:sldId id="310" r:id="rId15"/>
    <p:sldId id="311" r:id="rId16"/>
    <p:sldId id="268" r:id="rId17"/>
    <p:sldId id="269" r:id="rId18"/>
    <p:sldId id="270" r:id="rId19"/>
    <p:sldId id="271" r:id="rId20"/>
    <p:sldId id="272" r:id="rId21"/>
    <p:sldId id="273" r:id="rId22"/>
    <p:sldId id="274" r:id="rId23"/>
    <p:sldId id="275" r:id="rId24"/>
    <p:sldId id="276" r:id="rId25"/>
    <p:sldId id="277" r:id="rId26"/>
  </p:sldIdLst>
  <p:sldSz cx="12192000" cy="6858000"/>
  <p:notesSz cx="6858000" cy="9144000"/>
  <p:embeddedFontLst>
    <p:embeddedFont>
      <p:font typeface="Cambria Math" panose="02040503050406030204" pitchFamily="18" charset="0"/>
      <p:regular r:id="rId28"/>
    </p:embeddedFont>
    <p:embeddedFont>
      <p:font typeface="Verdana" panose="020B0604030504040204" pitchFamily="34" charset="0"/>
      <p:regular r:id="rId29"/>
      <p:bold r:id="rId30"/>
      <p:italic r:id="rId31"/>
      <p:boldItalic r:id="rId32"/>
    </p:embeddedFont>
    <p:embeddedFont>
      <p:font typeface="Arimo" panose="020B0604020202020204" charset="0"/>
      <p:regular r:id="rId33"/>
      <p:bold r:id="rId34"/>
      <p:italic r:id="rId35"/>
      <p:boldItalic r:id="rId36"/>
    </p:embeddedFont>
    <p:embeddedFont>
      <p:font typeface="Tw Cen MT Condensed" panose="020B0604020202020204" charset="0"/>
      <p:regular r:id="rId37"/>
      <p:bold r:id="rId38"/>
    </p:embeddedFont>
    <p:embeddedFont>
      <p:font typeface="Calibri" panose="020F0502020204030204" pitchFamily="34" charset="0"/>
      <p:regular r:id="rId39"/>
      <p:bold r:id="rId40"/>
      <p:italic r:id="rId41"/>
      <p:boldItalic r:id="rId42"/>
    </p:embeddedFont>
    <p:embeddedFont>
      <p:font typeface="Calibri Light" panose="020F0302020204030204" pitchFamily="34" charset="0"/>
      <p:regular r:id="rId43"/>
      <p:italic r:id="rId44"/>
    </p:embeddedFont>
    <p:embeddedFont>
      <p:font typeface="Tw Cen MT" panose="020B0604020202020204" charset="0"/>
      <p:regular r:id="rId45"/>
      <p:bold r:id="rId46"/>
      <p:italic r:id="rId47"/>
      <p:boldItalic r:id="rId48"/>
    </p:embeddedFont>
    <p:embeddedFont>
      <p:font typeface="Wingdings 3" panose="05040102010807070707" pitchFamily="18" charset="2"/>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i1LM3DGN3HbFUz3GmoC/2VRIVq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06C726-DFFB-4A9A-B0E4-71AC2CEA8273}" v="5" dt="2023-02-06T05:46:19.352"/>
  </p1510:revLst>
</p1510:revInfo>
</file>

<file path=ppt/tableStyles.xml><?xml version="1.0" encoding="utf-8"?>
<a:tblStyleLst xmlns:a="http://schemas.openxmlformats.org/drawingml/2006/main" def="{206E0B07-D9C2-472B-8B26-E2571CC8E861}">
  <a:tblStyle styleId="{206E0B07-D9C2-472B-8B26-E2571CC8E86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9C2588F-E5C1-40D7-BAC3-0F3EF6BD1EB5}" styleName="Table_1">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2" autoAdjust="0"/>
    <p:restoredTop sz="94660"/>
  </p:normalViewPr>
  <p:slideViewPr>
    <p:cSldViewPr snapToGrid="0">
      <p:cViewPr varScale="1">
        <p:scale>
          <a:sx n="68" d="100"/>
          <a:sy n="68" d="100"/>
        </p:scale>
        <p:origin x="89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2.fntdata"/><Relationship Id="rId21" Type="http://schemas.openxmlformats.org/officeDocument/2006/relationships/slide" Target="slides/slide18.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68" Type="http://schemas.openxmlformats.org/officeDocument/2006/relationships/viewProps" Target="viewProps.xml"/><Relationship Id="rId7" Type="http://schemas.openxmlformats.org/officeDocument/2006/relationships/slide" Target="slides/slide4.xml"/><Relationship Id="rId71"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2.fntdata"/><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66" Type="http://customschemas.google.com/relationships/presentationmetadata" Target="metadata"/><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69" Type="http://schemas.openxmlformats.org/officeDocument/2006/relationships/theme" Target="theme/theme1.xml"/><Relationship Id="rId8" Type="http://schemas.openxmlformats.org/officeDocument/2006/relationships/slide" Target="slides/slide5.xml"/><Relationship Id="rId72" Type="http://schemas.microsoft.com/office/2015/10/relationships/revisionInfo" Target="revisionInfo.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67"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font" Target="fonts/font14.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1706C726-DFFB-4A9A-B0E4-71AC2CEA8273}"/>
    <pc:docChg chg="undo redo custSel addSld delSld modSld sldOrd modMainMaster">
      <pc:chgData name="Asif Muhammad" userId="6b0af2cb-2f76-400b-94d9-178b55ef4f85" providerId="ADAL" clId="{1706C726-DFFB-4A9A-B0E4-71AC2CEA8273}" dt="2023-02-08T07:11:14.588" v="1035" actId="403"/>
      <pc:docMkLst>
        <pc:docMk/>
      </pc:docMkLst>
      <pc:sldChg chg="del">
        <pc:chgData name="Asif Muhammad" userId="6b0af2cb-2f76-400b-94d9-178b55ef4f85" providerId="ADAL" clId="{1706C726-DFFB-4A9A-B0E4-71AC2CEA8273}" dt="2023-02-06T05:14:15.929" v="0" actId="47"/>
        <pc:sldMkLst>
          <pc:docMk/>
          <pc:sldMk cId="0" sldId="256"/>
        </pc:sldMkLst>
      </pc:sldChg>
      <pc:sldChg chg="delSp modSp mod">
        <pc:chgData name="Asif Muhammad" userId="6b0af2cb-2f76-400b-94d9-178b55ef4f85" providerId="ADAL" clId="{1706C726-DFFB-4A9A-B0E4-71AC2CEA8273}" dt="2023-02-06T05:28:23.066" v="52"/>
        <pc:sldMkLst>
          <pc:docMk/>
          <pc:sldMk cId="0" sldId="257"/>
        </pc:sldMkLst>
        <pc:spChg chg="mod">
          <ac:chgData name="Asif Muhammad" userId="6b0af2cb-2f76-400b-94d9-178b55ef4f85" providerId="ADAL" clId="{1706C726-DFFB-4A9A-B0E4-71AC2CEA8273}" dt="2023-02-06T05:28:23.066" v="52"/>
          <ac:spMkLst>
            <pc:docMk/>
            <pc:sldMk cId="0" sldId="257"/>
            <ac:spMk id="155" creationId="{00000000-0000-0000-0000-000000000000}"/>
          </ac:spMkLst>
        </pc:spChg>
        <pc:spChg chg="del">
          <ac:chgData name="Asif Muhammad" userId="6b0af2cb-2f76-400b-94d9-178b55ef4f85" providerId="ADAL" clId="{1706C726-DFFB-4A9A-B0E4-71AC2CEA8273}" dt="2023-02-06T05:14:22.870" v="1" actId="478"/>
          <ac:spMkLst>
            <pc:docMk/>
            <pc:sldMk cId="0" sldId="257"/>
            <ac:spMk id="156" creationId="{00000000-0000-0000-0000-000000000000}"/>
          </ac:spMkLst>
        </pc:spChg>
        <pc:spChg chg="mod">
          <ac:chgData name="Asif Muhammad" userId="6b0af2cb-2f76-400b-94d9-178b55ef4f85" providerId="ADAL" clId="{1706C726-DFFB-4A9A-B0E4-71AC2CEA8273}" dt="2023-02-06T05:28:23.066" v="52"/>
          <ac:spMkLst>
            <pc:docMk/>
            <pc:sldMk cId="0" sldId="257"/>
            <ac:spMk id="157" creationId="{00000000-0000-0000-0000-000000000000}"/>
          </ac:spMkLst>
        </pc:spChg>
      </pc:sldChg>
      <pc:sldChg chg="modSp del">
        <pc:chgData name="Asif Muhammad" userId="6b0af2cb-2f76-400b-94d9-178b55ef4f85" providerId="ADAL" clId="{1706C726-DFFB-4A9A-B0E4-71AC2CEA8273}" dt="2023-02-06T05:18:31.152" v="5" actId="47"/>
        <pc:sldMkLst>
          <pc:docMk/>
          <pc:sldMk cId="0" sldId="258"/>
        </pc:sldMkLst>
        <pc:spChg chg="mod">
          <ac:chgData name="Asif Muhammad" userId="6b0af2cb-2f76-400b-94d9-178b55ef4f85" providerId="ADAL" clId="{1706C726-DFFB-4A9A-B0E4-71AC2CEA8273}" dt="2023-02-06T05:15:39.185" v="2"/>
          <ac:spMkLst>
            <pc:docMk/>
            <pc:sldMk cId="0" sldId="258"/>
            <ac:spMk id="162" creationId="{00000000-0000-0000-0000-000000000000}"/>
          </ac:spMkLst>
        </pc:spChg>
        <pc:spChg chg="mod">
          <ac:chgData name="Asif Muhammad" userId="6b0af2cb-2f76-400b-94d9-178b55ef4f85" providerId="ADAL" clId="{1706C726-DFFB-4A9A-B0E4-71AC2CEA8273}" dt="2023-02-06T05:15:39.185" v="2"/>
          <ac:spMkLst>
            <pc:docMk/>
            <pc:sldMk cId="0" sldId="258"/>
            <ac:spMk id="163" creationId="{00000000-0000-0000-0000-000000000000}"/>
          </ac:spMkLst>
        </pc:spChg>
        <pc:spChg chg="mod">
          <ac:chgData name="Asif Muhammad" userId="6b0af2cb-2f76-400b-94d9-178b55ef4f85" providerId="ADAL" clId="{1706C726-DFFB-4A9A-B0E4-71AC2CEA8273}" dt="2023-02-06T05:15:39.185" v="2"/>
          <ac:spMkLst>
            <pc:docMk/>
            <pc:sldMk cId="0" sldId="258"/>
            <ac:spMk id="164" creationId="{00000000-0000-0000-0000-000000000000}"/>
          </ac:spMkLst>
        </pc:spChg>
      </pc:sldChg>
      <pc:sldChg chg="delSp modSp mod ord">
        <pc:chgData name="Asif Muhammad" userId="6b0af2cb-2f76-400b-94d9-178b55ef4f85" providerId="ADAL" clId="{1706C726-DFFB-4A9A-B0E4-71AC2CEA8273}" dt="2023-02-06T06:54:10.682" v="581"/>
        <pc:sldMkLst>
          <pc:docMk/>
          <pc:sldMk cId="0" sldId="259"/>
        </pc:sldMkLst>
        <pc:spChg chg="mod">
          <ac:chgData name="Asif Muhammad" userId="6b0af2cb-2f76-400b-94d9-178b55ef4f85" providerId="ADAL" clId="{1706C726-DFFB-4A9A-B0E4-71AC2CEA8273}" dt="2023-02-06T05:28:23.066" v="52"/>
          <ac:spMkLst>
            <pc:docMk/>
            <pc:sldMk cId="0" sldId="259"/>
            <ac:spMk id="169" creationId="{00000000-0000-0000-0000-000000000000}"/>
          </ac:spMkLst>
        </pc:spChg>
        <pc:spChg chg="mod">
          <ac:chgData name="Asif Muhammad" userId="6b0af2cb-2f76-400b-94d9-178b55ef4f85" providerId="ADAL" clId="{1706C726-DFFB-4A9A-B0E4-71AC2CEA8273}" dt="2023-02-06T05:19:25.390" v="15" actId="6549"/>
          <ac:spMkLst>
            <pc:docMk/>
            <pc:sldMk cId="0" sldId="259"/>
            <ac:spMk id="170" creationId="{00000000-0000-0000-0000-000000000000}"/>
          </ac:spMkLst>
        </pc:spChg>
        <pc:spChg chg="del mod">
          <ac:chgData name="Asif Muhammad" userId="6b0af2cb-2f76-400b-94d9-178b55ef4f85" providerId="ADAL" clId="{1706C726-DFFB-4A9A-B0E4-71AC2CEA8273}" dt="2023-02-06T05:18:41.022" v="6" actId="478"/>
          <ac:spMkLst>
            <pc:docMk/>
            <pc:sldMk cId="0" sldId="259"/>
            <ac:spMk id="171" creationId="{00000000-0000-0000-0000-000000000000}"/>
          </ac:spMkLst>
        </pc:spChg>
        <pc:spChg chg="mod">
          <ac:chgData name="Asif Muhammad" userId="6b0af2cb-2f76-400b-94d9-178b55ef4f85" providerId="ADAL" clId="{1706C726-DFFB-4A9A-B0E4-71AC2CEA8273}" dt="2023-02-06T05:28:23.066" v="52"/>
          <ac:spMkLst>
            <pc:docMk/>
            <pc:sldMk cId="0" sldId="259"/>
            <ac:spMk id="172" creationId="{00000000-0000-0000-0000-000000000000}"/>
          </ac:spMkLst>
        </pc:spChg>
      </pc:sldChg>
      <pc:sldChg chg="delSp modSp del mod">
        <pc:chgData name="Asif Muhammad" userId="6b0af2cb-2f76-400b-94d9-178b55ef4f85" providerId="ADAL" clId="{1706C726-DFFB-4A9A-B0E4-71AC2CEA8273}" dt="2023-02-06T05:20:02.772" v="16" actId="47"/>
        <pc:sldMkLst>
          <pc:docMk/>
          <pc:sldMk cId="0" sldId="260"/>
        </pc:sldMkLst>
        <pc:spChg chg="del mod">
          <ac:chgData name="Asif Muhammad" userId="6b0af2cb-2f76-400b-94d9-178b55ef4f85" providerId="ADAL" clId="{1706C726-DFFB-4A9A-B0E4-71AC2CEA8273}" dt="2023-02-06T05:18:55.276" v="7" actId="478"/>
          <ac:spMkLst>
            <pc:docMk/>
            <pc:sldMk cId="0" sldId="260"/>
            <ac:spMk id="177" creationId="{00000000-0000-0000-0000-000000000000}"/>
          </ac:spMkLst>
        </pc:spChg>
        <pc:spChg chg="mod">
          <ac:chgData name="Asif Muhammad" userId="6b0af2cb-2f76-400b-94d9-178b55ef4f85" providerId="ADAL" clId="{1706C726-DFFB-4A9A-B0E4-71AC2CEA8273}" dt="2023-02-06T05:15:39.185" v="2"/>
          <ac:spMkLst>
            <pc:docMk/>
            <pc:sldMk cId="0" sldId="260"/>
            <ac:spMk id="180" creationId="{00000000-0000-0000-0000-000000000000}"/>
          </ac:spMkLst>
        </pc:spChg>
      </pc:sldChg>
      <pc:sldChg chg="modSp del">
        <pc:chgData name="Asif Muhammad" userId="6b0af2cb-2f76-400b-94d9-178b55ef4f85" providerId="ADAL" clId="{1706C726-DFFB-4A9A-B0E4-71AC2CEA8273}" dt="2023-02-06T05:20:04.735" v="17" actId="47"/>
        <pc:sldMkLst>
          <pc:docMk/>
          <pc:sldMk cId="0" sldId="261"/>
        </pc:sldMkLst>
        <pc:spChg chg="mod">
          <ac:chgData name="Asif Muhammad" userId="6b0af2cb-2f76-400b-94d9-178b55ef4f85" providerId="ADAL" clId="{1706C726-DFFB-4A9A-B0E4-71AC2CEA8273}" dt="2023-02-06T05:15:39.185" v="2"/>
          <ac:spMkLst>
            <pc:docMk/>
            <pc:sldMk cId="0" sldId="261"/>
            <ac:spMk id="185" creationId="{00000000-0000-0000-0000-000000000000}"/>
          </ac:spMkLst>
        </pc:spChg>
        <pc:spChg chg="mod">
          <ac:chgData name="Asif Muhammad" userId="6b0af2cb-2f76-400b-94d9-178b55ef4f85" providerId="ADAL" clId="{1706C726-DFFB-4A9A-B0E4-71AC2CEA8273}" dt="2023-02-06T05:15:39.185" v="2"/>
          <ac:spMkLst>
            <pc:docMk/>
            <pc:sldMk cId="0" sldId="261"/>
            <ac:spMk id="186" creationId="{00000000-0000-0000-0000-000000000000}"/>
          </ac:spMkLst>
        </pc:spChg>
        <pc:spChg chg="mod">
          <ac:chgData name="Asif Muhammad" userId="6b0af2cb-2f76-400b-94d9-178b55ef4f85" providerId="ADAL" clId="{1706C726-DFFB-4A9A-B0E4-71AC2CEA8273}" dt="2023-02-06T05:15:39.185" v="2"/>
          <ac:spMkLst>
            <pc:docMk/>
            <pc:sldMk cId="0" sldId="261"/>
            <ac:spMk id="188" creationId="{00000000-0000-0000-0000-000000000000}"/>
          </ac:spMkLst>
        </pc:spChg>
      </pc:sldChg>
      <pc:sldChg chg="modSp mod">
        <pc:chgData name="Asif Muhammad" userId="6b0af2cb-2f76-400b-94d9-178b55ef4f85" providerId="ADAL" clId="{1706C726-DFFB-4A9A-B0E4-71AC2CEA8273}" dt="2023-02-06T05:28:23.066" v="52"/>
        <pc:sldMkLst>
          <pc:docMk/>
          <pc:sldMk cId="0" sldId="262"/>
        </pc:sldMkLst>
        <pc:spChg chg="mod">
          <ac:chgData name="Asif Muhammad" userId="6b0af2cb-2f76-400b-94d9-178b55ef4f85" providerId="ADAL" clId="{1706C726-DFFB-4A9A-B0E4-71AC2CEA8273}" dt="2023-02-06T05:28:23.066" v="52"/>
          <ac:spMkLst>
            <pc:docMk/>
            <pc:sldMk cId="0" sldId="262"/>
            <ac:spMk id="193" creationId="{00000000-0000-0000-0000-000000000000}"/>
          </ac:spMkLst>
        </pc:spChg>
        <pc:spChg chg="mod">
          <ac:chgData name="Asif Muhammad" userId="6b0af2cb-2f76-400b-94d9-178b55ef4f85" providerId="ADAL" clId="{1706C726-DFFB-4A9A-B0E4-71AC2CEA8273}" dt="2023-02-06T05:28:23.066" v="52"/>
          <ac:spMkLst>
            <pc:docMk/>
            <pc:sldMk cId="0" sldId="262"/>
            <ac:spMk id="194" creationId="{00000000-0000-0000-0000-000000000000}"/>
          </ac:spMkLst>
        </pc:spChg>
        <pc:spChg chg="mod">
          <ac:chgData name="Asif Muhammad" userId="6b0af2cb-2f76-400b-94d9-178b55ef4f85" providerId="ADAL" clId="{1706C726-DFFB-4A9A-B0E4-71AC2CEA8273}" dt="2023-02-06T05:28:23.066" v="52"/>
          <ac:spMkLst>
            <pc:docMk/>
            <pc:sldMk cId="0" sldId="262"/>
            <ac:spMk id="195" creationId="{00000000-0000-0000-0000-000000000000}"/>
          </ac:spMkLst>
        </pc:spChg>
      </pc:sldChg>
      <pc:sldChg chg="addSp delSp modSp mod setBg setClrOvrMap">
        <pc:chgData name="Asif Muhammad" userId="6b0af2cb-2f76-400b-94d9-178b55ef4f85" providerId="ADAL" clId="{1706C726-DFFB-4A9A-B0E4-71AC2CEA8273}" dt="2023-02-06T05:51:18.738" v="521" actId="20577"/>
        <pc:sldMkLst>
          <pc:docMk/>
          <pc:sldMk cId="0" sldId="263"/>
        </pc:sldMkLst>
        <pc:spChg chg="mod">
          <ac:chgData name="Asif Muhammad" userId="6b0af2cb-2f76-400b-94d9-178b55ef4f85" providerId="ADAL" clId="{1706C726-DFFB-4A9A-B0E4-71AC2CEA8273}" dt="2023-02-06T05:48:33.159" v="483" actId="26606"/>
          <ac:spMkLst>
            <pc:docMk/>
            <pc:sldMk cId="0" sldId="263"/>
            <ac:spMk id="201" creationId="{00000000-0000-0000-0000-000000000000}"/>
          </ac:spMkLst>
        </pc:spChg>
        <pc:spChg chg="add del mod">
          <ac:chgData name="Asif Muhammad" userId="6b0af2cb-2f76-400b-94d9-178b55ef4f85" providerId="ADAL" clId="{1706C726-DFFB-4A9A-B0E4-71AC2CEA8273}" dt="2023-02-06T05:30:36.575" v="76" actId="26606"/>
          <ac:spMkLst>
            <pc:docMk/>
            <pc:sldMk cId="0" sldId="263"/>
            <ac:spMk id="202" creationId="{00000000-0000-0000-0000-000000000000}"/>
          </ac:spMkLst>
        </pc:spChg>
        <pc:spChg chg="mod ord">
          <ac:chgData name="Asif Muhammad" userId="6b0af2cb-2f76-400b-94d9-178b55ef4f85" providerId="ADAL" clId="{1706C726-DFFB-4A9A-B0E4-71AC2CEA8273}" dt="2023-02-06T05:48:25.334" v="480" actId="26606"/>
          <ac:spMkLst>
            <pc:docMk/>
            <pc:sldMk cId="0" sldId="263"/>
            <ac:spMk id="203" creationId="{00000000-0000-0000-0000-000000000000}"/>
          </ac:spMkLst>
        </pc:spChg>
        <pc:spChg chg="add del">
          <ac:chgData name="Asif Muhammad" userId="6b0af2cb-2f76-400b-94d9-178b55ef4f85" providerId="ADAL" clId="{1706C726-DFFB-4A9A-B0E4-71AC2CEA8273}" dt="2023-02-06T05:30:11.009" v="69" actId="26606"/>
          <ac:spMkLst>
            <pc:docMk/>
            <pc:sldMk cId="0" sldId="263"/>
            <ac:spMk id="208" creationId="{907EF6B7-1338-4443-8C46-6A318D952DFD}"/>
          </ac:spMkLst>
        </pc:spChg>
        <pc:spChg chg="add del">
          <ac:chgData name="Asif Muhammad" userId="6b0af2cb-2f76-400b-94d9-178b55ef4f85" providerId="ADAL" clId="{1706C726-DFFB-4A9A-B0E4-71AC2CEA8273}" dt="2023-02-06T05:30:11.009" v="69" actId="26606"/>
          <ac:spMkLst>
            <pc:docMk/>
            <pc:sldMk cId="0" sldId="263"/>
            <ac:spMk id="210" creationId="{DAAE4CDD-124C-4DCF-9584-B6033B545DD5}"/>
          </ac:spMkLst>
        </pc:spChg>
        <pc:spChg chg="add del">
          <ac:chgData name="Asif Muhammad" userId="6b0af2cb-2f76-400b-94d9-178b55ef4f85" providerId="ADAL" clId="{1706C726-DFFB-4A9A-B0E4-71AC2CEA8273}" dt="2023-02-06T05:30:05.761" v="65" actId="26606"/>
          <ac:spMkLst>
            <pc:docMk/>
            <pc:sldMk cId="0" sldId="263"/>
            <ac:spMk id="211" creationId="{D4974D33-8DC5-464E-8C6D-BE58F0669C17}"/>
          </ac:spMkLst>
        </pc:spChg>
        <pc:spChg chg="add del">
          <ac:chgData name="Asif Muhammad" userId="6b0af2cb-2f76-400b-94d9-178b55ef4f85" providerId="ADAL" clId="{1706C726-DFFB-4A9A-B0E4-71AC2CEA8273}" dt="2023-02-06T05:30:05.761" v="65" actId="26606"/>
          <ac:spMkLst>
            <pc:docMk/>
            <pc:sldMk cId="0" sldId="263"/>
            <ac:spMk id="212" creationId="{F13C74B1-5B17-4795-BED0-7140497B445A}"/>
          </ac:spMkLst>
        </pc:spChg>
        <pc:spChg chg="add del">
          <ac:chgData name="Asif Muhammad" userId="6b0af2cb-2f76-400b-94d9-178b55ef4f85" providerId="ADAL" clId="{1706C726-DFFB-4A9A-B0E4-71AC2CEA8273}" dt="2023-02-06T05:30:16.649" v="71" actId="26606"/>
          <ac:spMkLst>
            <pc:docMk/>
            <pc:sldMk cId="0" sldId="263"/>
            <ac:spMk id="214" creationId="{D3F51FEB-38FB-4F6C-9F7B-2F2AFAB65463}"/>
          </ac:spMkLst>
        </pc:spChg>
        <pc:spChg chg="add del">
          <ac:chgData name="Asif Muhammad" userId="6b0af2cb-2f76-400b-94d9-178b55ef4f85" providerId="ADAL" clId="{1706C726-DFFB-4A9A-B0E4-71AC2CEA8273}" dt="2023-02-06T05:30:07.902" v="67" actId="26606"/>
          <ac:spMkLst>
            <pc:docMk/>
            <pc:sldMk cId="0" sldId="263"/>
            <ac:spMk id="215" creationId="{2C61293E-6EBE-43EF-A52C-9BEBFD7679D4}"/>
          </ac:spMkLst>
        </pc:spChg>
        <pc:spChg chg="add del">
          <ac:chgData name="Asif Muhammad" userId="6b0af2cb-2f76-400b-94d9-178b55ef4f85" providerId="ADAL" clId="{1706C726-DFFB-4A9A-B0E4-71AC2CEA8273}" dt="2023-02-06T05:30:07.902" v="67" actId="26606"/>
          <ac:spMkLst>
            <pc:docMk/>
            <pc:sldMk cId="0" sldId="263"/>
            <ac:spMk id="217" creationId="{21540236-BFD5-4A9D-8840-4703E7F76825}"/>
          </ac:spMkLst>
        </pc:spChg>
        <pc:spChg chg="add del">
          <ac:chgData name="Asif Muhammad" userId="6b0af2cb-2f76-400b-94d9-178b55ef4f85" providerId="ADAL" clId="{1706C726-DFFB-4A9A-B0E4-71AC2CEA8273}" dt="2023-02-06T05:30:11.009" v="69" actId="26606"/>
          <ac:spMkLst>
            <pc:docMk/>
            <pc:sldMk cId="0" sldId="263"/>
            <ac:spMk id="219" creationId="{081E4A58-353D-44AE-B2FC-2A74E2E400F7}"/>
          </ac:spMkLst>
        </pc:spChg>
        <pc:spChg chg="add del">
          <ac:chgData name="Asif Muhammad" userId="6b0af2cb-2f76-400b-94d9-178b55ef4f85" providerId="ADAL" clId="{1706C726-DFFB-4A9A-B0E4-71AC2CEA8273}" dt="2023-02-06T05:30:16.649" v="71" actId="26606"/>
          <ac:spMkLst>
            <pc:docMk/>
            <pc:sldMk cId="0" sldId="263"/>
            <ac:spMk id="221" creationId="{2B566528-1B12-4246-9431-5C2D7D081168}"/>
          </ac:spMkLst>
        </pc:spChg>
        <pc:spChg chg="add del">
          <ac:chgData name="Asif Muhammad" userId="6b0af2cb-2f76-400b-94d9-178b55ef4f85" providerId="ADAL" clId="{1706C726-DFFB-4A9A-B0E4-71AC2CEA8273}" dt="2023-02-06T05:30:16.649" v="71" actId="26606"/>
          <ac:spMkLst>
            <pc:docMk/>
            <pc:sldMk cId="0" sldId="263"/>
            <ac:spMk id="222" creationId="{2E80C965-DB6D-4F81-9E9E-B027384D0BD6}"/>
          </ac:spMkLst>
        </pc:spChg>
        <pc:spChg chg="add del">
          <ac:chgData name="Asif Muhammad" userId="6b0af2cb-2f76-400b-94d9-178b55ef4f85" providerId="ADAL" clId="{1706C726-DFFB-4A9A-B0E4-71AC2CEA8273}" dt="2023-02-06T05:30:16.649" v="71" actId="26606"/>
          <ac:spMkLst>
            <pc:docMk/>
            <pc:sldMk cId="0" sldId="263"/>
            <ac:spMk id="223" creationId="{A580F890-B085-4E95-96AA-55AEBEC5CE6E}"/>
          </ac:spMkLst>
        </pc:spChg>
        <pc:spChg chg="add del">
          <ac:chgData name="Asif Muhammad" userId="6b0af2cb-2f76-400b-94d9-178b55ef4f85" providerId="ADAL" clId="{1706C726-DFFB-4A9A-B0E4-71AC2CEA8273}" dt="2023-02-06T05:30:16.649" v="71" actId="26606"/>
          <ac:spMkLst>
            <pc:docMk/>
            <pc:sldMk cId="0" sldId="263"/>
            <ac:spMk id="224" creationId="{1E547BA6-BAE0-43BB-A7CA-60F69CE252F0}"/>
          </ac:spMkLst>
        </pc:spChg>
        <pc:spChg chg="add del">
          <ac:chgData name="Asif Muhammad" userId="6b0af2cb-2f76-400b-94d9-178b55ef4f85" providerId="ADAL" clId="{1706C726-DFFB-4A9A-B0E4-71AC2CEA8273}" dt="2023-02-06T05:30:31.251" v="73" actId="26606"/>
          <ac:spMkLst>
            <pc:docMk/>
            <pc:sldMk cId="0" sldId="263"/>
            <ac:spMk id="226" creationId="{100EDD19-6802-4EC3-95CE-CFFAB042CFD6}"/>
          </ac:spMkLst>
        </pc:spChg>
        <pc:spChg chg="add del">
          <ac:chgData name="Asif Muhammad" userId="6b0af2cb-2f76-400b-94d9-178b55ef4f85" providerId="ADAL" clId="{1706C726-DFFB-4A9A-B0E4-71AC2CEA8273}" dt="2023-02-06T05:30:31.251" v="73" actId="26606"/>
          <ac:spMkLst>
            <pc:docMk/>
            <pc:sldMk cId="0" sldId="263"/>
            <ac:spMk id="227" creationId="{DB17E863-922E-4C26-BD64-E8FD41D28661}"/>
          </ac:spMkLst>
        </pc:spChg>
        <pc:spChg chg="add del">
          <ac:chgData name="Asif Muhammad" userId="6b0af2cb-2f76-400b-94d9-178b55ef4f85" providerId="ADAL" clId="{1706C726-DFFB-4A9A-B0E4-71AC2CEA8273}" dt="2023-02-06T05:48:33.159" v="483" actId="26606"/>
          <ac:spMkLst>
            <pc:docMk/>
            <pc:sldMk cId="0" sldId="263"/>
            <ac:spMk id="231" creationId="{100EDD19-6802-4EC3-95CE-CFFAB042CFD6}"/>
          </ac:spMkLst>
        </pc:spChg>
        <pc:spChg chg="add del">
          <ac:chgData name="Asif Muhammad" userId="6b0af2cb-2f76-400b-94d9-178b55ef4f85" providerId="ADAL" clId="{1706C726-DFFB-4A9A-B0E4-71AC2CEA8273}" dt="2023-02-06T05:48:33.159" v="483" actId="26606"/>
          <ac:spMkLst>
            <pc:docMk/>
            <pc:sldMk cId="0" sldId="263"/>
            <ac:spMk id="232" creationId="{DB17E863-922E-4C26-BD64-E8FD41D28661}"/>
          </ac:spMkLst>
        </pc:spChg>
        <pc:spChg chg="add mod">
          <ac:chgData name="Asif Muhammad" userId="6b0af2cb-2f76-400b-94d9-178b55ef4f85" providerId="ADAL" clId="{1706C726-DFFB-4A9A-B0E4-71AC2CEA8273}" dt="2023-02-06T05:51:18.738" v="521" actId="20577"/>
          <ac:spMkLst>
            <pc:docMk/>
            <pc:sldMk cId="0" sldId="263"/>
            <ac:spMk id="233" creationId="{00000000-0000-0000-0000-000000000000}"/>
          </ac:spMkLst>
        </pc:spChg>
        <pc:spChg chg="add del">
          <ac:chgData name="Asif Muhammad" userId="6b0af2cb-2f76-400b-94d9-178b55ef4f85" providerId="ADAL" clId="{1706C726-DFFB-4A9A-B0E4-71AC2CEA8273}" dt="2023-02-06T05:48:08.428" v="472" actId="26606"/>
          <ac:spMkLst>
            <pc:docMk/>
            <pc:sldMk cId="0" sldId="263"/>
            <ac:spMk id="238" creationId="{100EDD19-6802-4EC3-95CE-CFFAB042CFD6}"/>
          </ac:spMkLst>
        </pc:spChg>
        <pc:spChg chg="add del">
          <ac:chgData name="Asif Muhammad" userId="6b0af2cb-2f76-400b-94d9-178b55ef4f85" providerId="ADAL" clId="{1706C726-DFFB-4A9A-B0E4-71AC2CEA8273}" dt="2023-02-06T05:48:06.439" v="470" actId="26606"/>
          <ac:spMkLst>
            <pc:docMk/>
            <pc:sldMk cId="0" sldId="263"/>
            <ac:spMk id="239" creationId="{79BB35BC-D5C2-4C8B-A22A-A71E6191913B}"/>
          </ac:spMkLst>
        </pc:spChg>
        <pc:spChg chg="add del">
          <ac:chgData name="Asif Muhammad" userId="6b0af2cb-2f76-400b-94d9-178b55ef4f85" providerId="ADAL" clId="{1706C726-DFFB-4A9A-B0E4-71AC2CEA8273}" dt="2023-02-06T05:48:08.428" v="472" actId="26606"/>
          <ac:spMkLst>
            <pc:docMk/>
            <pc:sldMk cId="0" sldId="263"/>
            <ac:spMk id="240" creationId="{DB17E863-922E-4C26-BD64-E8FD41D28661}"/>
          </ac:spMkLst>
        </pc:spChg>
        <pc:spChg chg="add del">
          <ac:chgData name="Asif Muhammad" userId="6b0af2cb-2f76-400b-94d9-178b55ef4f85" providerId="ADAL" clId="{1706C726-DFFB-4A9A-B0E4-71AC2CEA8273}" dt="2023-02-06T05:48:10.749" v="474" actId="26606"/>
          <ac:spMkLst>
            <pc:docMk/>
            <pc:sldMk cId="0" sldId="263"/>
            <ac:spMk id="241" creationId="{21540236-BFD5-4A9D-8840-4703E7F76825}"/>
          </ac:spMkLst>
        </pc:spChg>
        <pc:spChg chg="add del">
          <ac:chgData name="Asif Muhammad" userId="6b0af2cb-2f76-400b-94d9-178b55ef4f85" providerId="ADAL" clId="{1706C726-DFFB-4A9A-B0E4-71AC2CEA8273}" dt="2023-02-06T05:48:10.749" v="474" actId="26606"/>
          <ac:spMkLst>
            <pc:docMk/>
            <pc:sldMk cId="0" sldId="263"/>
            <ac:spMk id="242" creationId="{2C61293E-6EBE-43EF-A52C-9BEBFD7679D4}"/>
          </ac:spMkLst>
        </pc:spChg>
        <pc:spChg chg="add del">
          <ac:chgData name="Asif Muhammad" userId="6b0af2cb-2f76-400b-94d9-178b55ef4f85" providerId="ADAL" clId="{1706C726-DFFB-4A9A-B0E4-71AC2CEA8273}" dt="2023-02-06T05:48:13.284" v="476" actId="26606"/>
          <ac:spMkLst>
            <pc:docMk/>
            <pc:sldMk cId="0" sldId="263"/>
            <ac:spMk id="245" creationId="{F13C74B1-5B17-4795-BED0-7140497B445A}"/>
          </ac:spMkLst>
        </pc:spChg>
        <pc:spChg chg="add del">
          <ac:chgData name="Asif Muhammad" userId="6b0af2cb-2f76-400b-94d9-178b55ef4f85" providerId="ADAL" clId="{1706C726-DFFB-4A9A-B0E4-71AC2CEA8273}" dt="2023-02-06T05:48:13.284" v="476" actId="26606"/>
          <ac:spMkLst>
            <pc:docMk/>
            <pc:sldMk cId="0" sldId="263"/>
            <ac:spMk id="246" creationId="{D4974D33-8DC5-464E-8C6D-BE58F0669C17}"/>
          </ac:spMkLst>
        </pc:spChg>
        <pc:spChg chg="add del">
          <ac:chgData name="Asif Muhammad" userId="6b0af2cb-2f76-400b-94d9-178b55ef4f85" providerId="ADAL" clId="{1706C726-DFFB-4A9A-B0E4-71AC2CEA8273}" dt="2023-02-06T05:48:19.805" v="478" actId="26606"/>
          <ac:spMkLst>
            <pc:docMk/>
            <pc:sldMk cId="0" sldId="263"/>
            <ac:spMk id="249" creationId="{79BB35BC-D5C2-4C8B-A22A-A71E6191913B}"/>
          </ac:spMkLst>
        </pc:spChg>
        <pc:spChg chg="add del">
          <ac:chgData name="Asif Muhammad" userId="6b0af2cb-2f76-400b-94d9-178b55ef4f85" providerId="ADAL" clId="{1706C726-DFFB-4A9A-B0E4-71AC2CEA8273}" dt="2023-02-06T05:48:25.334" v="480" actId="26606"/>
          <ac:spMkLst>
            <pc:docMk/>
            <pc:sldMk cId="0" sldId="263"/>
            <ac:spMk id="252" creationId="{CB5DFCDA-694D-4637-8E9B-038575194349}"/>
          </ac:spMkLst>
        </pc:spChg>
        <pc:spChg chg="add del">
          <ac:chgData name="Asif Muhammad" userId="6b0af2cb-2f76-400b-94d9-178b55ef4f85" providerId="ADAL" clId="{1706C726-DFFB-4A9A-B0E4-71AC2CEA8273}" dt="2023-02-06T05:48:25.334" v="480" actId="26606"/>
          <ac:spMkLst>
            <pc:docMk/>
            <pc:sldMk cId="0" sldId="263"/>
            <ac:spMk id="253" creationId="{E4DB276E-BFF1-43F5-AB90-7ABA4B9A919A}"/>
          </ac:spMkLst>
        </pc:spChg>
        <pc:spChg chg="add del">
          <ac:chgData name="Asif Muhammad" userId="6b0af2cb-2f76-400b-94d9-178b55ef4f85" providerId="ADAL" clId="{1706C726-DFFB-4A9A-B0E4-71AC2CEA8273}" dt="2023-02-06T05:48:33.149" v="482" actId="26606"/>
          <ac:spMkLst>
            <pc:docMk/>
            <pc:sldMk cId="0" sldId="263"/>
            <ac:spMk id="255" creationId="{777A147A-9ED8-46B4-8660-1B3C2AA880B5}"/>
          </ac:spMkLst>
        </pc:spChg>
        <pc:spChg chg="add del">
          <ac:chgData name="Asif Muhammad" userId="6b0af2cb-2f76-400b-94d9-178b55ef4f85" providerId="ADAL" clId="{1706C726-DFFB-4A9A-B0E4-71AC2CEA8273}" dt="2023-02-06T05:48:33.149" v="482" actId="26606"/>
          <ac:spMkLst>
            <pc:docMk/>
            <pc:sldMk cId="0" sldId="263"/>
            <ac:spMk id="256" creationId="{5D6C15A0-C087-4593-8414-2B4EC1CDC3DE}"/>
          </ac:spMkLst>
        </pc:spChg>
        <pc:spChg chg="add">
          <ac:chgData name="Asif Muhammad" userId="6b0af2cb-2f76-400b-94d9-178b55ef4f85" providerId="ADAL" clId="{1706C726-DFFB-4A9A-B0E4-71AC2CEA8273}" dt="2023-02-06T05:48:33.159" v="483" actId="26606"/>
          <ac:spMkLst>
            <pc:docMk/>
            <pc:sldMk cId="0" sldId="263"/>
            <ac:spMk id="258" creationId="{C05CBC3C-2E5A-4839-8B9B-2E5A6ADF0F58}"/>
          </ac:spMkLst>
        </pc:spChg>
        <pc:spChg chg="add">
          <ac:chgData name="Asif Muhammad" userId="6b0af2cb-2f76-400b-94d9-178b55ef4f85" providerId="ADAL" clId="{1706C726-DFFB-4A9A-B0E4-71AC2CEA8273}" dt="2023-02-06T05:48:33.159" v="483" actId="26606"/>
          <ac:spMkLst>
            <pc:docMk/>
            <pc:sldMk cId="0" sldId="263"/>
            <ac:spMk id="259" creationId="{827FF362-FC97-4BF5-949B-D4ADFA26E457}"/>
          </ac:spMkLst>
        </pc:spChg>
        <pc:graphicFrameChg chg="add del">
          <ac:chgData name="Asif Muhammad" userId="6b0af2cb-2f76-400b-94d9-178b55ef4f85" providerId="ADAL" clId="{1706C726-DFFB-4A9A-B0E4-71AC2CEA8273}" dt="2023-02-06T05:30:36.560" v="75" actId="26606"/>
          <ac:graphicFrameMkLst>
            <pc:docMk/>
            <pc:sldMk cId="0" sldId="263"/>
            <ac:graphicFrameMk id="229" creationId="{3F922F56-1473-E84F-F9C8-3DF78BFC7A10}"/>
          </ac:graphicFrameMkLst>
        </pc:graphicFrameChg>
        <pc:picChg chg="add del">
          <ac:chgData name="Asif Muhammad" userId="6b0af2cb-2f76-400b-94d9-178b55ef4f85" providerId="ADAL" clId="{1706C726-DFFB-4A9A-B0E4-71AC2CEA8273}" dt="2023-02-06T05:30:01.878" v="63" actId="26606"/>
          <ac:picMkLst>
            <pc:docMk/>
            <pc:sldMk cId="0" sldId="263"/>
            <ac:picMk id="205" creationId="{C36D2872-B762-CE02-AAD6-142DE5EB81B0}"/>
          </ac:picMkLst>
        </pc:picChg>
        <pc:picChg chg="add del">
          <ac:chgData name="Asif Muhammad" userId="6b0af2cb-2f76-400b-94d9-178b55ef4f85" providerId="ADAL" clId="{1706C726-DFFB-4A9A-B0E4-71AC2CEA8273}" dt="2023-02-06T05:30:05.761" v="65" actId="26606"/>
          <ac:picMkLst>
            <pc:docMk/>
            <pc:sldMk cId="0" sldId="263"/>
            <ac:picMk id="213" creationId="{C50FE8A0-F93C-95A6-C5C8-AAB3B842CB38}"/>
          </ac:picMkLst>
        </pc:picChg>
        <pc:picChg chg="add del">
          <ac:chgData name="Asif Muhammad" userId="6b0af2cb-2f76-400b-94d9-178b55ef4f85" providerId="ADAL" clId="{1706C726-DFFB-4A9A-B0E4-71AC2CEA8273}" dt="2023-02-06T05:30:07.902" v="67" actId="26606"/>
          <ac:picMkLst>
            <pc:docMk/>
            <pc:sldMk cId="0" sldId="263"/>
            <ac:picMk id="216" creationId="{2C50C4A5-D581-F764-1C4E-D6334D084D3B}"/>
          </ac:picMkLst>
        </pc:picChg>
        <pc:picChg chg="add del">
          <ac:chgData name="Asif Muhammad" userId="6b0af2cb-2f76-400b-94d9-178b55ef4f85" providerId="ADAL" clId="{1706C726-DFFB-4A9A-B0E4-71AC2CEA8273}" dt="2023-02-06T05:48:06.439" v="470" actId="26606"/>
          <ac:picMkLst>
            <pc:docMk/>
            <pc:sldMk cId="0" sldId="263"/>
            <ac:picMk id="235" creationId="{CC0EF60A-CA23-5684-5DF5-56B42347F006}"/>
          </ac:picMkLst>
        </pc:picChg>
        <pc:picChg chg="add del">
          <ac:chgData name="Asif Muhammad" userId="6b0af2cb-2f76-400b-94d9-178b55ef4f85" providerId="ADAL" clId="{1706C726-DFFB-4A9A-B0E4-71AC2CEA8273}" dt="2023-02-06T05:48:10.749" v="474" actId="26606"/>
          <ac:picMkLst>
            <pc:docMk/>
            <pc:sldMk cId="0" sldId="263"/>
            <ac:picMk id="243" creationId="{A7374991-CB7B-42D5-969C-F066619A5474}"/>
          </ac:picMkLst>
        </pc:picChg>
        <pc:picChg chg="add del">
          <ac:chgData name="Asif Muhammad" userId="6b0af2cb-2f76-400b-94d9-178b55ef4f85" providerId="ADAL" clId="{1706C726-DFFB-4A9A-B0E4-71AC2CEA8273}" dt="2023-02-06T05:48:13.284" v="476" actId="26606"/>
          <ac:picMkLst>
            <pc:docMk/>
            <pc:sldMk cId="0" sldId="263"/>
            <ac:picMk id="247" creationId="{70673536-B7DA-6D02-6372-82867E4649E0}"/>
          </ac:picMkLst>
        </pc:picChg>
        <pc:picChg chg="add del">
          <ac:chgData name="Asif Muhammad" userId="6b0af2cb-2f76-400b-94d9-178b55ef4f85" providerId="ADAL" clId="{1706C726-DFFB-4A9A-B0E4-71AC2CEA8273}" dt="2023-02-06T05:48:19.805" v="478" actId="26606"/>
          <ac:picMkLst>
            <pc:docMk/>
            <pc:sldMk cId="0" sldId="263"/>
            <ac:picMk id="250" creationId="{CC0EF60A-CA23-5684-5DF5-56B42347F006}"/>
          </ac:picMkLst>
        </pc:picChg>
        <pc:cxnChg chg="add del">
          <ac:chgData name="Asif Muhammad" userId="6b0af2cb-2f76-400b-94d9-178b55ef4f85" providerId="ADAL" clId="{1706C726-DFFB-4A9A-B0E4-71AC2CEA8273}" dt="2023-02-06T05:30:01.878" v="63" actId="26606"/>
          <ac:cxnSpMkLst>
            <pc:docMk/>
            <pc:sldMk cId="0" sldId="263"/>
            <ac:cxnSpMk id="209" creationId="{A7F400EE-A8A5-48AF-B4D6-291B52C6F0B0}"/>
          </ac:cxnSpMkLst>
        </pc:cxnChg>
      </pc:sldChg>
      <pc:sldChg chg="addSp modSp mod setBg">
        <pc:chgData name="Asif Muhammad" userId="6b0af2cb-2f76-400b-94d9-178b55ef4f85" providerId="ADAL" clId="{1706C726-DFFB-4A9A-B0E4-71AC2CEA8273}" dt="2023-02-06T06:58:09.614" v="593" actId="12"/>
        <pc:sldMkLst>
          <pc:docMk/>
          <pc:sldMk cId="0" sldId="264"/>
        </pc:sldMkLst>
        <pc:spChg chg="mod">
          <ac:chgData name="Asif Muhammad" userId="6b0af2cb-2f76-400b-94d9-178b55ef4f85" providerId="ADAL" clId="{1706C726-DFFB-4A9A-B0E4-71AC2CEA8273}" dt="2023-02-06T05:59:47.090" v="543" actId="26606"/>
          <ac:spMkLst>
            <pc:docMk/>
            <pc:sldMk cId="0" sldId="264"/>
            <ac:spMk id="209" creationId="{00000000-0000-0000-0000-000000000000}"/>
          </ac:spMkLst>
        </pc:spChg>
        <pc:spChg chg="mod">
          <ac:chgData name="Asif Muhammad" userId="6b0af2cb-2f76-400b-94d9-178b55ef4f85" providerId="ADAL" clId="{1706C726-DFFB-4A9A-B0E4-71AC2CEA8273}" dt="2023-02-06T05:59:47.090" v="543" actId="26606"/>
          <ac:spMkLst>
            <pc:docMk/>
            <pc:sldMk cId="0" sldId="264"/>
            <ac:spMk id="210" creationId="{00000000-0000-0000-0000-000000000000}"/>
          </ac:spMkLst>
        </pc:spChg>
        <pc:spChg chg="add">
          <ac:chgData name="Asif Muhammad" userId="6b0af2cb-2f76-400b-94d9-178b55ef4f85" providerId="ADAL" clId="{1706C726-DFFB-4A9A-B0E4-71AC2CEA8273}" dt="2023-02-06T05:59:47.090" v="543" actId="26606"/>
          <ac:spMkLst>
            <pc:docMk/>
            <pc:sldMk cId="0" sldId="264"/>
            <ac:spMk id="218" creationId="{7F57BEA8-497D-4AA8-8A18-BDCD696B25FE}"/>
          </ac:spMkLst>
        </pc:spChg>
        <pc:graphicFrameChg chg="add mod modGraphic">
          <ac:chgData name="Asif Muhammad" userId="6b0af2cb-2f76-400b-94d9-178b55ef4f85" providerId="ADAL" clId="{1706C726-DFFB-4A9A-B0E4-71AC2CEA8273}" dt="2023-02-06T06:58:09.614" v="593" actId="12"/>
          <ac:graphicFrameMkLst>
            <pc:docMk/>
            <pc:sldMk cId="0" sldId="264"/>
            <ac:graphicFrameMk id="211" creationId="{00000000-0000-0000-0000-000000000000}"/>
          </ac:graphicFrameMkLst>
        </pc:graphicFrameChg>
        <pc:cxnChg chg="add">
          <ac:chgData name="Asif Muhammad" userId="6b0af2cb-2f76-400b-94d9-178b55ef4f85" providerId="ADAL" clId="{1706C726-DFFB-4A9A-B0E4-71AC2CEA8273}" dt="2023-02-06T05:59:47.090" v="543" actId="26606"/>
          <ac:cxnSpMkLst>
            <pc:docMk/>
            <pc:sldMk cId="0" sldId="264"/>
            <ac:cxnSpMk id="216" creationId="{D2E961F1-4A28-4A5F-BBD4-6E400E5E6C75}"/>
          </ac:cxnSpMkLst>
        </pc:cxnChg>
        <pc:cxnChg chg="add">
          <ac:chgData name="Asif Muhammad" userId="6b0af2cb-2f76-400b-94d9-178b55ef4f85" providerId="ADAL" clId="{1706C726-DFFB-4A9A-B0E4-71AC2CEA8273}" dt="2023-02-06T05:59:47.090" v="543" actId="26606"/>
          <ac:cxnSpMkLst>
            <pc:docMk/>
            <pc:sldMk cId="0" sldId="264"/>
            <ac:cxnSpMk id="220" creationId="{A82415D3-DDE5-4D63-8CB3-23A5EC581B27}"/>
          </ac:cxnSpMkLst>
        </pc:cxnChg>
        <pc:cxnChg chg="add">
          <ac:chgData name="Asif Muhammad" userId="6b0af2cb-2f76-400b-94d9-178b55ef4f85" providerId="ADAL" clId="{1706C726-DFFB-4A9A-B0E4-71AC2CEA8273}" dt="2023-02-06T05:59:47.090" v="543" actId="26606"/>
          <ac:cxnSpMkLst>
            <pc:docMk/>
            <pc:sldMk cId="0" sldId="264"/>
            <ac:cxnSpMk id="222" creationId="{AD7193FB-6AE6-4B3B-8F89-56B55DD63B4D}"/>
          </ac:cxnSpMkLst>
        </pc:cxnChg>
      </pc:sldChg>
      <pc:sldChg chg="addSp modSp mod setBg">
        <pc:chgData name="Asif Muhammad" userId="6b0af2cb-2f76-400b-94d9-178b55ef4f85" providerId="ADAL" clId="{1706C726-DFFB-4A9A-B0E4-71AC2CEA8273}" dt="2023-02-06T06:59:24.446" v="600" actId="27636"/>
        <pc:sldMkLst>
          <pc:docMk/>
          <pc:sldMk cId="0" sldId="265"/>
        </pc:sldMkLst>
        <pc:spChg chg="mod">
          <ac:chgData name="Asif Muhammad" userId="6b0af2cb-2f76-400b-94d9-178b55ef4f85" providerId="ADAL" clId="{1706C726-DFFB-4A9A-B0E4-71AC2CEA8273}" dt="2023-02-06T06:00:31.995" v="545" actId="26606"/>
          <ac:spMkLst>
            <pc:docMk/>
            <pc:sldMk cId="0" sldId="265"/>
            <ac:spMk id="217" creationId="{00000000-0000-0000-0000-000000000000}"/>
          </ac:spMkLst>
        </pc:spChg>
        <pc:spChg chg="mod">
          <ac:chgData name="Asif Muhammad" userId="6b0af2cb-2f76-400b-94d9-178b55ef4f85" providerId="ADAL" clId="{1706C726-DFFB-4A9A-B0E4-71AC2CEA8273}" dt="2023-02-06T06:59:24.446" v="600" actId="27636"/>
          <ac:spMkLst>
            <pc:docMk/>
            <pc:sldMk cId="0" sldId="265"/>
            <ac:spMk id="218" creationId="{00000000-0000-0000-0000-000000000000}"/>
          </ac:spMkLst>
        </pc:spChg>
        <pc:spChg chg="mod ord">
          <ac:chgData name="Asif Muhammad" userId="6b0af2cb-2f76-400b-94d9-178b55ef4f85" providerId="ADAL" clId="{1706C726-DFFB-4A9A-B0E4-71AC2CEA8273}" dt="2023-02-06T06:00:31.995" v="545" actId="26606"/>
          <ac:spMkLst>
            <pc:docMk/>
            <pc:sldMk cId="0" sldId="265"/>
            <ac:spMk id="219" creationId="{00000000-0000-0000-0000-000000000000}"/>
          </ac:spMkLst>
        </pc:spChg>
        <pc:spChg chg="add">
          <ac:chgData name="Asif Muhammad" userId="6b0af2cb-2f76-400b-94d9-178b55ef4f85" providerId="ADAL" clId="{1706C726-DFFB-4A9A-B0E4-71AC2CEA8273}" dt="2023-02-06T06:00:31.995" v="545" actId="26606"/>
          <ac:spMkLst>
            <pc:docMk/>
            <pc:sldMk cId="0" sldId="265"/>
            <ac:spMk id="225" creationId="{2C61293E-6EBE-43EF-A52C-9BEBFD7679D4}"/>
          </ac:spMkLst>
        </pc:spChg>
        <pc:spChg chg="add">
          <ac:chgData name="Asif Muhammad" userId="6b0af2cb-2f76-400b-94d9-178b55ef4f85" providerId="ADAL" clId="{1706C726-DFFB-4A9A-B0E4-71AC2CEA8273}" dt="2023-02-06T06:00:31.995" v="545" actId="26606"/>
          <ac:spMkLst>
            <pc:docMk/>
            <pc:sldMk cId="0" sldId="265"/>
            <ac:spMk id="227" creationId="{3FCFB1DE-0B7E-48CC-BA90-B2AB0889F9D6}"/>
          </ac:spMkLst>
        </pc:spChg>
        <pc:picChg chg="add mod">
          <ac:chgData name="Asif Muhammad" userId="6b0af2cb-2f76-400b-94d9-178b55ef4f85" providerId="ADAL" clId="{1706C726-DFFB-4A9A-B0E4-71AC2CEA8273}" dt="2023-02-06T06:00:42.988" v="546" actId="27614"/>
          <ac:picMkLst>
            <pc:docMk/>
            <pc:sldMk cId="0" sldId="265"/>
            <ac:picMk id="221" creationId="{FDD2EB1D-98E1-D389-1E69-7CAAD51BB238}"/>
          </ac:picMkLst>
        </pc:picChg>
      </pc:sldChg>
      <pc:sldChg chg="addSp delSp modSp mod setBg">
        <pc:chgData name="Asif Muhammad" userId="6b0af2cb-2f76-400b-94d9-178b55ef4f85" providerId="ADAL" clId="{1706C726-DFFB-4A9A-B0E4-71AC2CEA8273}" dt="2023-02-06T07:04:27.325" v="617" actId="27636"/>
        <pc:sldMkLst>
          <pc:docMk/>
          <pc:sldMk cId="0" sldId="266"/>
        </pc:sldMkLst>
        <pc:spChg chg="mod">
          <ac:chgData name="Asif Muhammad" userId="6b0af2cb-2f76-400b-94d9-178b55ef4f85" providerId="ADAL" clId="{1706C726-DFFB-4A9A-B0E4-71AC2CEA8273}" dt="2023-02-06T06:19:11.408" v="562" actId="26606"/>
          <ac:spMkLst>
            <pc:docMk/>
            <pc:sldMk cId="0" sldId="266"/>
            <ac:spMk id="225" creationId="{00000000-0000-0000-0000-000000000000}"/>
          </ac:spMkLst>
        </pc:spChg>
        <pc:spChg chg="mod">
          <ac:chgData name="Asif Muhammad" userId="6b0af2cb-2f76-400b-94d9-178b55ef4f85" providerId="ADAL" clId="{1706C726-DFFB-4A9A-B0E4-71AC2CEA8273}" dt="2023-02-06T07:04:27.325" v="617" actId="27636"/>
          <ac:spMkLst>
            <pc:docMk/>
            <pc:sldMk cId="0" sldId="266"/>
            <ac:spMk id="226" creationId="{00000000-0000-0000-0000-000000000000}"/>
          </ac:spMkLst>
        </pc:spChg>
        <pc:spChg chg="mod ord">
          <ac:chgData name="Asif Muhammad" userId="6b0af2cb-2f76-400b-94d9-178b55ef4f85" providerId="ADAL" clId="{1706C726-DFFB-4A9A-B0E4-71AC2CEA8273}" dt="2023-02-06T06:19:11.408" v="562" actId="26606"/>
          <ac:spMkLst>
            <pc:docMk/>
            <pc:sldMk cId="0" sldId="266"/>
            <ac:spMk id="227" creationId="{00000000-0000-0000-0000-000000000000}"/>
          </ac:spMkLst>
        </pc:spChg>
        <pc:spChg chg="add del">
          <ac:chgData name="Asif Muhammad" userId="6b0af2cb-2f76-400b-94d9-178b55ef4f85" providerId="ADAL" clId="{1706C726-DFFB-4A9A-B0E4-71AC2CEA8273}" dt="2023-02-06T06:19:06.021" v="557" actId="26606"/>
          <ac:spMkLst>
            <pc:docMk/>
            <pc:sldMk cId="0" sldId="266"/>
            <ac:spMk id="233" creationId="{F13C74B1-5B17-4795-BED0-7140497B445A}"/>
          </ac:spMkLst>
        </pc:spChg>
        <pc:spChg chg="add">
          <ac:chgData name="Asif Muhammad" userId="6b0af2cb-2f76-400b-94d9-178b55ef4f85" providerId="ADAL" clId="{1706C726-DFFB-4A9A-B0E4-71AC2CEA8273}" dt="2023-02-06T06:19:11.408" v="562" actId="26606"/>
          <ac:spMkLst>
            <pc:docMk/>
            <pc:sldMk cId="0" sldId="266"/>
            <ac:spMk id="234" creationId="{59A309A7-1751-4ABE-A3C1-EEC40366AD89}"/>
          </ac:spMkLst>
        </pc:spChg>
        <pc:spChg chg="add del">
          <ac:chgData name="Asif Muhammad" userId="6b0af2cb-2f76-400b-94d9-178b55ef4f85" providerId="ADAL" clId="{1706C726-DFFB-4A9A-B0E4-71AC2CEA8273}" dt="2023-02-06T06:19:06.021" v="557" actId="26606"/>
          <ac:spMkLst>
            <pc:docMk/>
            <pc:sldMk cId="0" sldId="266"/>
            <ac:spMk id="235" creationId="{D4974D33-8DC5-464E-8C6D-BE58F0669C17}"/>
          </ac:spMkLst>
        </pc:spChg>
        <pc:spChg chg="add">
          <ac:chgData name="Asif Muhammad" userId="6b0af2cb-2f76-400b-94d9-178b55ef4f85" providerId="ADAL" clId="{1706C726-DFFB-4A9A-B0E4-71AC2CEA8273}" dt="2023-02-06T06:19:11.408" v="562" actId="26606"/>
          <ac:spMkLst>
            <pc:docMk/>
            <pc:sldMk cId="0" sldId="266"/>
            <ac:spMk id="236" creationId="{967D8EB6-EAE1-4F9C-B398-83321E287204}"/>
          </ac:spMkLst>
        </pc:spChg>
        <pc:spChg chg="add del">
          <ac:chgData name="Asif Muhammad" userId="6b0af2cb-2f76-400b-94d9-178b55ef4f85" providerId="ADAL" clId="{1706C726-DFFB-4A9A-B0E4-71AC2CEA8273}" dt="2023-02-06T06:19:11.392" v="561" actId="26606"/>
          <ac:spMkLst>
            <pc:docMk/>
            <pc:sldMk cId="0" sldId="266"/>
            <ac:spMk id="240" creationId="{04812C46-200A-4DEB-A05E-3ED6C68C2387}"/>
          </ac:spMkLst>
        </pc:spChg>
        <pc:spChg chg="add del">
          <ac:chgData name="Asif Muhammad" userId="6b0af2cb-2f76-400b-94d9-178b55ef4f85" providerId="ADAL" clId="{1706C726-DFFB-4A9A-B0E4-71AC2CEA8273}" dt="2023-02-06T06:19:11.392" v="561" actId="26606"/>
          <ac:spMkLst>
            <pc:docMk/>
            <pc:sldMk cId="0" sldId="266"/>
            <ac:spMk id="242" creationId="{D1EA859B-E555-4109-94F3-6700E046E008}"/>
          </ac:spMkLst>
        </pc:spChg>
        <pc:picChg chg="add del">
          <ac:chgData name="Asif Muhammad" userId="6b0af2cb-2f76-400b-94d9-178b55ef4f85" providerId="ADAL" clId="{1706C726-DFFB-4A9A-B0E4-71AC2CEA8273}" dt="2023-02-06T06:19:06.021" v="557" actId="26606"/>
          <ac:picMkLst>
            <pc:docMk/>
            <pc:sldMk cId="0" sldId="266"/>
            <ac:picMk id="229" creationId="{2FF14342-3328-939E-8A20-C8C29B0699F3}"/>
          </ac:picMkLst>
        </pc:picChg>
        <pc:picChg chg="add">
          <ac:chgData name="Asif Muhammad" userId="6b0af2cb-2f76-400b-94d9-178b55ef4f85" providerId="ADAL" clId="{1706C726-DFFB-4A9A-B0E4-71AC2CEA8273}" dt="2023-02-06T06:19:11.408" v="562" actId="26606"/>
          <ac:picMkLst>
            <pc:docMk/>
            <pc:sldMk cId="0" sldId="266"/>
            <ac:picMk id="231" creationId="{DE8E30FA-2211-B895-D021-72238D8C268B}"/>
          </ac:picMkLst>
        </pc:picChg>
        <pc:picChg chg="add del">
          <ac:chgData name="Asif Muhammad" userId="6b0af2cb-2f76-400b-94d9-178b55ef4f85" providerId="ADAL" clId="{1706C726-DFFB-4A9A-B0E4-71AC2CEA8273}" dt="2023-02-06T06:19:09.138" v="559" actId="26606"/>
          <ac:picMkLst>
            <pc:docMk/>
            <pc:sldMk cId="0" sldId="266"/>
            <ac:picMk id="237" creationId="{5C6B5B11-C6B2-6741-22F4-0D1DB5C6CB5E}"/>
          </ac:picMkLst>
        </pc:picChg>
        <pc:picChg chg="add del">
          <ac:chgData name="Asif Muhammad" userId="6b0af2cb-2f76-400b-94d9-178b55ef4f85" providerId="ADAL" clId="{1706C726-DFFB-4A9A-B0E4-71AC2CEA8273}" dt="2023-02-06T06:19:11.392" v="561" actId="26606"/>
          <ac:picMkLst>
            <pc:docMk/>
            <pc:sldMk cId="0" sldId="266"/>
            <ac:picMk id="241" creationId="{90A25F5F-D0E0-AB2A-BD25-966A5CCBE28E}"/>
          </ac:picMkLst>
        </pc:picChg>
        <pc:cxnChg chg="add del">
          <ac:chgData name="Asif Muhammad" userId="6b0af2cb-2f76-400b-94d9-178b55ef4f85" providerId="ADAL" clId="{1706C726-DFFB-4A9A-B0E4-71AC2CEA8273}" dt="2023-02-06T06:19:09.138" v="559" actId="26606"/>
          <ac:cxnSpMkLst>
            <pc:docMk/>
            <pc:sldMk cId="0" sldId="266"/>
            <ac:cxnSpMk id="238" creationId="{A7F400EE-A8A5-48AF-B4D6-291B52C6F0B0}"/>
          </ac:cxnSpMkLst>
        </pc:cxnChg>
      </pc:sldChg>
      <pc:sldChg chg="addSp delSp modSp mod setBg setClrOvrMap">
        <pc:chgData name="Asif Muhammad" userId="6b0af2cb-2f76-400b-94d9-178b55ef4f85" providerId="ADAL" clId="{1706C726-DFFB-4A9A-B0E4-71AC2CEA8273}" dt="2023-02-06T07:06:34.454" v="661" actId="123"/>
        <pc:sldMkLst>
          <pc:docMk/>
          <pc:sldMk cId="0" sldId="267"/>
        </pc:sldMkLst>
        <pc:spChg chg="mod">
          <ac:chgData name="Asif Muhammad" userId="6b0af2cb-2f76-400b-94d9-178b55ef4f85" providerId="ADAL" clId="{1706C726-DFFB-4A9A-B0E4-71AC2CEA8273}" dt="2023-02-06T06:19:55.659" v="571" actId="26606"/>
          <ac:spMkLst>
            <pc:docMk/>
            <pc:sldMk cId="0" sldId="267"/>
            <ac:spMk id="233" creationId="{00000000-0000-0000-0000-000000000000}"/>
          </ac:spMkLst>
        </pc:spChg>
        <pc:spChg chg="mod">
          <ac:chgData name="Asif Muhammad" userId="6b0af2cb-2f76-400b-94d9-178b55ef4f85" providerId="ADAL" clId="{1706C726-DFFB-4A9A-B0E4-71AC2CEA8273}" dt="2023-02-06T07:06:34.454" v="661" actId="123"/>
          <ac:spMkLst>
            <pc:docMk/>
            <pc:sldMk cId="0" sldId="267"/>
            <ac:spMk id="234" creationId="{00000000-0000-0000-0000-000000000000}"/>
          </ac:spMkLst>
        </pc:spChg>
        <pc:spChg chg="mod ord">
          <ac:chgData name="Asif Muhammad" userId="6b0af2cb-2f76-400b-94d9-178b55ef4f85" providerId="ADAL" clId="{1706C726-DFFB-4A9A-B0E4-71AC2CEA8273}" dt="2023-02-06T06:19:55.659" v="571" actId="26606"/>
          <ac:spMkLst>
            <pc:docMk/>
            <pc:sldMk cId="0" sldId="267"/>
            <ac:spMk id="235" creationId="{00000000-0000-0000-0000-000000000000}"/>
          </ac:spMkLst>
        </pc:spChg>
        <pc:spChg chg="add del">
          <ac:chgData name="Asif Muhammad" userId="6b0af2cb-2f76-400b-94d9-178b55ef4f85" providerId="ADAL" clId="{1706C726-DFFB-4A9A-B0E4-71AC2CEA8273}" dt="2023-02-06T06:19:34.945" v="564" actId="26606"/>
          <ac:spMkLst>
            <pc:docMk/>
            <pc:sldMk cId="0" sldId="267"/>
            <ac:spMk id="240" creationId="{827B839B-9ADE-406B-8590-F1CAEDED45A1}"/>
          </ac:spMkLst>
        </pc:spChg>
        <pc:spChg chg="add del">
          <ac:chgData name="Asif Muhammad" userId="6b0af2cb-2f76-400b-94d9-178b55ef4f85" providerId="ADAL" clId="{1706C726-DFFB-4A9A-B0E4-71AC2CEA8273}" dt="2023-02-06T06:19:42.577" v="566" actId="26606"/>
          <ac:spMkLst>
            <pc:docMk/>
            <pc:sldMk cId="0" sldId="267"/>
            <ac:spMk id="241" creationId="{D009D6D5-DAC2-4A8B-A17A-E206B9012D09}"/>
          </ac:spMkLst>
        </pc:spChg>
        <pc:spChg chg="add del">
          <ac:chgData name="Asif Muhammad" userId="6b0af2cb-2f76-400b-94d9-178b55ef4f85" providerId="ADAL" clId="{1706C726-DFFB-4A9A-B0E4-71AC2CEA8273}" dt="2023-02-06T06:19:34.945" v="564" actId="26606"/>
          <ac:spMkLst>
            <pc:docMk/>
            <pc:sldMk cId="0" sldId="267"/>
            <ac:spMk id="242" creationId="{CFE45BF0-46DB-408C-B5F7-7B11716805D4}"/>
          </ac:spMkLst>
        </pc:spChg>
        <pc:spChg chg="add del">
          <ac:chgData name="Asif Muhammad" userId="6b0af2cb-2f76-400b-94d9-178b55ef4f85" providerId="ADAL" clId="{1706C726-DFFB-4A9A-B0E4-71AC2CEA8273}" dt="2023-02-06T06:19:43.693" v="568" actId="26606"/>
          <ac:spMkLst>
            <pc:docMk/>
            <pc:sldMk cId="0" sldId="267"/>
            <ac:spMk id="243" creationId="{EA67B5B4-3A24-436E-B663-1B2EBFF8A0CD}"/>
          </ac:spMkLst>
        </pc:spChg>
        <pc:spChg chg="add del">
          <ac:chgData name="Asif Muhammad" userId="6b0af2cb-2f76-400b-94d9-178b55ef4f85" providerId="ADAL" clId="{1706C726-DFFB-4A9A-B0E4-71AC2CEA8273}" dt="2023-02-06T06:19:34.945" v="564" actId="26606"/>
          <ac:spMkLst>
            <pc:docMk/>
            <pc:sldMk cId="0" sldId="267"/>
            <ac:spMk id="244" creationId="{2AEBC8F2-97B1-41B4-93F1-2D289E197FBA}"/>
          </ac:spMkLst>
        </pc:spChg>
        <pc:spChg chg="add del">
          <ac:chgData name="Asif Muhammad" userId="6b0af2cb-2f76-400b-94d9-178b55ef4f85" providerId="ADAL" clId="{1706C726-DFFB-4A9A-B0E4-71AC2CEA8273}" dt="2023-02-06T06:19:43.693" v="568" actId="26606"/>
          <ac:spMkLst>
            <pc:docMk/>
            <pc:sldMk cId="0" sldId="267"/>
            <ac:spMk id="245" creationId="{987FDF89-C993-41F4-A1B8-DBAFF16008A9}"/>
          </ac:spMkLst>
        </pc:spChg>
        <pc:spChg chg="add del">
          <ac:chgData name="Asif Muhammad" userId="6b0af2cb-2f76-400b-94d9-178b55ef4f85" providerId="ADAL" clId="{1706C726-DFFB-4A9A-B0E4-71AC2CEA8273}" dt="2023-02-06T06:19:34.945" v="564" actId="26606"/>
          <ac:spMkLst>
            <pc:docMk/>
            <pc:sldMk cId="0" sldId="267"/>
            <ac:spMk id="246" creationId="{472E3A19-F5D5-48FC-BB9C-48C2F68F598B}"/>
          </ac:spMkLst>
        </pc:spChg>
        <pc:spChg chg="add del">
          <ac:chgData name="Asif Muhammad" userId="6b0af2cb-2f76-400b-94d9-178b55ef4f85" providerId="ADAL" clId="{1706C726-DFFB-4A9A-B0E4-71AC2CEA8273}" dt="2023-02-06T06:19:43.693" v="568" actId="26606"/>
          <ac:spMkLst>
            <pc:docMk/>
            <pc:sldMk cId="0" sldId="267"/>
            <ac:spMk id="247" creationId="{D1D7179B-FF7C-482F-B3D9-2BE9ED1139F9}"/>
          </ac:spMkLst>
        </pc:spChg>
        <pc:spChg chg="add del">
          <ac:chgData name="Asif Muhammad" userId="6b0af2cb-2f76-400b-94d9-178b55ef4f85" providerId="ADAL" clId="{1706C726-DFFB-4A9A-B0E4-71AC2CEA8273}" dt="2023-02-06T06:19:34.945" v="564" actId="26606"/>
          <ac:spMkLst>
            <pc:docMk/>
            <pc:sldMk cId="0" sldId="267"/>
            <ac:spMk id="248" creationId="{7A62E32F-BB65-43A8-8EB5-92346890E549}"/>
          </ac:spMkLst>
        </pc:spChg>
        <pc:spChg chg="add del">
          <ac:chgData name="Asif Muhammad" userId="6b0af2cb-2f76-400b-94d9-178b55ef4f85" providerId="ADAL" clId="{1706C726-DFFB-4A9A-B0E4-71AC2CEA8273}" dt="2023-02-06T06:19:55.643" v="570" actId="26606"/>
          <ac:spMkLst>
            <pc:docMk/>
            <pc:sldMk cId="0" sldId="267"/>
            <ac:spMk id="249" creationId="{907EF6B7-1338-4443-8C46-6A318D952DFD}"/>
          </ac:spMkLst>
        </pc:spChg>
        <pc:spChg chg="add del">
          <ac:chgData name="Asif Muhammad" userId="6b0af2cb-2f76-400b-94d9-178b55ef4f85" providerId="ADAL" clId="{1706C726-DFFB-4A9A-B0E4-71AC2CEA8273}" dt="2023-02-06T06:19:34.945" v="564" actId="26606"/>
          <ac:spMkLst>
            <pc:docMk/>
            <pc:sldMk cId="0" sldId="267"/>
            <ac:spMk id="250" creationId="{14E91B64-9FCC-451E-AFB4-A827D6329367}"/>
          </ac:spMkLst>
        </pc:spChg>
        <pc:spChg chg="add del">
          <ac:chgData name="Asif Muhammad" userId="6b0af2cb-2f76-400b-94d9-178b55ef4f85" providerId="ADAL" clId="{1706C726-DFFB-4A9A-B0E4-71AC2CEA8273}" dt="2023-02-06T06:19:55.643" v="570" actId="26606"/>
          <ac:spMkLst>
            <pc:docMk/>
            <pc:sldMk cId="0" sldId="267"/>
            <ac:spMk id="251" creationId="{DAAE4CDD-124C-4DCF-9584-B6033B545DD5}"/>
          </ac:spMkLst>
        </pc:spChg>
        <pc:spChg chg="add del">
          <ac:chgData name="Asif Muhammad" userId="6b0af2cb-2f76-400b-94d9-178b55ef4f85" providerId="ADAL" clId="{1706C726-DFFB-4A9A-B0E4-71AC2CEA8273}" dt="2023-02-06T06:19:55.643" v="570" actId="26606"/>
          <ac:spMkLst>
            <pc:docMk/>
            <pc:sldMk cId="0" sldId="267"/>
            <ac:spMk id="252" creationId="{081E4A58-353D-44AE-B2FC-2A74E2E400F7}"/>
          </ac:spMkLst>
        </pc:spChg>
        <pc:spChg chg="add">
          <ac:chgData name="Asif Muhammad" userId="6b0af2cb-2f76-400b-94d9-178b55ef4f85" providerId="ADAL" clId="{1706C726-DFFB-4A9A-B0E4-71AC2CEA8273}" dt="2023-02-06T06:19:55.659" v="571" actId="26606"/>
          <ac:spMkLst>
            <pc:docMk/>
            <pc:sldMk cId="0" sldId="267"/>
            <ac:spMk id="254" creationId="{1B15ED52-F352-441B-82BF-E0EA34836D08}"/>
          </ac:spMkLst>
        </pc:spChg>
        <pc:spChg chg="add">
          <ac:chgData name="Asif Muhammad" userId="6b0af2cb-2f76-400b-94d9-178b55ef4f85" providerId="ADAL" clId="{1706C726-DFFB-4A9A-B0E4-71AC2CEA8273}" dt="2023-02-06T06:19:55.659" v="571" actId="26606"/>
          <ac:spMkLst>
            <pc:docMk/>
            <pc:sldMk cId="0" sldId="267"/>
            <ac:spMk id="255" creationId="{3B2E3793-BFE6-45A2-9B7B-E18844431C99}"/>
          </ac:spMkLst>
        </pc:spChg>
        <pc:spChg chg="add">
          <ac:chgData name="Asif Muhammad" userId="6b0af2cb-2f76-400b-94d9-178b55ef4f85" providerId="ADAL" clId="{1706C726-DFFB-4A9A-B0E4-71AC2CEA8273}" dt="2023-02-06T06:19:55.659" v="571" actId="26606"/>
          <ac:spMkLst>
            <pc:docMk/>
            <pc:sldMk cId="0" sldId="267"/>
            <ac:spMk id="256" creationId="{BC4C4868-CB8F-4AF9-9CDB-8108F2C19B67}"/>
          </ac:spMkLst>
        </pc:spChg>
        <pc:spChg chg="add">
          <ac:chgData name="Asif Muhammad" userId="6b0af2cb-2f76-400b-94d9-178b55ef4f85" providerId="ADAL" clId="{1706C726-DFFB-4A9A-B0E4-71AC2CEA8273}" dt="2023-02-06T06:19:55.659" v="571" actId="26606"/>
          <ac:spMkLst>
            <pc:docMk/>
            <pc:sldMk cId="0" sldId="267"/>
            <ac:spMk id="257" creationId="{375E0459-6403-40CD-989D-56A4407CA12E}"/>
          </ac:spMkLst>
        </pc:spChg>
        <pc:spChg chg="add">
          <ac:chgData name="Asif Muhammad" userId="6b0af2cb-2f76-400b-94d9-178b55ef4f85" providerId="ADAL" clId="{1706C726-DFFB-4A9A-B0E4-71AC2CEA8273}" dt="2023-02-06T06:19:55.659" v="571" actId="26606"/>
          <ac:spMkLst>
            <pc:docMk/>
            <pc:sldMk cId="0" sldId="267"/>
            <ac:spMk id="258" creationId="{53E5B1A8-3AC9-4BD1-9BBC-78CA94F2D1BA}"/>
          </ac:spMkLst>
        </pc:spChg>
        <pc:picChg chg="add del">
          <ac:chgData name="Asif Muhammad" userId="6b0af2cb-2f76-400b-94d9-178b55ef4f85" providerId="ADAL" clId="{1706C726-DFFB-4A9A-B0E4-71AC2CEA8273}" dt="2023-02-06T06:19:42.577" v="566" actId="26606"/>
          <ac:picMkLst>
            <pc:docMk/>
            <pc:sldMk cId="0" sldId="267"/>
            <ac:picMk id="237" creationId="{EB9121A3-D450-64BA-B87C-2E24175B57CB}"/>
          </ac:picMkLst>
        </pc:picChg>
      </pc:sldChg>
      <pc:sldChg chg="addSp modSp mod setBg">
        <pc:chgData name="Asif Muhammad" userId="6b0af2cb-2f76-400b-94d9-178b55ef4f85" providerId="ADAL" clId="{1706C726-DFFB-4A9A-B0E4-71AC2CEA8273}" dt="2023-02-06T07:10:10.335" v="667" actId="27636"/>
        <pc:sldMkLst>
          <pc:docMk/>
          <pc:sldMk cId="0" sldId="268"/>
        </pc:sldMkLst>
        <pc:spChg chg="mod">
          <ac:chgData name="Asif Muhammad" userId="6b0af2cb-2f76-400b-94d9-178b55ef4f85" providerId="ADAL" clId="{1706C726-DFFB-4A9A-B0E4-71AC2CEA8273}" dt="2023-02-06T06:20:09.030" v="572" actId="26606"/>
          <ac:spMkLst>
            <pc:docMk/>
            <pc:sldMk cId="0" sldId="268"/>
            <ac:spMk id="241" creationId="{00000000-0000-0000-0000-000000000000}"/>
          </ac:spMkLst>
        </pc:spChg>
        <pc:spChg chg="mod">
          <ac:chgData name="Asif Muhammad" userId="6b0af2cb-2f76-400b-94d9-178b55ef4f85" providerId="ADAL" clId="{1706C726-DFFB-4A9A-B0E4-71AC2CEA8273}" dt="2023-02-06T07:10:10.335" v="667" actId="27636"/>
          <ac:spMkLst>
            <pc:docMk/>
            <pc:sldMk cId="0" sldId="268"/>
            <ac:spMk id="242" creationId="{00000000-0000-0000-0000-000000000000}"/>
          </ac:spMkLst>
        </pc:spChg>
        <pc:spChg chg="mod ord">
          <ac:chgData name="Asif Muhammad" userId="6b0af2cb-2f76-400b-94d9-178b55ef4f85" providerId="ADAL" clId="{1706C726-DFFB-4A9A-B0E4-71AC2CEA8273}" dt="2023-02-06T06:20:09.030" v="572" actId="26606"/>
          <ac:spMkLst>
            <pc:docMk/>
            <pc:sldMk cId="0" sldId="268"/>
            <ac:spMk id="243" creationId="{00000000-0000-0000-0000-000000000000}"/>
          </ac:spMkLst>
        </pc:spChg>
        <pc:spChg chg="add">
          <ac:chgData name="Asif Muhammad" userId="6b0af2cb-2f76-400b-94d9-178b55ef4f85" providerId="ADAL" clId="{1706C726-DFFB-4A9A-B0E4-71AC2CEA8273}" dt="2023-02-06T06:20:09.030" v="572" actId="26606"/>
          <ac:spMkLst>
            <pc:docMk/>
            <pc:sldMk cId="0" sldId="268"/>
            <ac:spMk id="248" creationId="{1B15ED52-F352-441B-82BF-E0EA34836D08}"/>
          </ac:spMkLst>
        </pc:spChg>
        <pc:spChg chg="add">
          <ac:chgData name="Asif Muhammad" userId="6b0af2cb-2f76-400b-94d9-178b55ef4f85" providerId="ADAL" clId="{1706C726-DFFB-4A9A-B0E4-71AC2CEA8273}" dt="2023-02-06T06:20:09.030" v="572" actId="26606"/>
          <ac:spMkLst>
            <pc:docMk/>
            <pc:sldMk cId="0" sldId="268"/>
            <ac:spMk id="250" creationId="{3B2E3793-BFE6-45A2-9B7B-E18844431C99}"/>
          </ac:spMkLst>
        </pc:spChg>
        <pc:spChg chg="add">
          <ac:chgData name="Asif Muhammad" userId="6b0af2cb-2f76-400b-94d9-178b55ef4f85" providerId="ADAL" clId="{1706C726-DFFB-4A9A-B0E4-71AC2CEA8273}" dt="2023-02-06T06:20:09.030" v="572" actId="26606"/>
          <ac:spMkLst>
            <pc:docMk/>
            <pc:sldMk cId="0" sldId="268"/>
            <ac:spMk id="252" creationId="{BC4C4868-CB8F-4AF9-9CDB-8108F2C19B67}"/>
          </ac:spMkLst>
        </pc:spChg>
        <pc:spChg chg="add">
          <ac:chgData name="Asif Muhammad" userId="6b0af2cb-2f76-400b-94d9-178b55ef4f85" providerId="ADAL" clId="{1706C726-DFFB-4A9A-B0E4-71AC2CEA8273}" dt="2023-02-06T06:20:09.030" v="572" actId="26606"/>
          <ac:spMkLst>
            <pc:docMk/>
            <pc:sldMk cId="0" sldId="268"/>
            <ac:spMk id="254" creationId="{375E0459-6403-40CD-989D-56A4407CA12E}"/>
          </ac:spMkLst>
        </pc:spChg>
        <pc:spChg chg="add">
          <ac:chgData name="Asif Muhammad" userId="6b0af2cb-2f76-400b-94d9-178b55ef4f85" providerId="ADAL" clId="{1706C726-DFFB-4A9A-B0E4-71AC2CEA8273}" dt="2023-02-06T06:20:09.030" v="572" actId="26606"/>
          <ac:spMkLst>
            <pc:docMk/>
            <pc:sldMk cId="0" sldId="268"/>
            <ac:spMk id="256" creationId="{53E5B1A8-3AC9-4BD1-9BBC-78CA94F2D1BA}"/>
          </ac:spMkLst>
        </pc:spChg>
      </pc:sldChg>
      <pc:sldChg chg="addSp modSp mod setBg">
        <pc:chgData name="Asif Muhammad" userId="6b0af2cb-2f76-400b-94d9-178b55ef4f85" providerId="ADAL" clId="{1706C726-DFFB-4A9A-B0E4-71AC2CEA8273}" dt="2023-02-06T07:10:51.469" v="677" actId="20577"/>
        <pc:sldMkLst>
          <pc:docMk/>
          <pc:sldMk cId="0" sldId="269"/>
        </pc:sldMkLst>
        <pc:spChg chg="mod">
          <ac:chgData name="Asif Muhammad" userId="6b0af2cb-2f76-400b-94d9-178b55ef4f85" providerId="ADAL" clId="{1706C726-DFFB-4A9A-B0E4-71AC2CEA8273}" dt="2023-02-06T06:20:19.683" v="573" actId="26606"/>
          <ac:spMkLst>
            <pc:docMk/>
            <pc:sldMk cId="0" sldId="269"/>
            <ac:spMk id="249" creationId="{00000000-0000-0000-0000-000000000000}"/>
          </ac:spMkLst>
        </pc:spChg>
        <pc:spChg chg="mod">
          <ac:chgData name="Asif Muhammad" userId="6b0af2cb-2f76-400b-94d9-178b55ef4f85" providerId="ADAL" clId="{1706C726-DFFB-4A9A-B0E4-71AC2CEA8273}" dt="2023-02-06T07:10:51.469" v="677" actId="20577"/>
          <ac:spMkLst>
            <pc:docMk/>
            <pc:sldMk cId="0" sldId="269"/>
            <ac:spMk id="250" creationId="{00000000-0000-0000-0000-000000000000}"/>
          </ac:spMkLst>
        </pc:spChg>
        <pc:spChg chg="mod ord">
          <ac:chgData name="Asif Muhammad" userId="6b0af2cb-2f76-400b-94d9-178b55ef4f85" providerId="ADAL" clId="{1706C726-DFFB-4A9A-B0E4-71AC2CEA8273}" dt="2023-02-06T06:20:19.683" v="573" actId="26606"/>
          <ac:spMkLst>
            <pc:docMk/>
            <pc:sldMk cId="0" sldId="269"/>
            <ac:spMk id="251" creationId="{00000000-0000-0000-0000-000000000000}"/>
          </ac:spMkLst>
        </pc:spChg>
        <pc:spChg chg="add">
          <ac:chgData name="Asif Muhammad" userId="6b0af2cb-2f76-400b-94d9-178b55ef4f85" providerId="ADAL" clId="{1706C726-DFFB-4A9A-B0E4-71AC2CEA8273}" dt="2023-02-06T06:20:19.683" v="573" actId="26606"/>
          <ac:spMkLst>
            <pc:docMk/>
            <pc:sldMk cId="0" sldId="269"/>
            <ac:spMk id="256" creationId="{827B839B-9ADE-406B-8590-F1CAEDED45A1}"/>
          </ac:spMkLst>
        </pc:spChg>
        <pc:spChg chg="add">
          <ac:chgData name="Asif Muhammad" userId="6b0af2cb-2f76-400b-94d9-178b55ef4f85" providerId="ADAL" clId="{1706C726-DFFB-4A9A-B0E4-71AC2CEA8273}" dt="2023-02-06T06:20:19.683" v="573" actId="26606"/>
          <ac:spMkLst>
            <pc:docMk/>
            <pc:sldMk cId="0" sldId="269"/>
            <ac:spMk id="258" creationId="{CFE45BF0-46DB-408C-B5F7-7B11716805D4}"/>
          </ac:spMkLst>
        </pc:spChg>
        <pc:spChg chg="add">
          <ac:chgData name="Asif Muhammad" userId="6b0af2cb-2f76-400b-94d9-178b55ef4f85" providerId="ADAL" clId="{1706C726-DFFB-4A9A-B0E4-71AC2CEA8273}" dt="2023-02-06T06:20:19.683" v="573" actId="26606"/>
          <ac:spMkLst>
            <pc:docMk/>
            <pc:sldMk cId="0" sldId="269"/>
            <ac:spMk id="260" creationId="{2AEBC8F2-97B1-41B4-93F1-2D289E197FBA}"/>
          </ac:spMkLst>
        </pc:spChg>
        <pc:spChg chg="add">
          <ac:chgData name="Asif Muhammad" userId="6b0af2cb-2f76-400b-94d9-178b55ef4f85" providerId="ADAL" clId="{1706C726-DFFB-4A9A-B0E4-71AC2CEA8273}" dt="2023-02-06T06:20:19.683" v="573" actId="26606"/>
          <ac:spMkLst>
            <pc:docMk/>
            <pc:sldMk cId="0" sldId="269"/>
            <ac:spMk id="262" creationId="{472E3A19-F5D5-48FC-BB9C-48C2F68F598B}"/>
          </ac:spMkLst>
        </pc:spChg>
        <pc:spChg chg="add">
          <ac:chgData name="Asif Muhammad" userId="6b0af2cb-2f76-400b-94d9-178b55ef4f85" providerId="ADAL" clId="{1706C726-DFFB-4A9A-B0E4-71AC2CEA8273}" dt="2023-02-06T06:20:19.683" v="573" actId="26606"/>
          <ac:spMkLst>
            <pc:docMk/>
            <pc:sldMk cId="0" sldId="269"/>
            <ac:spMk id="264" creationId="{7A62E32F-BB65-43A8-8EB5-92346890E549}"/>
          </ac:spMkLst>
        </pc:spChg>
        <pc:spChg chg="add">
          <ac:chgData name="Asif Muhammad" userId="6b0af2cb-2f76-400b-94d9-178b55ef4f85" providerId="ADAL" clId="{1706C726-DFFB-4A9A-B0E4-71AC2CEA8273}" dt="2023-02-06T06:20:19.683" v="573" actId="26606"/>
          <ac:spMkLst>
            <pc:docMk/>
            <pc:sldMk cId="0" sldId="269"/>
            <ac:spMk id="266" creationId="{14E91B64-9FCC-451E-AFB4-A827D6329367}"/>
          </ac:spMkLst>
        </pc:spChg>
      </pc:sldChg>
      <pc:sldChg chg="delSp modSp mod">
        <pc:chgData name="Asif Muhammad" userId="6b0af2cb-2f76-400b-94d9-178b55ef4f85" providerId="ADAL" clId="{1706C726-DFFB-4A9A-B0E4-71AC2CEA8273}" dt="2023-02-06T07:12:53.891" v="707" actId="20577"/>
        <pc:sldMkLst>
          <pc:docMk/>
          <pc:sldMk cId="0" sldId="270"/>
        </pc:sldMkLst>
        <pc:spChg chg="mod">
          <ac:chgData name="Asif Muhammad" userId="6b0af2cb-2f76-400b-94d9-178b55ef4f85" providerId="ADAL" clId="{1706C726-DFFB-4A9A-B0E4-71AC2CEA8273}" dt="2023-02-06T05:28:23.498" v="55" actId="27636"/>
          <ac:spMkLst>
            <pc:docMk/>
            <pc:sldMk cId="0" sldId="270"/>
            <ac:spMk id="257" creationId="{00000000-0000-0000-0000-000000000000}"/>
          </ac:spMkLst>
        </pc:spChg>
        <pc:spChg chg="mod">
          <ac:chgData name="Asif Muhammad" userId="6b0af2cb-2f76-400b-94d9-178b55ef4f85" providerId="ADAL" clId="{1706C726-DFFB-4A9A-B0E4-71AC2CEA8273}" dt="2023-02-06T07:12:53.891" v="707" actId="20577"/>
          <ac:spMkLst>
            <pc:docMk/>
            <pc:sldMk cId="0" sldId="270"/>
            <ac:spMk id="258" creationId="{00000000-0000-0000-0000-000000000000}"/>
          </ac:spMkLst>
        </pc:spChg>
        <pc:spChg chg="del mod">
          <ac:chgData name="Asif Muhammad" userId="6b0af2cb-2f76-400b-94d9-178b55ef4f85" providerId="ADAL" clId="{1706C726-DFFB-4A9A-B0E4-71AC2CEA8273}" dt="2023-02-06T07:12:28.917" v="685" actId="478"/>
          <ac:spMkLst>
            <pc:docMk/>
            <pc:sldMk cId="0" sldId="270"/>
            <ac:spMk id="260" creationId="{00000000-0000-0000-0000-000000000000}"/>
          </ac:spMkLst>
        </pc:spChg>
        <pc:spChg chg="mod">
          <ac:chgData name="Asif Muhammad" userId="6b0af2cb-2f76-400b-94d9-178b55ef4f85" providerId="ADAL" clId="{1706C726-DFFB-4A9A-B0E4-71AC2CEA8273}" dt="2023-02-06T05:28:23.066" v="52"/>
          <ac:spMkLst>
            <pc:docMk/>
            <pc:sldMk cId="0" sldId="270"/>
            <ac:spMk id="261" creationId="{00000000-0000-0000-0000-000000000000}"/>
          </ac:spMkLst>
        </pc:spChg>
        <pc:picChg chg="del mod">
          <ac:chgData name="Asif Muhammad" userId="6b0af2cb-2f76-400b-94d9-178b55ef4f85" providerId="ADAL" clId="{1706C726-DFFB-4A9A-B0E4-71AC2CEA8273}" dt="2023-02-06T07:11:31.118" v="679" actId="478"/>
          <ac:picMkLst>
            <pc:docMk/>
            <pc:sldMk cId="0" sldId="270"/>
            <ac:picMk id="259" creationId="{00000000-0000-0000-0000-000000000000}"/>
          </ac:picMkLst>
        </pc:picChg>
      </pc:sldChg>
      <pc:sldChg chg="addSp delSp modSp mod setBg">
        <pc:chgData name="Asif Muhammad" userId="6b0af2cb-2f76-400b-94d9-178b55ef4f85" providerId="ADAL" clId="{1706C726-DFFB-4A9A-B0E4-71AC2CEA8273}" dt="2023-02-08T07:01:54.250" v="968" actId="5793"/>
        <pc:sldMkLst>
          <pc:docMk/>
          <pc:sldMk cId="0" sldId="271"/>
        </pc:sldMkLst>
        <pc:spChg chg="mod">
          <ac:chgData name="Asif Muhammad" userId="6b0af2cb-2f76-400b-94d9-178b55ef4f85" providerId="ADAL" clId="{1706C726-DFFB-4A9A-B0E4-71AC2CEA8273}" dt="2023-02-06T06:21:17.704" v="578" actId="26606"/>
          <ac:spMkLst>
            <pc:docMk/>
            <pc:sldMk cId="0" sldId="271"/>
            <ac:spMk id="267" creationId="{00000000-0000-0000-0000-000000000000}"/>
          </ac:spMkLst>
        </pc:spChg>
        <pc:spChg chg="mod">
          <ac:chgData name="Asif Muhammad" userId="6b0af2cb-2f76-400b-94d9-178b55ef4f85" providerId="ADAL" clId="{1706C726-DFFB-4A9A-B0E4-71AC2CEA8273}" dt="2023-02-08T07:01:54.250" v="968" actId="5793"/>
          <ac:spMkLst>
            <pc:docMk/>
            <pc:sldMk cId="0" sldId="271"/>
            <ac:spMk id="268" creationId="{00000000-0000-0000-0000-000000000000}"/>
          </ac:spMkLst>
        </pc:spChg>
        <pc:spChg chg="mod ord">
          <ac:chgData name="Asif Muhammad" userId="6b0af2cb-2f76-400b-94d9-178b55ef4f85" providerId="ADAL" clId="{1706C726-DFFB-4A9A-B0E4-71AC2CEA8273}" dt="2023-02-06T06:21:17.704" v="578" actId="26606"/>
          <ac:spMkLst>
            <pc:docMk/>
            <pc:sldMk cId="0" sldId="271"/>
            <ac:spMk id="269" creationId="{00000000-0000-0000-0000-000000000000}"/>
          </ac:spMkLst>
        </pc:spChg>
        <pc:spChg chg="add del">
          <ac:chgData name="Asif Muhammad" userId="6b0af2cb-2f76-400b-94d9-178b55ef4f85" providerId="ADAL" clId="{1706C726-DFFB-4A9A-B0E4-71AC2CEA8273}" dt="2023-02-06T06:21:17.689" v="577" actId="26606"/>
          <ac:spMkLst>
            <pc:docMk/>
            <pc:sldMk cId="0" sldId="271"/>
            <ac:spMk id="274" creationId="{6A1473A6-3F22-483E-8A30-80B9D2B14592}"/>
          </ac:spMkLst>
        </pc:spChg>
        <pc:spChg chg="add">
          <ac:chgData name="Asif Muhammad" userId="6b0af2cb-2f76-400b-94d9-178b55ef4f85" providerId="ADAL" clId="{1706C726-DFFB-4A9A-B0E4-71AC2CEA8273}" dt="2023-02-06T06:21:17.704" v="578" actId="26606"/>
          <ac:spMkLst>
            <pc:docMk/>
            <pc:sldMk cId="0" sldId="271"/>
            <ac:spMk id="281" creationId="{979E27D9-03C7-44E2-9FF8-15D0C8506AF7}"/>
          </ac:spMkLst>
        </pc:spChg>
        <pc:spChg chg="add">
          <ac:chgData name="Asif Muhammad" userId="6b0af2cb-2f76-400b-94d9-178b55ef4f85" providerId="ADAL" clId="{1706C726-DFFB-4A9A-B0E4-71AC2CEA8273}" dt="2023-02-06T06:21:17.704" v="578" actId="26606"/>
          <ac:spMkLst>
            <pc:docMk/>
            <pc:sldMk cId="0" sldId="271"/>
            <ac:spMk id="282" creationId="{EEBF1590-3B36-48EE-A89D-3B6F3CB256AB}"/>
          </ac:spMkLst>
        </pc:spChg>
        <pc:spChg chg="add">
          <ac:chgData name="Asif Muhammad" userId="6b0af2cb-2f76-400b-94d9-178b55ef4f85" providerId="ADAL" clId="{1706C726-DFFB-4A9A-B0E4-71AC2CEA8273}" dt="2023-02-06T06:21:17.704" v="578" actId="26606"/>
          <ac:spMkLst>
            <pc:docMk/>
            <pc:sldMk cId="0" sldId="271"/>
            <ac:spMk id="283" creationId="{AC8F6C8C-AB5A-4548-942D-E3FD40ACBC49}"/>
          </ac:spMkLst>
        </pc:spChg>
        <pc:grpChg chg="add del">
          <ac:chgData name="Asif Muhammad" userId="6b0af2cb-2f76-400b-94d9-178b55ef4f85" providerId="ADAL" clId="{1706C726-DFFB-4A9A-B0E4-71AC2CEA8273}" dt="2023-02-06T06:21:17.689" v="577" actId="26606"/>
          <ac:grpSpMkLst>
            <pc:docMk/>
            <pc:sldMk cId="0" sldId="271"/>
            <ac:grpSpMk id="276" creationId="{AA1375E3-3E53-4D75-BAB7-E5929BFCB25F}"/>
          </ac:grpSpMkLst>
        </pc:grpChg>
      </pc:sldChg>
      <pc:sldChg chg="modSp">
        <pc:chgData name="Asif Muhammad" userId="6b0af2cb-2f76-400b-94d9-178b55ef4f85" providerId="ADAL" clId="{1706C726-DFFB-4A9A-B0E4-71AC2CEA8273}" dt="2023-02-06T05:28:23.066" v="52"/>
        <pc:sldMkLst>
          <pc:docMk/>
          <pc:sldMk cId="0" sldId="272"/>
        </pc:sldMkLst>
        <pc:spChg chg="mod">
          <ac:chgData name="Asif Muhammad" userId="6b0af2cb-2f76-400b-94d9-178b55ef4f85" providerId="ADAL" clId="{1706C726-DFFB-4A9A-B0E4-71AC2CEA8273}" dt="2023-02-06T05:28:23.066" v="52"/>
          <ac:spMkLst>
            <pc:docMk/>
            <pc:sldMk cId="0" sldId="272"/>
            <ac:spMk id="274" creationId="{00000000-0000-0000-0000-000000000000}"/>
          </ac:spMkLst>
        </pc:spChg>
        <pc:spChg chg="mod">
          <ac:chgData name="Asif Muhammad" userId="6b0af2cb-2f76-400b-94d9-178b55ef4f85" providerId="ADAL" clId="{1706C726-DFFB-4A9A-B0E4-71AC2CEA8273}" dt="2023-02-06T05:28:23.066" v="52"/>
          <ac:spMkLst>
            <pc:docMk/>
            <pc:sldMk cId="0" sldId="272"/>
            <ac:spMk id="275" creationId="{00000000-0000-0000-0000-000000000000}"/>
          </ac:spMkLst>
        </pc:spChg>
        <pc:spChg chg="mod">
          <ac:chgData name="Asif Muhammad" userId="6b0af2cb-2f76-400b-94d9-178b55ef4f85" providerId="ADAL" clId="{1706C726-DFFB-4A9A-B0E4-71AC2CEA8273}" dt="2023-02-06T05:28:23.066" v="52"/>
          <ac:spMkLst>
            <pc:docMk/>
            <pc:sldMk cId="0" sldId="272"/>
            <ac:spMk id="278" creationId="{00000000-0000-0000-0000-000000000000}"/>
          </ac:spMkLst>
        </pc:spChg>
      </pc:sldChg>
      <pc:sldChg chg="addSp modSp mod setBg">
        <pc:chgData name="Asif Muhammad" userId="6b0af2cb-2f76-400b-94d9-178b55ef4f85" providerId="ADAL" clId="{1706C726-DFFB-4A9A-B0E4-71AC2CEA8273}" dt="2023-02-06T07:16:19.785" v="737" actId="5793"/>
        <pc:sldMkLst>
          <pc:docMk/>
          <pc:sldMk cId="0" sldId="273"/>
        </pc:sldMkLst>
        <pc:spChg chg="mod">
          <ac:chgData name="Asif Muhammad" userId="6b0af2cb-2f76-400b-94d9-178b55ef4f85" providerId="ADAL" clId="{1706C726-DFFB-4A9A-B0E4-71AC2CEA8273}" dt="2023-02-06T06:21:52.258" v="579" actId="26606"/>
          <ac:spMkLst>
            <pc:docMk/>
            <pc:sldMk cId="0" sldId="273"/>
            <ac:spMk id="284" creationId="{00000000-0000-0000-0000-000000000000}"/>
          </ac:spMkLst>
        </pc:spChg>
        <pc:spChg chg="mod">
          <ac:chgData name="Asif Muhammad" userId="6b0af2cb-2f76-400b-94d9-178b55ef4f85" providerId="ADAL" clId="{1706C726-DFFB-4A9A-B0E4-71AC2CEA8273}" dt="2023-02-06T07:16:19.785" v="737" actId="5793"/>
          <ac:spMkLst>
            <pc:docMk/>
            <pc:sldMk cId="0" sldId="273"/>
            <ac:spMk id="285" creationId="{00000000-0000-0000-0000-000000000000}"/>
          </ac:spMkLst>
        </pc:spChg>
        <pc:spChg chg="mod ord">
          <ac:chgData name="Asif Muhammad" userId="6b0af2cb-2f76-400b-94d9-178b55ef4f85" providerId="ADAL" clId="{1706C726-DFFB-4A9A-B0E4-71AC2CEA8273}" dt="2023-02-06T06:21:52.258" v="579" actId="26606"/>
          <ac:spMkLst>
            <pc:docMk/>
            <pc:sldMk cId="0" sldId="273"/>
            <ac:spMk id="287" creationId="{00000000-0000-0000-0000-000000000000}"/>
          </ac:spMkLst>
        </pc:spChg>
        <pc:spChg chg="add">
          <ac:chgData name="Asif Muhammad" userId="6b0af2cb-2f76-400b-94d9-178b55ef4f85" providerId="ADAL" clId="{1706C726-DFFB-4A9A-B0E4-71AC2CEA8273}" dt="2023-02-06T06:21:52.258" v="579" actId="26606"/>
          <ac:spMkLst>
            <pc:docMk/>
            <pc:sldMk cId="0" sldId="273"/>
            <ac:spMk id="292" creationId="{59A309A7-1751-4ABE-A3C1-EEC40366AD89}"/>
          </ac:spMkLst>
        </pc:spChg>
        <pc:spChg chg="add">
          <ac:chgData name="Asif Muhammad" userId="6b0af2cb-2f76-400b-94d9-178b55ef4f85" providerId="ADAL" clId="{1706C726-DFFB-4A9A-B0E4-71AC2CEA8273}" dt="2023-02-06T06:21:52.258" v="579" actId="26606"/>
          <ac:spMkLst>
            <pc:docMk/>
            <pc:sldMk cId="0" sldId="273"/>
            <ac:spMk id="294" creationId="{967D8EB6-EAE1-4F9C-B398-83321E287204}"/>
          </ac:spMkLst>
        </pc:spChg>
        <pc:picChg chg="mod">
          <ac:chgData name="Asif Muhammad" userId="6b0af2cb-2f76-400b-94d9-178b55ef4f85" providerId="ADAL" clId="{1706C726-DFFB-4A9A-B0E4-71AC2CEA8273}" dt="2023-02-06T06:21:52.258" v="579" actId="26606"/>
          <ac:picMkLst>
            <pc:docMk/>
            <pc:sldMk cId="0" sldId="273"/>
            <ac:picMk id="286" creationId="{00000000-0000-0000-0000-000000000000}"/>
          </ac:picMkLst>
        </pc:picChg>
      </pc:sldChg>
      <pc:sldChg chg="modSp mod">
        <pc:chgData name="Asif Muhammad" userId="6b0af2cb-2f76-400b-94d9-178b55ef4f85" providerId="ADAL" clId="{1706C726-DFFB-4A9A-B0E4-71AC2CEA8273}" dt="2023-02-06T07:19:12.063" v="740" actId="6549"/>
        <pc:sldMkLst>
          <pc:docMk/>
          <pc:sldMk cId="0" sldId="274"/>
        </pc:sldMkLst>
        <pc:spChg chg="mod">
          <ac:chgData name="Asif Muhammad" userId="6b0af2cb-2f76-400b-94d9-178b55ef4f85" providerId="ADAL" clId="{1706C726-DFFB-4A9A-B0E4-71AC2CEA8273}" dt="2023-02-06T05:28:23.520" v="58" actId="27636"/>
          <ac:spMkLst>
            <pc:docMk/>
            <pc:sldMk cId="0" sldId="274"/>
            <ac:spMk id="293" creationId="{00000000-0000-0000-0000-000000000000}"/>
          </ac:spMkLst>
        </pc:spChg>
        <pc:spChg chg="mod">
          <ac:chgData name="Asif Muhammad" userId="6b0af2cb-2f76-400b-94d9-178b55ef4f85" providerId="ADAL" clId="{1706C726-DFFB-4A9A-B0E4-71AC2CEA8273}" dt="2023-02-06T07:19:12.063" v="740" actId="6549"/>
          <ac:spMkLst>
            <pc:docMk/>
            <pc:sldMk cId="0" sldId="274"/>
            <ac:spMk id="294" creationId="{00000000-0000-0000-0000-000000000000}"/>
          </ac:spMkLst>
        </pc:spChg>
        <pc:spChg chg="mod">
          <ac:chgData name="Asif Muhammad" userId="6b0af2cb-2f76-400b-94d9-178b55ef4f85" providerId="ADAL" clId="{1706C726-DFFB-4A9A-B0E4-71AC2CEA8273}" dt="2023-02-06T05:28:23.066" v="52"/>
          <ac:spMkLst>
            <pc:docMk/>
            <pc:sldMk cId="0" sldId="274"/>
            <ac:spMk id="296" creationId="{00000000-0000-0000-0000-000000000000}"/>
          </ac:spMkLst>
        </pc:spChg>
      </pc:sldChg>
      <pc:sldChg chg="modSp mod">
        <pc:chgData name="Asif Muhammad" userId="6b0af2cb-2f76-400b-94d9-178b55ef4f85" providerId="ADAL" clId="{1706C726-DFFB-4A9A-B0E4-71AC2CEA8273}" dt="2023-02-06T07:20:26.739" v="743" actId="14100"/>
        <pc:sldMkLst>
          <pc:docMk/>
          <pc:sldMk cId="0" sldId="275"/>
        </pc:sldMkLst>
        <pc:spChg chg="mod">
          <ac:chgData name="Asif Muhammad" userId="6b0af2cb-2f76-400b-94d9-178b55ef4f85" providerId="ADAL" clId="{1706C726-DFFB-4A9A-B0E4-71AC2CEA8273}" dt="2023-02-06T05:28:23.066" v="52"/>
          <ac:spMkLst>
            <pc:docMk/>
            <pc:sldMk cId="0" sldId="275"/>
            <ac:spMk id="306" creationId="{00000000-0000-0000-0000-000000000000}"/>
          </ac:spMkLst>
        </pc:spChg>
        <pc:picChg chg="mod">
          <ac:chgData name="Asif Muhammad" userId="6b0af2cb-2f76-400b-94d9-178b55ef4f85" providerId="ADAL" clId="{1706C726-DFFB-4A9A-B0E4-71AC2CEA8273}" dt="2023-02-06T07:20:26.739" v="743" actId="14100"/>
          <ac:picMkLst>
            <pc:docMk/>
            <pc:sldMk cId="0" sldId="275"/>
            <ac:picMk id="304" creationId="{00000000-0000-0000-0000-000000000000}"/>
          </ac:picMkLst>
        </pc:picChg>
      </pc:sldChg>
      <pc:sldChg chg="modSp">
        <pc:chgData name="Asif Muhammad" userId="6b0af2cb-2f76-400b-94d9-178b55ef4f85" providerId="ADAL" clId="{1706C726-DFFB-4A9A-B0E4-71AC2CEA8273}" dt="2023-02-06T05:28:23.066" v="52"/>
        <pc:sldMkLst>
          <pc:docMk/>
          <pc:sldMk cId="0" sldId="276"/>
        </pc:sldMkLst>
        <pc:spChg chg="mod">
          <ac:chgData name="Asif Muhammad" userId="6b0af2cb-2f76-400b-94d9-178b55ef4f85" providerId="ADAL" clId="{1706C726-DFFB-4A9A-B0E4-71AC2CEA8273}" dt="2023-02-06T05:28:23.066" v="52"/>
          <ac:spMkLst>
            <pc:docMk/>
            <pc:sldMk cId="0" sldId="276"/>
            <ac:spMk id="315" creationId="{00000000-0000-0000-0000-000000000000}"/>
          </ac:spMkLst>
        </pc:spChg>
      </pc:sldChg>
      <pc:sldChg chg="modSp mod">
        <pc:chgData name="Asif Muhammad" userId="6b0af2cb-2f76-400b-94d9-178b55ef4f85" providerId="ADAL" clId="{1706C726-DFFB-4A9A-B0E4-71AC2CEA8273}" dt="2023-02-06T07:21:29.102" v="746" actId="14100"/>
        <pc:sldMkLst>
          <pc:docMk/>
          <pc:sldMk cId="0" sldId="277"/>
        </pc:sldMkLst>
        <pc:spChg chg="mod">
          <ac:chgData name="Asif Muhammad" userId="6b0af2cb-2f76-400b-94d9-178b55ef4f85" providerId="ADAL" clId="{1706C726-DFFB-4A9A-B0E4-71AC2CEA8273}" dt="2023-02-06T05:28:23.066" v="52"/>
          <ac:spMkLst>
            <pc:docMk/>
            <pc:sldMk cId="0" sldId="277"/>
            <ac:spMk id="324" creationId="{00000000-0000-0000-0000-000000000000}"/>
          </ac:spMkLst>
        </pc:spChg>
        <pc:picChg chg="mod">
          <ac:chgData name="Asif Muhammad" userId="6b0af2cb-2f76-400b-94d9-178b55ef4f85" providerId="ADAL" clId="{1706C726-DFFB-4A9A-B0E4-71AC2CEA8273}" dt="2023-02-06T07:21:29.102" v="746" actId="14100"/>
          <ac:picMkLst>
            <pc:docMk/>
            <pc:sldMk cId="0" sldId="277"/>
            <ac:picMk id="323" creationId="{00000000-0000-0000-0000-000000000000}"/>
          </ac:picMkLst>
        </pc:picChg>
      </pc:sldChg>
      <pc:sldChg chg="delSp modSp mod">
        <pc:chgData name="Asif Muhammad" userId="6b0af2cb-2f76-400b-94d9-178b55ef4f85" providerId="ADAL" clId="{1706C726-DFFB-4A9A-B0E4-71AC2CEA8273}" dt="2023-02-06T07:54:34.508" v="812" actId="113"/>
        <pc:sldMkLst>
          <pc:docMk/>
          <pc:sldMk cId="0" sldId="278"/>
        </pc:sldMkLst>
        <pc:spChg chg="mod">
          <ac:chgData name="Asif Muhammad" userId="6b0af2cb-2f76-400b-94d9-178b55ef4f85" providerId="ADAL" clId="{1706C726-DFFB-4A9A-B0E4-71AC2CEA8273}" dt="2023-02-06T07:54:34.508" v="812" actId="113"/>
          <ac:spMkLst>
            <pc:docMk/>
            <pc:sldMk cId="0" sldId="278"/>
            <ac:spMk id="331" creationId="{00000000-0000-0000-0000-000000000000}"/>
          </ac:spMkLst>
        </pc:spChg>
        <pc:spChg chg="mod">
          <ac:chgData name="Asif Muhammad" userId="6b0af2cb-2f76-400b-94d9-178b55ef4f85" providerId="ADAL" clId="{1706C726-DFFB-4A9A-B0E4-71AC2CEA8273}" dt="2023-02-06T05:28:23.066" v="52"/>
          <ac:spMkLst>
            <pc:docMk/>
            <pc:sldMk cId="0" sldId="278"/>
            <ac:spMk id="333" creationId="{00000000-0000-0000-0000-000000000000}"/>
          </ac:spMkLst>
        </pc:spChg>
        <pc:picChg chg="del mod">
          <ac:chgData name="Asif Muhammad" userId="6b0af2cb-2f76-400b-94d9-178b55ef4f85" providerId="ADAL" clId="{1706C726-DFFB-4A9A-B0E4-71AC2CEA8273}" dt="2023-02-06T07:54:18.959" v="802" actId="478"/>
          <ac:picMkLst>
            <pc:docMk/>
            <pc:sldMk cId="0" sldId="278"/>
            <ac:picMk id="332" creationId="{00000000-0000-0000-0000-000000000000}"/>
          </ac:picMkLst>
        </pc:picChg>
      </pc:sldChg>
      <pc:sldChg chg="modSp del">
        <pc:chgData name="Asif Muhammad" userId="6b0af2cb-2f76-400b-94d9-178b55ef4f85" providerId="ADAL" clId="{1706C726-DFFB-4A9A-B0E4-71AC2CEA8273}" dt="2023-02-06T07:54:58.187" v="813" actId="47"/>
        <pc:sldMkLst>
          <pc:docMk/>
          <pc:sldMk cId="0" sldId="279"/>
        </pc:sldMkLst>
        <pc:spChg chg="mod">
          <ac:chgData name="Asif Muhammad" userId="6b0af2cb-2f76-400b-94d9-178b55ef4f85" providerId="ADAL" clId="{1706C726-DFFB-4A9A-B0E4-71AC2CEA8273}" dt="2023-02-06T05:28:23.066" v="52"/>
          <ac:spMkLst>
            <pc:docMk/>
            <pc:sldMk cId="0" sldId="279"/>
            <ac:spMk id="342" creationId="{00000000-0000-0000-0000-000000000000}"/>
          </ac:spMkLst>
        </pc:spChg>
      </pc:sldChg>
      <pc:sldChg chg="modSp mod">
        <pc:chgData name="Asif Muhammad" userId="6b0af2cb-2f76-400b-94d9-178b55ef4f85" providerId="ADAL" clId="{1706C726-DFFB-4A9A-B0E4-71AC2CEA8273}" dt="2023-02-06T07:56:23.194" v="884" actId="14100"/>
        <pc:sldMkLst>
          <pc:docMk/>
          <pc:sldMk cId="0" sldId="280"/>
        </pc:sldMkLst>
        <pc:spChg chg="mod">
          <ac:chgData name="Asif Muhammad" userId="6b0af2cb-2f76-400b-94d9-178b55ef4f85" providerId="ADAL" clId="{1706C726-DFFB-4A9A-B0E4-71AC2CEA8273}" dt="2023-02-06T07:56:12.364" v="881" actId="6549"/>
          <ac:spMkLst>
            <pc:docMk/>
            <pc:sldMk cId="0" sldId="280"/>
            <ac:spMk id="349" creationId="{00000000-0000-0000-0000-000000000000}"/>
          </ac:spMkLst>
        </pc:spChg>
        <pc:spChg chg="mod">
          <ac:chgData name="Asif Muhammad" userId="6b0af2cb-2f76-400b-94d9-178b55ef4f85" providerId="ADAL" clId="{1706C726-DFFB-4A9A-B0E4-71AC2CEA8273}" dt="2023-02-06T05:28:23.066" v="52"/>
          <ac:spMkLst>
            <pc:docMk/>
            <pc:sldMk cId="0" sldId="280"/>
            <ac:spMk id="351" creationId="{00000000-0000-0000-0000-000000000000}"/>
          </ac:spMkLst>
        </pc:spChg>
        <pc:picChg chg="mod">
          <ac:chgData name="Asif Muhammad" userId="6b0af2cb-2f76-400b-94d9-178b55ef4f85" providerId="ADAL" clId="{1706C726-DFFB-4A9A-B0E4-71AC2CEA8273}" dt="2023-02-06T07:56:23.194" v="884" actId="14100"/>
          <ac:picMkLst>
            <pc:docMk/>
            <pc:sldMk cId="0" sldId="280"/>
            <ac:picMk id="350" creationId="{00000000-0000-0000-0000-000000000000}"/>
          </ac:picMkLst>
        </pc:picChg>
      </pc:sldChg>
      <pc:sldChg chg="modSp mod">
        <pc:chgData name="Asif Muhammad" userId="6b0af2cb-2f76-400b-94d9-178b55ef4f85" providerId="ADAL" clId="{1706C726-DFFB-4A9A-B0E4-71AC2CEA8273}" dt="2023-02-06T07:58:11.940" v="947" actId="1076"/>
        <pc:sldMkLst>
          <pc:docMk/>
          <pc:sldMk cId="0" sldId="281"/>
        </pc:sldMkLst>
        <pc:spChg chg="mod">
          <ac:chgData name="Asif Muhammad" userId="6b0af2cb-2f76-400b-94d9-178b55ef4f85" providerId="ADAL" clId="{1706C726-DFFB-4A9A-B0E4-71AC2CEA8273}" dt="2023-02-06T07:57:52.334" v="944" actId="20577"/>
          <ac:spMkLst>
            <pc:docMk/>
            <pc:sldMk cId="0" sldId="281"/>
            <ac:spMk id="360" creationId="{00000000-0000-0000-0000-000000000000}"/>
          </ac:spMkLst>
        </pc:spChg>
        <pc:spChg chg="mod">
          <ac:chgData name="Asif Muhammad" userId="6b0af2cb-2f76-400b-94d9-178b55ef4f85" providerId="ADAL" clId="{1706C726-DFFB-4A9A-B0E4-71AC2CEA8273}" dt="2023-02-06T05:28:23.066" v="52"/>
          <ac:spMkLst>
            <pc:docMk/>
            <pc:sldMk cId="0" sldId="281"/>
            <ac:spMk id="362" creationId="{00000000-0000-0000-0000-000000000000}"/>
          </ac:spMkLst>
        </pc:spChg>
        <pc:picChg chg="mod">
          <ac:chgData name="Asif Muhammad" userId="6b0af2cb-2f76-400b-94d9-178b55ef4f85" providerId="ADAL" clId="{1706C726-DFFB-4A9A-B0E4-71AC2CEA8273}" dt="2023-02-06T07:57:00.429" v="888" actId="14100"/>
          <ac:picMkLst>
            <pc:docMk/>
            <pc:sldMk cId="0" sldId="281"/>
            <ac:picMk id="359" creationId="{00000000-0000-0000-0000-000000000000}"/>
          </ac:picMkLst>
        </pc:picChg>
        <pc:picChg chg="mod">
          <ac:chgData name="Asif Muhammad" userId="6b0af2cb-2f76-400b-94d9-178b55ef4f85" providerId="ADAL" clId="{1706C726-DFFB-4A9A-B0E4-71AC2CEA8273}" dt="2023-02-06T07:58:11.940" v="947" actId="1076"/>
          <ac:picMkLst>
            <pc:docMk/>
            <pc:sldMk cId="0" sldId="281"/>
            <ac:picMk id="361" creationId="{00000000-0000-0000-0000-000000000000}"/>
          </ac:picMkLst>
        </pc:picChg>
      </pc:sldChg>
      <pc:sldChg chg="modSp mod">
        <pc:chgData name="Asif Muhammad" userId="6b0af2cb-2f76-400b-94d9-178b55ef4f85" providerId="ADAL" clId="{1706C726-DFFB-4A9A-B0E4-71AC2CEA8273}" dt="2023-02-06T07:58:46.834" v="950" actId="14100"/>
        <pc:sldMkLst>
          <pc:docMk/>
          <pc:sldMk cId="0" sldId="282"/>
        </pc:sldMkLst>
        <pc:spChg chg="mod">
          <ac:chgData name="Asif Muhammad" userId="6b0af2cb-2f76-400b-94d9-178b55ef4f85" providerId="ADAL" clId="{1706C726-DFFB-4A9A-B0E4-71AC2CEA8273}" dt="2023-02-06T05:28:23.066" v="52"/>
          <ac:spMkLst>
            <pc:docMk/>
            <pc:sldMk cId="0" sldId="282"/>
            <ac:spMk id="371" creationId="{00000000-0000-0000-0000-000000000000}"/>
          </ac:spMkLst>
        </pc:spChg>
        <pc:picChg chg="mod">
          <ac:chgData name="Asif Muhammad" userId="6b0af2cb-2f76-400b-94d9-178b55ef4f85" providerId="ADAL" clId="{1706C726-DFFB-4A9A-B0E4-71AC2CEA8273}" dt="2023-02-06T07:58:46.834" v="950" actId="14100"/>
          <ac:picMkLst>
            <pc:docMk/>
            <pc:sldMk cId="0" sldId="282"/>
            <ac:picMk id="370" creationId="{00000000-0000-0000-0000-000000000000}"/>
          </ac:picMkLst>
        </pc:picChg>
      </pc:sldChg>
      <pc:sldChg chg="modSp mod">
        <pc:chgData name="Asif Muhammad" userId="6b0af2cb-2f76-400b-94d9-178b55ef4f85" providerId="ADAL" clId="{1706C726-DFFB-4A9A-B0E4-71AC2CEA8273}" dt="2023-02-06T07:59:34.553" v="960" actId="1076"/>
        <pc:sldMkLst>
          <pc:docMk/>
          <pc:sldMk cId="0" sldId="283"/>
        </pc:sldMkLst>
        <pc:spChg chg="mod">
          <ac:chgData name="Asif Muhammad" userId="6b0af2cb-2f76-400b-94d9-178b55ef4f85" providerId="ADAL" clId="{1706C726-DFFB-4A9A-B0E4-71AC2CEA8273}" dt="2023-02-06T07:59:18.849" v="957" actId="20577"/>
          <ac:spMkLst>
            <pc:docMk/>
            <pc:sldMk cId="0" sldId="283"/>
            <ac:spMk id="378" creationId="{00000000-0000-0000-0000-000000000000}"/>
          </ac:spMkLst>
        </pc:spChg>
        <pc:spChg chg="mod">
          <ac:chgData name="Asif Muhammad" userId="6b0af2cb-2f76-400b-94d9-178b55ef4f85" providerId="ADAL" clId="{1706C726-DFFB-4A9A-B0E4-71AC2CEA8273}" dt="2023-02-06T07:59:24.418" v="959" actId="1076"/>
          <ac:spMkLst>
            <pc:docMk/>
            <pc:sldMk cId="0" sldId="283"/>
            <ac:spMk id="380" creationId="{00000000-0000-0000-0000-000000000000}"/>
          </ac:spMkLst>
        </pc:spChg>
        <pc:spChg chg="mod">
          <ac:chgData name="Asif Muhammad" userId="6b0af2cb-2f76-400b-94d9-178b55ef4f85" providerId="ADAL" clId="{1706C726-DFFB-4A9A-B0E4-71AC2CEA8273}" dt="2023-02-06T05:28:23.066" v="52"/>
          <ac:spMkLst>
            <pc:docMk/>
            <pc:sldMk cId="0" sldId="283"/>
            <ac:spMk id="381" creationId="{00000000-0000-0000-0000-000000000000}"/>
          </ac:spMkLst>
        </pc:spChg>
        <pc:picChg chg="mod">
          <ac:chgData name="Asif Muhammad" userId="6b0af2cb-2f76-400b-94d9-178b55ef4f85" providerId="ADAL" clId="{1706C726-DFFB-4A9A-B0E4-71AC2CEA8273}" dt="2023-02-06T07:59:34.553" v="960" actId="1076"/>
          <ac:picMkLst>
            <pc:docMk/>
            <pc:sldMk cId="0" sldId="283"/>
            <ac:picMk id="379" creationId="{00000000-0000-0000-0000-000000000000}"/>
          </ac:picMkLst>
        </pc:picChg>
      </pc:sldChg>
      <pc:sldChg chg="modSp mod">
        <pc:chgData name="Asif Muhammad" userId="6b0af2cb-2f76-400b-94d9-178b55ef4f85" providerId="ADAL" clId="{1706C726-DFFB-4A9A-B0E4-71AC2CEA8273}" dt="2023-02-06T08:00:05.590" v="967" actId="14100"/>
        <pc:sldMkLst>
          <pc:docMk/>
          <pc:sldMk cId="0" sldId="284"/>
        </pc:sldMkLst>
        <pc:spChg chg="mod">
          <ac:chgData name="Asif Muhammad" userId="6b0af2cb-2f76-400b-94d9-178b55ef4f85" providerId="ADAL" clId="{1706C726-DFFB-4A9A-B0E4-71AC2CEA8273}" dt="2023-02-06T07:59:48.273" v="962" actId="1076"/>
          <ac:spMkLst>
            <pc:docMk/>
            <pc:sldMk cId="0" sldId="284"/>
            <ac:spMk id="390" creationId="{00000000-0000-0000-0000-000000000000}"/>
          </ac:spMkLst>
        </pc:spChg>
        <pc:spChg chg="mod">
          <ac:chgData name="Asif Muhammad" userId="6b0af2cb-2f76-400b-94d9-178b55ef4f85" providerId="ADAL" clId="{1706C726-DFFB-4A9A-B0E4-71AC2CEA8273}" dt="2023-02-06T05:28:23.066" v="52"/>
          <ac:spMkLst>
            <pc:docMk/>
            <pc:sldMk cId="0" sldId="284"/>
            <ac:spMk id="391" creationId="{00000000-0000-0000-0000-000000000000}"/>
          </ac:spMkLst>
        </pc:spChg>
        <pc:picChg chg="mod">
          <ac:chgData name="Asif Muhammad" userId="6b0af2cb-2f76-400b-94d9-178b55ef4f85" providerId="ADAL" clId="{1706C726-DFFB-4A9A-B0E4-71AC2CEA8273}" dt="2023-02-06T08:00:05.590" v="967" actId="14100"/>
          <ac:picMkLst>
            <pc:docMk/>
            <pc:sldMk cId="0" sldId="284"/>
            <ac:picMk id="389" creationId="{00000000-0000-0000-0000-000000000000}"/>
          </ac:picMkLst>
        </pc:picChg>
      </pc:sldChg>
      <pc:sldChg chg="modSp mod">
        <pc:chgData name="Asif Muhammad" userId="6b0af2cb-2f76-400b-94d9-178b55ef4f85" providerId="ADAL" clId="{1706C726-DFFB-4A9A-B0E4-71AC2CEA8273}" dt="2023-02-08T07:03:05.992" v="970" actId="6549"/>
        <pc:sldMkLst>
          <pc:docMk/>
          <pc:sldMk cId="0" sldId="285"/>
        </pc:sldMkLst>
        <pc:spChg chg="mod">
          <ac:chgData name="Asif Muhammad" userId="6b0af2cb-2f76-400b-94d9-178b55ef4f85" providerId="ADAL" clId="{1706C726-DFFB-4A9A-B0E4-71AC2CEA8273}" dt="2023-02-08T07:03:05.992" v="970" actId="6549"/>
          <ac:spMkLst>
            <pc:docMk/>
            <pc:sldMk cId="0" sldId="285"/>
            <ac:spMk id="398" creationId="{00000000-0000-0000-0000-000000000000}"/>
          </ac:spMkLst>
        </pc:spChg>
        <pc:spChg chg="mod">
          <ac:chgData name="Asif Muhammad" userId="6b0af2cb-2f76-400b-94d9-178b55ef4f85" providerId="ADAL" clId="{1706C726-DFFB-4A9A-B0E4-71AC2CEA8273}" dt="2023-02-06T05:28:23.066" v="52"/>
          <ac:spMkLst>
            <pc:docMk/>
            <pc:sldMk cId="0" sldId="285"/>
            <ac:spMk id="399" creationId="{00000000-0000-0000-0000-000000000000}"/>
          </ac:spMkLst>
        </pc:spChg>
      </pc:sldChg>
      <pc:sldChg chg="modSp mod">
        <pc:chgData name="Asif Muhammad" userId="6b0af2cb-2f76-400b-94d9-178b55ef4f85" providerId="ADAL" clId="{1706C726-DFFB-4A9A-B0E4-71AC2CEA8273}" dt="2023-02-06T05:28:23.653" v="61" actId="27636"/>
        <pc:sldMkLst>
          <pc:docMk/>
          <pc:sldMk cId="0" sldId="286"/>
        </pc:sldMkLst>
        <pc:spChg chg="mod">
          <ac:chgData name="Asif Muhammad" userId="6b0af2cb-2f76-400b-94d9-178b55ef4f85" providerId="ADAL" clId="{1706C726-DFFB-4A9A-B0E4-71AC2CEA8273}" dt="2023-02-06T05:28:23.653" v="61" actId="27636"/>
          <ac:spMkLst>
            <pc:docMk/>
            <pc:sldMk cId="0" sldId="286"/>
            <ac:spMk id="405" creationId="{00000000-0000-0000-0000-000000000000}"/>
          </ac:spMkLst>
        </pc:spChg>
        <pc:spChg chg="mod">
          <ac:chgData name="Asif Muhammad" userId="6b0af2cb-2f76-400b-94d9-178b55ef4f85" providerId="ADAL" clId="{1706C726-DFFB-4A9A-B0E4-71AC2CEA8273}" dt="2023-02-06T05:28:23.652" v="60" actId="27636"/>
          <ac:spMkLst>
            <pc:docMk/>
            <pc:sldMk cId="0" sldId="286"/>
            <ac:spMk id="406" creationId="{00000000-0000-0000-0000-000000000000}"/>
          </ac:spMkLst>
        </pc:spChg>
        <pc:spChg chg="mod">
          <ac:chgData name="Asif Muhammad" userId="6b0af2cb-2f76-400b-94d9-178b55ef4f85" providerId="ADAL" clId="{1706C726-DFFB-4A9A-B0E4-71AC2CEA8273}" dt="2023-02-06T05:28:23.066" v="52"/>
          <ac:spMkLst>
            <pc:docMk/>
            <pc:sldMk cId="0" sldId="286"/>
            <ac:spMk id="409" creationId="{00000000-0000-0000-0000-000000000000}"/>
          </ac:spMkLst>
        </pc:spChg>
        <pc:spChg chg="mod">
          <ac:chgData name="Asif Muhammad" userId="6b0af2cb-2f76-400b-94d9-178b55ef4f85" providerId="ADAL" clId="{1706C726-DFFB-4A9A-B0E4-71AC2CEA8273}" dt="2023-02-06T05:28:23.066" v="52"/>
          <ac:spMkLst>
            <pc:docMk/>
            <pc:sldMk cId="0" sldId="286"/>
            <ac:spMk id="412" creationId="{00000000-0000-0000-0000-000000000000}"/>
          </ac:spMkLst>
        </pc:spChg>
      </pc:sldChg>
      <pc:sldChg chg="modSp">
        <pc:chgData name="Asif Muhammad" userId="6b0af2cb-2f76-400b-94d9-178b55ef4f85" providerId="ADAL" clId="{1706C726-DFFB-4A9A-B0E4-71AC2CEA8273}" dt="2023-02-06T05:28:23.066" v="52"/>
        <pc:sldMkLst>
          <pc:docMk/>
          <pc:sldMk cId="0" sldId="287"/>
        </pc:sldMkLst>
        <pc:spChg chg="mod">
          <ac:chgData name="Asif Muhammad" userId="6b0af2cb-2f76-400b-94d9-178b55ef4f85" providerId="ADAL" clId="{1706C726-DFFB-4A9A-B0E4-71AC2CEA8273}" dt="2023-02-06T05:28:23.066" v="52"/>
          <ac:spMkLst>
            <pc:docMk/>
            <pc:sldMk cId="0" sldId="287"/>
            <ac:spMk id="417" creationId="{00000000-0000-0000-0000-000000000000}"/>
          </ac:spMkLst>
        </pc:spChg>
        <pc:spChg chg="mod">
          <ac:chgData name="Asif Muhammad" userId="6b0af2cb-2f76-400b-94d9-178b55ef4f85" providerId="ADAL" clId="{1706C726-DFFB-4A9A-B0E4-71AC2CEA8273}" dt="2023-02-06T05:28:23.066" v="52"/>
          <ac:spMkLst>
            <pc:docMk/>
            <pc:sldMk cId="0" sldId="287"/>
            <ac:spMk id="418" creationId="{00000000-0000-0000-0000-000000000000}"/>
          </ac:spMkLst>
        </pc:spChg>
        <pc:spChg chg="mod">
          <ac:chgData name="Asif Muhammad" userId="6b0af2cb-2f76-400b-94d9-178b55ef4f85" providerId="ADAL" clId="{1706C726-DFFB-4A9A-B0E4-71AC2CEA8273}" dt="2023-02-06T05:28:23.066" v="52"/>
          <ac:spMkLst>
            <pc:docMk/>
            <pc:sldMk cId="0" sldId="287"/>
            <ac:spMk id="420" creationId="{00000000-0000-0000-0000-000000000000}"/>
          </ac:spMkLst>
        </pc:spChg>
        <pc:spChg chg="mod">
          <ac:chgData name="Asif Muhammad" userId="6b0af2cb-2f76-400b-94d9-178b55ef4f85" providerId="ADAL" clId="{1706C726-DFFB-4A9A-B0E4-71AC2CEA8273}" dt="2023-02-06T05:28:23.066" v="52"/>
          <ac:spMkLst>
            <pc:docMk/>
            <pc:sldMk cId="0" sldId="287"/>
            <ac:spMk id="421" creationId="{00000000-0000-0000-0000-000000000000}"/>
          </ac:spMkLst>
        </pc:spChg>
      </pc:sldChg>
      <pc:sldChg chg="modSp">
        <pc:chgData name="Asif Muhammad" userId="6b0af2cb-2f76-400b-94d9-178b55ef4f85" providerId="ADAL" clId="{1706C726-DFFB-4A9A-B0E4-71AC2CEA8273}" dt="2023-02-06T05:28:23.066" v="52"/>
        <pc:sldMkLst>
          <pc:docMk/>
          <pc:sldMk cId="0" sldId="288"/>
        </pc:sldMkLst>
        <pc:spChg chg="mod">
          <ac:chgData name="Asif Muhammad" userId="6b0af2cb-2f76-400b-94d9-178b55ef4f85" providerId="ADAL" clId="{1706C726-DFFB-4A9A-B0E4-71AC2CEA8273}" dt="2023-02-06T05:28:23.066" v="52"/>
          <ac:spMkLst>
            <pc:docMk/>
            <pc:sldMk cId="0" sldId="288"/>
            <ac:spMk id="426" creationId="{00000000-0000-0000-0000-000000000000}"/>
          </ac:spMkLst>
        </pc:spChg>
        <pc:spChg chg="mod">
          <ac:chgData name="Asif Muhammad" userId="6b0af2cb-2f76-400b-94d9-178b55ef4f85" providerId="ADAL" clId="{1706C726-DFFB-4A9A-B0E4-71AC2CEA8273}" dt="2023-02-06T05:28:23.066" v="52"/>
          <ac:spMkLst>
            <pc:docMk/>
            <pc:sldMk cId="0" sldId="288"/>
            <ac:spMk id="427" creationId="{00000000-0000-0000-0000-000000000000}"/>
          </ac:spMkLst>
        </pc:spChg>
        <pc:spChg chg="mod">
          <ac:chgData name="Asif Muhammad" userId="6b0af2cb-2f76-400b-94d9-178b55ef4f85" providerId="ADAL" clId="{1706C726-DFFB-4A9A-B0E4-71AC2CEA8273}" dt="2023-02-06T05:28:23.066" v="52"/>
          <ac:spMkLst>
            <pc:docMk/>
            <pc:sldMk cId="0" sldId="288"/>
            <ac:spMk id="429" creationId="{00000000-0000-0000-0000-000000000000}"/>
          </ac:spMkLst>
        </pc:spChg>
        <pc:spChg chg="mod">
          <ac:chgData name="Asif Muhammad" userId="6b0af2cb-2f76-400b-94d9-178b55ef4f85" providerId="ADAL" clId="{1706C726-DFFB-4A9A-B0E4-71AC2CEA8273}" dt="2023-02-06T05:28:23.066" v="52"/>
          <ac:spMkLst>
            <pc:docMk/>
            <pc:sldMk cId="0" sldId="288"/>
            <ac:spMk id="430" creationId="{00000000-0000-0000-0000-000000000000}"/>
          </ac:spMkLst>
        </pc:spChg>
      </pc:sldChg>
      <pc:sldChg chg="modSp">
        <pc:chgData name="Asif Muhammad" userId="6b0af2cb-2f76-400b-94d9-178b55ef4f85" providerId="ADAL" clId="{1706C726-DFFB-4A9A-B0E4-71AC2CEA8273}" dt="2023-02-06T05:28:23.066" v="52"/>
        <pc:sldMkLst>
          <pc:docMk/>
          <pc:sldMk cId="0" sldId="289"/>
        </pc:sldMkLst>
        <pc:spChg chg="mod">
          <ac:chgData name="Asif Muhammad" userId="6b0af2cb-2f76-400b-94d9-178b55ef4f85" providerId="ADAL" clId="{1706C726-DFFB-4A9A-B0E4-71AC2CEA8273}" dt="2023-02-06T05:28:23.066" v="52"/>
          <ac:spMkLst>
            <pc:docMk/>
            <pc:sldMk cId="0" sldId="289"/>
            <ac:spMk id="436" creationId="{00000000-0000-0000-0000-000000000000}"/>
          </ac:spMkLst>
        </pc:spChg>
        <pc:spChg chg="mod">
          <ac:chgData name="Asif Muhammad" userId="6b0af2cb-2f76-400b-94d9-178b55ef4f85" providerId="ADAL" clId="{1706C726-DFFB-4A9A-B0E4-71AC2CEA8273}" dt="2023-02-06T05:28:23.066" v="52"/>
          <ac:spMkLst>
            <pc:docMk/>
            <pc:sldMk cId="0" sldId="289"/>
            <ac:spMk id="439" creationId="{00000000-0000-0000-0000-000000000000}"/>
          </ac:spMkLst>
        </pc:spChg>
      </pc:sldChg>
      <pc:sldChg chg="modSp">
        <pc:chgData name="Asif Muhammad" userId="6b0af2cb-2f76-400b-94d9-178b55ef4f85" providerId="ADAL" clId="{1706C726-DFFB-4A9A-B0E4-71AC2CEA8273}" dt="2023-02-06T05:28:23.066" v="52"/>
        <pc:sldMkLst>
          <pc:docMk/>
          <pc:sldMk cId="0" sldId="290"/>
        </pc:sldMkLst>
        <pc:spChg chg="mod">
          <ac:chgData name="Asif Muhammad" userId="6b0af2cb-2f76-400b-94d9-178b55ef4f85" providerId="ADAL" clId="{1706C726-DFFB-4A9A-B0E4-71AC2CEA8273}" dt="2023-02-06T05:28:23.066" v="52"/>
          <ac:spMkLst>
            <pc:docMk/>
            <pc:sldMk cId="0" sldId="290"/>
            <ac:spMk id="445" creationId="{00000000-0000-0000-0000-000000000000}"/>
          </ac:spMkLst>
        </pc:spChg>
        <pc:spChg chg="mod">
          <ac:chgData name="Asif Muhammad" userId="6b0af2cb-2f76-400b-94d9-178b55ef4f85" providerId="ADAL" clId="{1706C726-DFFB-4A9A-B0E4-71AC2CEA8273}" dt="2023-02-06T05:28:23.066" v="52"/>
          <ac:spMkLst>
            <pc:docMk/>
            <pc:sldMk cId="0" sldId="290"/>
            <ac:spMk id="448" creationId="{00000000-0000-0000-0000-000000000000}"/>
          </ac:spMkLst>
        </pc:spChg>
      </pc:sldChg>
      <pc:sldChg chg="modSp">
        <pc:chgData name="Asif Muhammad" userId="6b0af2cb-2f76-400b-94d9-178b55ef4f85" providerId="ADAL" clId="{1706C726-DFFB-4A9A-B0E4-71AC2CEA8273}" dt="2023-02-06T05:28:23.066" v="52"/>
        <pc:sldMkLst>
          <pc:docMk/>
          <pc:sldMk cId="0" sldId="291"/>
        </pc:sldMkLst>
        <pc:spChg chg="mod">
          <ac:chgData name="Asif Muhammad" userId="6b0af2cb-2f76-400b-94d9-178b55ef4f85" providerId="ADAL" clId="{1706C726-DFFB-4A9A-B0E4-71AC2CEA8273}" dt="2023-02-06T05:28:23.066" v="52"/>
          <ac:spMkLst>
            <pc:docMk/>
            <pc:sldMk cId="0" sldId="291"/>
            <ac:spMk id="454" creationId="{00000000-0000-0000-0000-000000000000}"/>
          </ac:spMkLst>
        </pc:spChg>
        <pc:spChg chg="mod">
          <ac:chgData name="Asif Muhammad" userId="6b0af2cb-2f76-400b-94d9-178b55ef4f85" providerId="ADAL" clId="{1706C726-DFFB-4A9A-B0E4-71AC2CEA8273}" dt="2023-02-06T05:28:23.066" v="52"/>
          <ac:spMkLst>
            <pc:docMk/>
            <pc:sldMk cId="0" sldId="291"/>
            <ac:spMk id="457" creationId="{00000000-0000-0000-0000-000000000000}"/>
          </ac:spMkLst>
        </pc:spChg>
      </pc:sldChg>
      <pc:sldChg chg="modSp">
        <pc:chgData name="Asif Muhammad" userId="6b0af2cb-2f76-400b-94d9-178b55ef4f85" providerId="ADAL" clId="{1706C726-DFFB-4A9A-B0E4-71AC2CEA8273}" dt="2023-02-06T05:28:23.066" v="52"/>
        <pc:sldMkLst>
          <pc:docMk/>
          <pc:sldMk cId="0" sldId="292"/>
        </pc:sldMkLst>
        <pc:spChg chg="mod">
          <ac:chgData name="Asif Muhammad" userId="6b0af2cb-2f76-400b-94d9-178b55ef4f85" providerId="ADAL" clId="{1706C726-DFFB-4A9A-B0E4-71AC2CEA8273}" dt="2023-02-06T05:28:23.066" v="52"/>
          <ac:spMkLst>
            <pc:docMk/>
            <pc:sldMk cId="0" sldId="292"/>
            <ac:spMk id="463" creationId="{00000000-0000-0000-0000-000000000000}"/>
          </ac:spMkLst>
        </pc:spChg>
        <pc:spChg chg="mod">
          <ac:chgData name="Asif Muhammad" userId="6b0af2cb-2f76-400b-94d9-178b55ef4f85" providerId="ADAL" clId="{1706C726-DFFB-4A9A-B0E4-71AC2CEA8273}" dt="2023-02-06T05:28:23.066" v="52"/>
          <ac:spMkLst>
            <pc:docMk/>
            <pc:sldMk cId="0" sldId="292"/>
            <ac:spMk id="465" creationId="{00000000-0000-0000-0000-000000000000}"/>
          </ac:spMkLst>
        </pc:spChg>
      </pc:sldChg>
      <pc:sldChg chg="modSp mod">
        <pc:chgData name="Asif Muhammad" userId="6b0af2cb-2f76-400b-94d9-178b55ef4f85" providerId="ADAL" clId="{1706C726-DFFB-4A9A-B0E4-71AC2CEA8273}" dt="2023-02-08T07:05:49.767" v="994" actId="403"/>
        <pc:sldMkLst>
          <pc:docMk/>
          <pc:sldMk cId="0" sldId="293"/>
        </pc:sldMkLst>
        <pc:spChg chg="mod">
          <ac:chgData name="Asif Muhammad" userId="6b0af2cb-2f76-400b-94d9-178b55ef4f85" providerId="ADAL" clId="{1706C726-DFFB-4A9A-B0E4-71AC2CEA8273}" dt="2023-02-06T05:28:23.066" v="52"/>
          <ac:spMkLst>
            <pc:docMk/>
            <pc:sldMk cId="0" sldId="293"/>
            <ac:spMk id="471" creationId="{00000000-0000-0000-0000-000000000000}"/>
          </ac:spMkLst>
        </pc:spChg>
        <pc:spChg chg="mod">
          <ac:chgData name="Asif Muhammad" userId="6b0af2cb-2f76-400b-94d9-178b55ef4f85" providerId="ADAL" clId="{1706C726-DFFB-4A9A-B0E4-71AC2CEA8273}" dt="2023-02-08T07:05:49.767" v="994" actId="403"/>
          <ac:spMkLst>
            <pc:docMk/>
            <pc:sldMk cId="0" sldId="293"/>
            <ac:spMk id="472" creationId="{00000000-0000-0000-0000-000000000000}"/>
          </ac:spMkLst>
        </pc:spChg>
        <pc:spChg chg="mod">
          <ac:chgData name="Asif Muhammad" userId="6b0af2cb-2f76-400b-94d9-178b55ef4f85" providerId="ADAL" clId="{1706C726-DFFB-4A9A-B0E4-71AC2CEA8273}" dt="2023-02-06T05:28:23.066" v="52"/>
          <ac:spMkLst>
            <pc:docMk/>
            <pc:sldMk cId="0" sldId="293"/>
            <ac:spMk id="473" creationId="{00000000-0000-0000-0000-000000000000}"/>
          </ac:spMkLst>
        </pc:spChg>
      </pc:sldChg>
      <pc:sldChg chg="modSp">
        <pc:chgData name="Asif Muhammad" userId="6b0af2cb-2f76-400b-94d9-178b55ef4f85" providerId="ADAL" clId="{1706C726-DFFB-4A9A-B0E4-71AC2CEA8273}" dt="2023-02-06T05:28:23.066" v="52"/>
        <pc:sldMkLst>
          <pc:docMk/>
          <pc:sldMk cId="0" sldId="294"/>
        </pc:sldMkLst>
        <pc:spChg chg="mod">
          <ac:chgData name="Asif Muhammad" userId="6b0af2cb-2f76-400b-94d9-178b55ef4f85" providerId="ADAL" clId="{1706C726-DFFB-4A9A-B0E4-71AC2CEA8273}" dt="2023-02-06T05:28:23.066" v="52"/>
          <ac:spMkLst>
            <pc:docMk/>
            <pc:sldMk cId="0" sldId="294"/>
            <ac:spMk id="479" creationId="{00000000-0000-0000-0000-000000000000}"/>
          </ac:spMkLst>
        </pc:spChg>
        <pc:spChg chg="mod">
          <ac:chgData name="Asif Muhammad" userId="6b0af2cb-2f76-400b-94d9-178b55ef4f85" providerId="ADAL" clId="{1706C726-DFFB-4A9A-B0E4-71AC2CEA8273}" dt="2023-02-06T05:28:23.066" v="52"/>
          <ac:spMkLst>
            <pc:docMk/>
            <pc:sldMk cId="0" sldId="294"/>
            <ac:spMk id="481" creationId="{00000000-0000-0000-0000-000000000000}"/>
          </ac:spMkLst>
        </pc:spChg>
      </pc:sldChg>
      <pc:sldChg chg="modSp mod">
        <pc:chgData name="Asif Muhammad" userId="6b0af2cb-2f76-400b-94d9-178b55ef4f85" providerId="ADAL" clId="{1706C726-DFFB-4A9A-B0E4-71AC2CEA8273}" dt="2023-02-08T07:07:35.938" v="1014" actId="1076"/>
        <pc:sldMkLst>
          <pc:docMk/>
          <pc:sldMk cId="0" sldId="295"/>
        </pc:sldMkLst>
        <pc:spChg chg="mod">
          <ac:chgData name="Asif Muhammad" userId="6b0af2cb-2f76-400b-94d9-178b55ef4f85" providerId="ADAL" clId="{1706C726-DFFB-4A9A-B0E4-71AC2CEA8273}" dt="2023-02-06T05:28:23.066" v="52"/>
          <ac:spMkLst>
            <pc:docMk/>
            <pc:sldMk cId="0" sldId="295"/>
            <ac:spMk id="487" creationId="{00000000-0000-0000-0000-000000000000}"/>
          </ac:spMkLst>
        </pc:spChg>
        <pc:spChg chg="mod">
          <ac:chgData name="Asif Muhammad" userId="6b0af2cb-2f76-400b-94d9-178b55ef4f85" providerId="ADAL" clId="{1706C726-DFFB-4A9A-B0E4-71AC2CEA8273}" dt="2023-02-08T07:07:02.036" v="1013" actId="6549"/>
          <ac:spMkLst>
            <pc:docMk/>
            <pc:sldMk cId="0" sldId="295"/>
            <ac:spMk id="488" creationId="{00000000-0000-0000-0000-000000000000}"/>
          </ac:spMkLst>
        </pc:spChg>
        <pc:spChg chg="mod">
          <ac:chgData name="Asif Muhammad" userId="6b0af2cb-2f76-400b-94d9-178b55ef4f85" providerId="ADAL" clId="{1706C726-DFFB-4A9A-B0E4-71AC2CEA8273}" dt="2023-02-06T05:28:23.066" v="52"/>
          <ac:spMkLst>
            <pc:docMk/>
            <pc:sldMk cId="0" sldId="295"/>
            <ac:spMk id="490" creationId="{00000000-0000-0000-0000-000000000000}"/>
          </ac:spMkLst>
        </pc:spChg>
        <pc:picChg chg="mod">
          <ac:chgData name="Asif Muhammad" userId="6b0af2cb-2f76-400b-94d9-178b55ef4f85" providerId="ADAL" clId="{1706C726-DFFB-4A9A-B0E4-71AC2CEA8273}" dt="2023-02-08T07:07:35.938" v="1014" actId="1076"/>
          <ac:picMkLst>
            <pc:docMk/>
            <pc:sldMk cId="0" sldId="295"/>
            <ac:picMk id="489" creationId="{00000000-0000-0000-0000-000000000000}"/>
          </ac:picMkLst>
        </pc:picChg>
      </pc:sldChg>
      <pc:sldChg chg="modSp mod">
        <pc:chgData name="Asif Muhammad" userId="6b0af2cb-2f76-400b-94d9-178b55ef4f85" providerId="ADAL" clId="{1706C726-DFFB-4A9A-B0E4-71AC2CEA8273}" dt="2023-02-08T07:10:24.111" v="1030" actId="20577"/>
        <pc:sldMkLst>
          <pc:docMk/>
          <pc:sldMk cId="0" sldId="296"/>
        </pc:sldMkLst>
        <pc:spChg chg="mod">
          <ac:chgData name="Asif Muhammad" userId="6b0af2cb-2f76-400b-94d9-178b55ef4f85" providerId="ADAL" clId="{1706C726-DFFB-4A9A-B0E4-71AC2CEA8273}" dt="2023-02-06T05:28:23.066" v="52"/>
          <ac:spMkLst>
            <pc:docMk/>
            <pc:sldMk cId="0" sldId="296"/>
            <ac:spMk id="496" creationId="{00000000-0000-0000-0000-000000000000}"/>
          </ac:spMkLst>
        </pc:spChg>
        <pc:spChg chg="mod">
          <ac:chgData name="Asif Muhammad" userId="6b0af2cb-2f76-400b-94d9-178b55ef4f85" providerId="ADAL" clId="{1706C726-DFFB-4A9A-B0E4-71AC2CEA8273}" dt="2023-02-08T07:10:24.111" v="1030" actId="20577"/>
          <ac:spMkLst>
            <pc:docMk/>
            <pc:sldMk cId="0" sldId="296"/>
            <ac:spMk id="498" creationId="{00000000-0000-0000-0000-000000000000}"/>
          </ac:spMkLst>
        </pc:spChg>
        <pc:spChg chg="mod">
          <ac:chgData name="Asif Muhammad" userId="6b0af2cb-2f76-400b-94d9-178b55ef4f85" providerId="ADAL" clId="{1706C726-DFFB-4A9A-B0E4-71AC2CEA8273}" dt="2023-02-06T05:28:23.066" v="52"/>
          <ac:spMkLst>
            <pc:docMk/>
            <pc:sldMk cId="0" sldId="296"/>
            <ac:spMk id="499" creationId="{00000000-0000-0000-0000-000000000000}"/>
          </ac:spMkLst>
        </pc:spChg>
        <pc:picChg chg="mod">
          <ac:chgData name="Asif Muhammad" userId="6b0af2cb-2f76-400b-94d9-178b55ef4f85" providerId="ADAL" clId="{1706C726-DFFB-4A9A-B0E4-71AC2CEA8273}" dt="2023-02-08T07:10:02.882" v="1026" actId="14100"/>
          <ac:picMkLst>
            <pc:docMk/>
            <pc:sldMk cId="0" sldId="296"/>
            <ac:picMk id="497" creationId="{00000000-0000-0000-0000-000000000000}"/>
          </ac:picMkLst>
        </pc:picChg>
      </pc:sldChg>
      <pc:sldChg chg="modSp mod">
        <pc:chgData name="Asif Muhammad" userId="6b0af2cb-2f76-400b-94d9-178b55ef4f85" providerId="ADAL" clId="{1706C726-DFFB-4A9A-B0E4-71AC2CEA8273}" dt="2023-02-08T07:11:14.588" v="1035" actId="403"/>
        <pc:sldMkLst>
          <pc:docMk/>
          <pc:sldMk cId="0" sldId="297"/>
        </pc:sldMkLst>
        <pc:spChg chg="mod">
          <ac:chgData name="Asif Muhammad" userId="6b0af2cb-2f76-400b-94d9-178b55ef4f85" providerId="ADAL" clId="{1706C726-DFFB-4A9A-B0E4-71AC2CEA8273}" dt="2023-02-06T05:28:23.066" v="52"/>
          <ac:spMkLst>
            <pc:docMk/>
            <pc:sldMk cId="0" sldId="297"/>
            <ac:spMk id="505" creationId="{00000000-0000-0000-0000-000000000000}"/>
          </ac:spMkLst>
        </pc:spChg>
        <pc:spChg chg="mod">
          <ac:chgData name="Asif Muhammad" userId="6b0af2cb-2f76-400b-94d9-178b55ef4f85" providerId="ADAL" clId="{1706C726-DFFB-4A9A-B0E4-71AC2CEA8273}" dt="2023-02-08T07:11:14.588" v="1035" actId="403"/>
          <ac:spMkLst>
            <pc:docMk/>
            <pc:sldMk cId="0" sldId="297"/>
            <ac:spMk id="507" creationId="{00000000-0000-0000-0000-000000000000}"/>
          </ac:spMkLst>
        </pc:spChg>
        <pc:spChg chg="mod">
          <ac:chgData name="Asif Muhammad" userId="6b0af2cb-2f76-400b-94d9-178b55ef4f85" providerId="ADAL" clId="{1706C726-DFFB-4A9A-B0E4-71AC2CEA8273}" dt="2023-02-06T05:28:23.066" v="52"/>
          <ac:spMkLst>
            <pc:docMk/>
            <pc:sldMk cId="0" sldId="297"/>
            <ac:spMk id="508" creationId="{00000000-0000-0000-0000-000000000000}"/>
          </ac:spMkLst>
        </pc:spChg>
        <pc:picChg chg="mod">
          <ac:chgData name="Asif Muhammad" userId="6b0af2cb-2f76-400b-94d9-178b55ef4f85" providerId="ADAL" clId="{1706C726-DFFB-4A9A-B0E4-71AC2CEA8273}" dt="2023-02-08T07:10:58.756" v="1031" actId="14100"/>
          <ac:picMkLst>
            <pc:docMk/>
            <pc:sldMk cId="0" sldId="297"/>
            <ac:picMk id="506" creationId="{00000000-0000-0000-0000-000000000000}"/>
          </ac:picMkLst>
        </pc:picChg>
      </pc:sldChg>
      <pc:sldChg chg="modSp mod">
        <pc:chgData name="Asif Muhammad" userId="6b0af2cb-2f76-400b-94d9-178b55ef4f85" providerId="ADAL" clId="{1706C726-DFFB-4A9A-B0E4-71AC2CEA8273}" dt="2023-02-06T05:28:23.066" v="52"/>
        <pc:sldMkLst>
          <pc:docMk/>
          <pc:sldMk cId="0" sldId="298"/>
        </pc:sldMkLst>
        <pc:spChg chg="mod">
          <ac:chgData name="Asif Muhammad" userId="6b0af2cb-2f76-400b-94d9-178b55ef4f85" providerId="ADAL" clId="{1706C726-DFFB-4A9A-B0E4-71AC2CEA8273}" dt="2023-02-06T05:28:23.066" v="52"/>
          <ac:spMkLst>
            <pc:docMk/>
            <pc:sldMk cId="0" sldId="298"/>
            <ac:spMk id="514" creationId="{00000000-0000-0000-0000-000000000000}"/>
          </ac:spMkLst>
        </pc:spChg>
        <pc:spChg chg="mod">
          <ac:chgData name="Asif Muhammad" userId="6b0af2cb-2f76-400b-94d9-178b55ef4f85" providerId="ADAL" clId="{1706C726-DFFB-4A9A-B0E4-71AC2CEA8273}" dt="2023-02-06T05:28:23.066" v="52"/>
          <ac:spMkLst>
            <pc:docMk/>
            <pc:sldMk cId="0" sldId="298"/>
            <ac:spMk id="517" creationId="{00000000-0000-0000-0000-000000000000}"/>
          </ac:spMkLst>
        </pc:spChg>
        <pc:picChg chg="mod">
          <ac:chgData name="Asif Muhammad" userId="6b0af2cb-2f76-400b-94d9-178b55ef4f85" providerId="ADAL" clId="{1706C726-DFFB-4A9A-B0E4-71AC2CEA8273}" dt="2023-02-06T05:24:02.744" v="40" actId="1076"/>
          <ac:picMkLst>
            <pc:docMk/>
            <pc:sldMk cId="0" sldId="298"/>
            <ac:picMk id="515" creationId="{00000000-0000-0000-0000-000000000000}"/>
          </ac:picMkLst>
        </pc:picChg>
      </pc:sldChg>
      <pc:sldChg chg="modSp mod">
        <pc:chgData name="Asif Muhammad" userId="6b0af2cb-2f76-400b-94d9-178b55ef4f85" providerId="ADAL" clId="{1706C726-DFFB-4A9A-B0E4-71AC2CEA8273}" dt="2023-02-06T05:28:23.066" v="52"/>
        <pc:sldMkLst>
          <pc:docMk/>
          <pc:sldMk cId="0" sldId="299"/>
        </pc:sldMkLst>
        <pc:spChg chg="mod">
          <ac:chgData name="Asif Muhammad" userId="6b0af2cb-2f76-400b-94d9-178b55ef4f85" providerId="ADAL" clId="{1706C726-DFFB-4A9A-B0E4-71AC2CEA8273}" dt="2023-02-06T05:28:23.066" v="52"/>
          <ac:spMkLst>
            <pc:docMk/>
            <pc:sldMk cId="0" sldId="299"/>
            <ac:spMk id="522" creationId="{00000000-0000-0000-0000-000000000000}"/>
          </ac:spMkLst>
        </pc:spChg>
        <pc:spChg chg="mod">
          <ac:chgData name="Asif Muhammad" userId="6b0af2cb-2f76-400b-94d9-178b55ef4f85" providerId="ADAL" clId="{1706C726-DFFB-4A9A-B0E4-71AC2CEA8273}" dt="2023-02-06T05:28:23.066" v="52"/>
          <ac:spMkLst>
            <pc:docMk/>
            <pc:sldMk cId="0" sldId="299"/>
            <ac:spMk id="523" creationId="{00000000-0000-0000-0000-000000000000}"/>
          </ac:spMkLst>
        </pc:spChg>
        <pc:spChg chg="mod">
          <ac:chgData name="Asif Muhammad" userId="6b0af2cb-2f76-400b-94d9-178b55ef4f85" providerId="ADAL" clId="{1706C726-DFFB-4A9A-B0E4-71AC2CEA8273}" dt="2023-02-06T05:28:23.066" v="52"/>
          <ac:spMkLst>
            <pc:docMk/>
            <pc:sldMk cId="0" sldId="299"/>
            <ac:spMk id="524" creationId="{00000000-0000-0000-0000-000000000000}"/>
          </ac:spMkLst>
        </pc:spChg>
      </pc:sldChg>
      <pc:sldChg chg="addSp delSp modSp add mod setBg delDesignElem">
        <pc:chgData name="Asif Muhammad" userId="6b0af2cb-2f76-400b-94d9-178b55ef4f85" providerId="ADAL" clId="{1706C726-DFFB-4A9A-B0E4-71AC2CEA8273}" dt="2023-02-06T06:56:59.107" v="589" actId="20577"/>
        <pc:sldMkLst>
          <pc:docMk/>
          <pc:sldMk cId="3893673633" sldId="300"/>
        </pc:sldMkLst>
        <pc:spChg chg="mod">
          <ac:chgData name="Asif Muhammad" userId="6b0af2cb-2f76-400b-94d9-178b55ef4f85" providerId="ADAL" clId="{1706C726-DFFB-4A9A-B0E4-71AC2CEA8273}" dt="2023-02-06T05:50:13.643" v="497" actId="26606"/>
          <ac:spMkLst>
            <pc:docMk/>
            <pc:sldMk cId="3893673633" sldId="300"/>
            <ac:spMk id="201" creationId="{00000000-0000-0000-0000-000000000000}"/>
          </ac:spMkLst>
        </pc:spChg>
        <pc:spChg chg="mod">
          <ac:chgData name="Asif Muhammad" userId="6b0af2cb-2f76-400b-94d9-178b55ef4f85" providerId="ADAL" clId="{1706C726-DFFB-4A9A-B0E4-71AC2CEA8273}" dt="2023-02-06T05:49:17.047" v="490" actId="26606"/>
          <ac:spMkLst>
            <pc:docMk/>
            <pc:sldMk cId="3893673633" sldId="300"/>
            <ac:spMk id="203" creationId="{00000000-0000-0000-0000-000000000000}"/>
          </ac:spMkLst>
        </pc:spChg>
        <pc:spChg chg="del">
          <ac:chgData name="Asif Muhammad" userId="6b0af2cb-2f76-400b-94d9-178b55ef4f85" providerId="ADAL" clId="{1706C726-DFFB-4A9A-B0E4-71AC2CEA8273}" dt="2023-02-06T05:46:19.352" v="88"/>
          <ac:spMkLst>
            <pc:docMk/>
            <pc:sldMk cId="3893673633" sldId="300"/>
            <ac:spMk id="231" creationId="{100EDD19-6802-4EC3-95CE-CFFAB042CFD6}"/>
          </ac:spMkLst>
        </pc:spChg>
        <pc:spChg chg="del">
          <ac:chgData name="Asif Muhammad" userId="6b0af2cb-2f76-400b-94d9-178b55ef4f85" providerId="ADAL" clId="{1706C726-DFFB-4A9A-B0E4-71AC2CEA8273}" dt="2023-02-06T05:46:19.352" v="88"/>
          <ac:spMkLst>
            <pc:docMk/>
            <pc:sldMk cId="3893673633" sldId="300"/>
            <ac:spMk id="232" creationId="{DB17E863-922E-4C26-BD64-E8FD41D28661}"/>
          </ac:spMkLst>
        </pc:spChg>
        <pc:spChg chg="add del mod">
          <ac:chgData name="Asif Muhammad" userId="6b0af2cb-2f76-400b-94d9-178b55ef4f85" providerId="ADAL" clId="{1706C726-DFFB-4A9A-B0E4-71AC2CEA8273}" dt="2023-02-06T06:56:59.107" v="589" actId="20577"/>
          <ac:spMkLst>
            <pc:docMk/>
            <pc:sldMk cId="3893673633" sldId="300"/>
            <ac:spMk id="233" creationId="{00000000-0000-0000-0000-000000000000}"/>
          </ac:spMkLst>
        </pc:spChg>
        <pc:spChg chg="add">
          <ac:chgData name="Asif Muhammad" userId="6b0af2cb-2f76-400b-94d9-178b55ef4f85" providerId="ADAL" clId="{1706C726-DFFB-4A9A-B0E4-71AC2CEA8273}" dt="2023-02-06T05:50:13.643" v="497" actId="26606"/>
          <ac:spMkLst>
            <pc:docMk/>
            <pc:sldMk cId="3893673633" sldId="300"/>
            <ac:spMk id="236" creationId="{C05CBC3C-2E5A-4839-8B9B-2E5A6ADF0F58}"/>
          </ac:spMkLst>
        </pc:spChg>
        <pc:spChg chg="add del">
          <ac:chgData name="Asif Muhammad" userId="6b0af2cb-2f76-400b-94d9-178b55ef4f85" providerId="ADAL" clId="{1706C726-DFFB-4A9A-B0E4-71AC2CEA8273}" dt="2023-02-06T05:49:12.593" v="488" actId="26606"/>
          <ac:spMkLst>
            <pc:docMk/>
            <pc:sldMk cId="3893673633" sldId="300"/>
            <ac:spMk id="238" creationId="{C05CBC3C-2E5A-4839-8B9B-2E5A6ADF0F58}"/>
          </ac:spMkLst>
        </pc:spChg>
        <pc:spChg chg="add del">
          <ac:chgData name="Asif Muhammad" userId="6b0af2cb-2f76-400b-94d9-178b55ef4f85" providerId="ADAL" clId="{1706C726-DFFB-4A9A-B0E4-71AC2CEA8273}" dt="2023-02-06T05:49:10.650" v="486" actId="26606"/>
          <ac:spMkLst>
            <pc:docMk/>
            <pc:sldMk cId="3893673633" sldId="300"/>
            <ac:spMk id="239" creationId="{D009D6D5-DAC2-4A8B-A17A-E206B9012D09}"/>
          </ac:spMkLst>
        </pc:spChg>
        <pc:spChg chg="add del">
          <ac:chgData name="Asif Muhammad" userId="6b0af2cb-2f76-400b-94d9-178b55ef4f85" providerId="ADAL" clId="{1706C726-DFFB-4A9A-B0E4-71AC2CEA8273}" dt="2023-02-06T05:49:12.593" v="488" actId="26606"/>
          <ac:spMkLst>
            <pc:docMk/>
            <pc:sldMk cId="3893673633" sldId="300"/>
            <ac:spMk id="240" creationId="{827FF362-FC97-4BF5-949B-D4ADFA26E457}"/>
          </ac:spMkLst>
        </pc:spChg>
        <pc:spChg chg="add del">
          <ac:chgData name="Asif Muhammad" userId="6b0af2cb-2f76-400b-94d9-178b55ef4f85" providerId="ADAL" clId="{1706C726-DFFB-4A9A-B0E4-71AC2CEA8273}" dt="2023-02-06T05:49:17.047" v="490" actId="26606"/>
          <ac:spMkLst>
            <pc:docMk/>
            <pc:sldMk cId="3893673633" sldId="300"/>
            <ac:spMk id="241" creationId="{D1EA859B-E555-4109-94F3-6700E046E008}"/>
          </ac:spMkLst>
        </pc:spChg>
        <pc:spChg chg="add del">
          <ac:chgData name="Asif Muhammad" userId="6b0af2cb-2f76-400b-94d9-178b55ef4f85" providerId="ADAL" clId="{1706C726-DFFB-4A9A-B0E4-71AC2CEA8273}" dt="2023-02-06T05:49:17.047" v="490" actId="26606"/>
          <ac:spMkLst>
            <pc:docMk/>
            <pc:sldMk cId="3893673633" sldId="300"/>
            <ac:spMk id="242" creationId="{04812C46-200A-4DEB-A05E-3ED6C68C2387}"/>
          </ac:spMkLst>
        </pc:spChg>
        <pc:spChg chg="add">
          <ac:chgData name="Asif Muhammad" userId="6b0af2cb-2f76-400b-94d9-178b55ef4f85" providerId="ADAL" clId="{1706C726-DFFB-4A9A-B0E4-71AC2CEA8273}" dt="2023-02-06T05:50:13.643" v="497" actId="26606"/>
          <ac:spMkLst>
            <pc:docMk/>
            <pc:sldMk cId="3893673633" sldId="300"/>
            <ac:spMk id="244" creationId="{827FF362-FC97-4BF5-949B-D4ADFA26E457}"/>
          </ac:spMkLst>
        </pc:spChg>
        <pc:spChg chg="add del">
          <ac:chgData name="Asif Muhammad" userId="6b0af2cb-2f76-400b-94d9-178b55ef4f85" providerId="ADAL" clId="{1706C726-DFFB-4A9A-B0E4-71AC2CEA8273}" dt="2023-02-06T05:49:25.034" v="492" actId="26606"/>
          <ac:spMkLst>
            <pc:docMk/>
            <pc:sldMk cId="3893673633" sldId="300"/>
            <ac:spMk id="245" creationId="{743AA782-23D1-4521-8CAD-47662984AA08}"/>
          </ac:spMkLst>
        </pc:spChg>
        <pc:spChg chg="add del">
          <ac:chgData name="Asif Muhammad" userId="6b0af2cb-2f76-400b-94d9-178b55ef4f85" providerId="ADAL" clId="{1706C726-DFFB-4A9A-B0E4-71AC2CEA8273}" dt="2023-02-06T05:49:25.034" v="492" actId="26606"/>
          <ac:spMkLst>
            <pc:docMk/>
            <pc:sldMk cId="3893673633" sldId="300"/>
            <ac:spMk id="246" creationId="{650D18FE-0824-4A46-B22C-A86B52E5780A}"/>
          </ac:spMkLst>
        </pc:spChg>
        <pc:graphicFrameChg chg="add del">
          <ac:chgData name="Asif Muhammad" userId="6b0af2cb-2f76-400b-94d9-178b55ef4f85" providerId="ADAL" clId="{1706C726-DFFB-4A9A-B0E4-71AC2CEA8273}" dt="2023-02-06T05:49:33.618" v="494" actId="26606"/>
          <ac:graphicFrameMkLst>
            <pc:docMk/>
            <pc:sldMk cId="3893673633" sldId="300"/>
            <ac:graphicFrameMk id="248" creationId="{49EF31C5-4761-6619-FF05-799F7902FC75}"/>
          </ac:graphicFrameMkLst>
        </pc:graphicFrameChg>
        <pc:graphicFrameChg chg="add del">
          <ac:chgData name="Asif Muhammad" userId="6b0af2cb-2f76-400b-94d9-178b55ef4f85" providerId="ADAL" clId="{1706C726-DFFB-4A9A-B0E4-71AC2CEA8273}" dt="2023-02-06T05:49:52.528" v="496" actId="26606"/>
          <ac:graphicFrameMkLst>
            <pc:docMk/>
            <pc:sldMk cId="3893673633" sldId="300"/>
            <ac:graphicFrameMk id="250" creationId="{8FE20EB0-3E58-59AB-59EB-C49445E7AB9A}"/>
          </ac:graphicFrameMkLst>
        </pc:graphicFrameChg>
        <pc:picChg chg="add del">
          <ac:chgData name="Asif Muhammad" userId="6b0af2cb-2f76-400b-94d9-178b55ef4f85" providerId="ADAL" clId="{1706C726-DFFB-4A9A-B0E4-71AC2CEA8273}" dt="2023-02-06T05:49:10.650" v="486" actId="26606"/>
          <ac:picMkLst>
            <pc:docMk/>
            <pc:sldMk cId="3893673633" sldId="300"/>
            <ac:picMk id="235" creationId="{3C155F56-FFF5-38E2-5ED7-AEDBE8808CC3}"/>
          </ac:picMkLst>
        </pc:picChg>
        <pc:picChg chg="add del">
          <ac:chgData name="Asif Muhammad" userId="6b0af2cb-2f76-400b-94d9-178b55ef4f85" providerId="ADAL" clId="{1706C726-DFFB-4A9A-B0E4-71AC2CEA8273}" dt="2023-02-06T05:49:25.034" v="492" actId="26606"/>
          <ac:picMkLst>
            <pc:docMk/>
            <pc:sldMk cId="3893673633" sldId="300"/>
            <ac:picMk id="237" creationId="{72ACEC4C-66EB-CCA2-3896-D8F07EF8F71C}"/>
          </ac:picMkLst>
        </pc:picChg>
        <pc:picChg chg="add del">
          <ac:chgData name="Asif Muhammad" userId="6b0af2cb-2f76-400b-94d9-178b55ef4f85" providerId="ADAL" clId="{1706C726-DFFB-4A9A-B0E4-71AC2CEA8273}" dt="2023-02-06T05:49:17.047" v="490" actId="26606"/>
          <ac:picMkLst>
            <pc:docMk/>
            <pc:sldMk cId="3893673633" sldId="300"/>
            <ac:picMk id="243" creationId="{24252183-F578-5824-FC03-69B48E40D5FE}"/>
          </ac:picMkLst>
        </pc:picChg>
      </pc:sldChg>
      <pc:sldMasterChg chg="delSldLayout">
        <pc:chgData name="Asif Muhammad" userId="6b0af2cb-2f76-400b-94d9-178b55ef4f85" providerId="ADAL" clId="{1706C726-DFFB-4A9A-B0E4-71AC2CEA8273}" dt="2023-02-06T05:14:15.929" v="0" actId="47"/>
        <pc:sldMasterMkLst>
          <pc:docMk/>
          <pc:sldMasterMk cId="0" sldId="2147483648"/>
        </pc:sldMasterMkLst>
        <pc:sldLayoutChg chg="del">
          <pc:chgData name="Asif Muhammad" userId="6b0af2cb-2f76-400b-94d9-178b55ef4f85" providerId="ADAL" clId="{1706C726-DFFB-4A9A-B0E4-71AC2CEA8273}" dt="2023-02-06T05:14:15.929" v="0" actId="47"/>
          <pc:sldLayoutMkLst>
            <pc:docMk/>
            <pc:sldMasterMk cId="0" sldId="2147483648"/>
            <pc:sldLayoutMk cId="0" sldId="2147483649"/>
          </pc:sldLayoutMkLst>
        </pc:sldLayoutChg>
      </pc:sldMasterChg>
      <pc:sldMasterChg chg="modSldLayout">
        <pc:chgData name="Asif Muhammad" userId="6b0af2cb-2f76-400b-94d9-178b55ef4f85" providerId="ADAL" clId="{1706C726-DFFB-4A9A-B0E4-71AC2CEA8273}" dt="2023-02-06T05:15:39.185" v="2"/>
        <pc:sldMasterMkLst>
          <pc:docMk/>
          <pc:sldMasterMk cId="2282874821" sldId="2147483667"/>
        </pc:sldMasterMkLst>
        <pc:sldLayoutChg chg="delSp">
          <pc:chgData name="Asif Muhammad" userId="6b0af2cb-2f76-400b-94d9-178b55ef4f85" providerId="ADAL" clId="{1706C726-DFFB-4A9A-B0E4-71AC2CEA8273}" dt="2023-02-06T05:15:39.185" v="2"/>
          <pc:sldLayoutMkLst>
            <pc:docMk/>
            <pc:sldMasterMk cId="2282874821" sldId="2147483667"/>
            <pc:sldLayoutMk cId="127669199" sldId="2147483679"/>
          </pc:sldLayoutMkLst>
          <pc:picChg chg="del">
            <ac:chgData name="Asif Muhammad" userId="6b0af2cb-2f76-400b-94d9-178b55ef4f85" providerId="ADAL" clId="{1706C726-DFFB-4A9A-B0E4-71AC2CEA8273}" dt="2023-02-06T05:15:39.185" v="2"/>
            <ac:picMkLst>
              <pc:docMk/>
              <pc:sldMasterMk cId="2282874821" sldId="2147483667"/>
              <pc:sldLayoutMk cId="127669199" sldId="2147483679"/>
              <ac:picMk id="33" creationId="{00000000-0000-0000-0000-000000000000}"/>
            </ac:picMkLst>
          </pc:picChg>
          <pc:picChg chg="del">
            <ac:chgData name="Asif Muhammad" userId="6b0af2cb-2f76-400b-94d9-178b55ef4f85" providerId="ADAL" clId="{1706C726-DFFB-4A9A-B0E4-71AC2CEA8273}" dt="2023-02-06T05:15:39.185" v="2"/>
            <ac:picMkLst>
              <pc:docMk/>
              <pc:sldMasterMk cId="2282874821" sldId="2147483667"/>
              <pc:sldLayoutMk cId="127669199" sldId="2147483679"/>
              <ac:picMk id="34" creationId="{00000000-0000-0000-0000-000000000000}"/>
            </ac:picMkLst>
          </pc:picChg>
          <pc:picChg chg="del">
            <ac:chgData name="Asif Muhammad" userId="6b0af2cb-2f76-400b-94d9-178b55ef4f85" providerId="ADAL" clId="{1706C726-DFFB-4A9A-B0E4-71AC2CEA8273}" dt="2023-02-06T05:15:39.185" v="2"/>
            <ac:picMkLst>
              <pc:docMk/>
              <pc:sldMasterMk cId="2282874821" sldId="2147483667"/>
              <pc:sldLayoutMk cId="127669199" sldId="2147483679"/>
              <ac:picMk id="35" creationId="{00000000-0000-0000-0000-000000000000}"/>
            </ac:picMkLst>
          </pc:picChg>
        </pc:sldLayoutChg>
        <pc:sldLayoutChg chg="delSp">
          <pc:chgData name="Asif Muhammad" userId="6b0af2cb-2f76-400b-94d9-178b55ef4f85" providerId="ADAL" clId="{1706C726-DFFB-4A9A-B0E4-71AC2CEA8273}" dt="2023-02-06T05:15:39.185" v="2"/>
          <pc:sldLayoutMkLst>
            <pc:docMk/>
            <pc:sldMasterMk cId="2282874821" sldId="2147483667"/>
            <pc:sldLayoutMk cId="3860208679" sldId="2147483680"/>
          </pc:sldLayoutMkLst>
          <pc:cxnChg chg="del">
            <ac:chgData name="Asif Muhammad" userId="6b0af2cb-2f76-400b-94d9-178b55ef4f85" providerId="ADAL" clId="{1706C726-DFFB-4A9A-B0E4-71AC2CEA8273}" dt="2023-02-06T05:15:39.185" v="2"/>
            <ac:cxnSpMkLst>
              <pc:docMk/>
              <pc:sldMasterMk cId="2282874821" sldId="2147483667"/>
              <pc:sldLayoutMk cId="3860208679" sldId="2147483680"/>
              <ac:cxnSpMk id="67" creationId="{00000000-0000-0000-0000-000000000000}"/>
            </ac:cxnSpMkLst>
          </pc:cxn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39bfea5701_0_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g139bfea5701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0080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58bda26af7_1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58bda26af7_1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g158bda26af7_1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07439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58bda26af7_1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58bda26af7_1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g158bda26af7_1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58bda26af7_1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58bda26af7_1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g158bda26af7_1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225637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58bda26af7_1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58bda26af7_1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g158bda26af7_1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698168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158bda26af7_1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58bda26af7_1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g158bda26af7_1_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158bda26af7_1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158bda26af7_1_5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g158bda26af7_1_5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58bda26af7_1_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158bda26af7_1_5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g158bda26af7_1_5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58bda26af7_1_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58bda26af7_1_6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g158bda26af7_1_6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58bda26af7_1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158bda26af7_1_8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g158bda26af7_1_8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158bda26af7_1_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158bda26af7_1_10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g158bda26af7_1_10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158bda26af7_1_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158bda26af7_1_1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g158bda26af7_1_11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158bda26af7_1_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158bda26af7_1_1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g158bda26af7_1_1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158bda26af7_1_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158bda26af7_1_1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158bda26af7_1_1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148F0-EE9E-6162-3252-BCD80176EC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3501CCE-A6F3-734B-B89E-1DACA74782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7FECCB0-5DCD-0491-D5BF-9C55A1E0551E}"/>
              </a:ext>
            </a:extLst>
          </p:cNvPr>
          <p:cNvSpPr>
            <a:spLocks noGrp="1"/>
          </p:cNvSpPr>
          <p:nvPr>
            <p:ph type="dt" sz="half" idx="10"/>
          </p:nvPr>
        </p:nvSpPr>
        <p:spPr/>
        <p:txBody>
          <a:bodyPr/>
          <a:lstStyle/>
          <a:p>
            <a:fld id="{BC9660D1-6EED-4FDD-9AA4-DAE5B45053D7}" type="datetimeFigureOut">
              <a:rPr lang="en-GB" smtClean="0"/>
              <a:t>18/08/2025</a:t>
            </a:fld>
            <a:endParaRPr lang="en-GB"/>
          </a:p>
        </p:txBody>
      </p:sp>
      <p:sp>
        <p:nvSpPr>
          <p:cNvPr id="5" name="Footer Placeholder 4">
            <a:extLst>
              <a:ext uri="{FF2B5EF4-FFF2-40B4-BE49-F238E27FC236}">
                <a16:creationId xmlns:a16="http://schemas.microsoft.com/office/drawing/2014/main" id="{DBAEABA7-53D4-CE33-6A31-B2F3A210A9F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AF4DDD-55C5-386B-0662-2B18BD82612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9165516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E0FCF-54AB-50E9-64D8-BD9BD64DB4B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A4B5170-EFDC-4EE0-37C9-A480F72C92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6173BFA-9A64-0286-EC92-EC4B41E4D6C0}"/>
              </a:ext>
            </a:extLst>
          </p:cNvPr>
          <p:cNvSpPr>
            <a:spLocks noGrp="1"/>
          </p:cNvSpPr>
          <p:nvPr>
            <p:ph type="dt" sz="half" idx="10"/>
          </p:nvPr>
        </p:nvSpPr>
        <p:spPr/>
        <p:txBody>
          <a:bodyPr/>
          <a:lstStyle/>
          <a:p>
            <a:fld id="{BC9660D1-6EED-4FDD-9AA4-DAE5B45053D7}" type="datetimeFigureOut">
              <a:rPr lang="en-GB" smtClean="0"/>
              <a:t>18/08/2025</a:t>
            </a:fld>
            <a:endParaRPr lang="en-GB"/>
          </a:p>
        </p:txBody>
      </p:sp>
      <p:sp>
        <p:nvSpPr>
          <p:cNvPr id="5" name="Footer Placeholder 4">
            <a:extLst>
              <a:ext uri="{FF2B5EF4-FFF2-40B4-BE49-F238E27FC236}">
                <a16:creationId xmlns:a16="http://schemas.microsoft.com/office/drawing/2014/main" id="{CE8DD8DA-6DE0-765B-B2DB-DF40AF6D4D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045C949-3811-8C9F-402E-F36A4CE876B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70118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3E95E-9D80-ED3D-20CC-637127411E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98187C4-A62A-029C-8C43-F07191E7DF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7E897F-0853-B297-9B25-7FCBF465AC33}"/>
              </a:ext>
            </a:extLst>
          </p:cNvPr>
          <p:cNvSpPr>
            <a:spLocks noGrp="1"/>
          </p:cNvSpPr>
          <p:nvPr>
            <p:ph type="dt" sz="half" idx="10"/>
          </p:nvPr>
        </p:nvSpPr>
        <p:spPr/>
        <p:txBody>
          <a:bodyPr/>
          <a:lstStyle/>
          <a:p>
            <a:fld id="{BC9660D1-6EED-4FDD-9AA4-DAE5B45053D7}" type="datetimeFigureOut">
              <a:rPr lang="en-GB" smtClean="0"/>
              <a:t>18/08/2025</a:t>
            </a:fld>
            <a:endParaRPr lang="en-GB"/>
          </a:p>
        </p:txBody>
      </p:sp>
      <p:sp>
        <p:nvSpPr>
          <p:cNvPr id="5" name="Footer Placeholder 4">
            <a:extLst>
              <a:ext uri="{FF2B5EF4-FFF2-40B4-BE49-F238E27FC236}">
                <a16:creationId xmlns:a16="http://schemas.microsoft.com/office/drawing/2014/main" id="{73EE54DC-3FD4-2D2D-47E8-923D75D3AA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7308CF-124C-2AA0-939D-250BE5C9E34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0574354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9DBB1-43BD-00CB-DF59-3978D39A494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7A4E7AC-A8A4-AA22-6EEF-22F20A2506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CFDDA2B-7099-59A6-07EB-886B37AB60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9FC0632-1C92-3E12-618C-A50C978D4F24}"/>
              </a:ext>
            </a:extLst>
          </p:cNvPr>
          <p:cNvSpPr>
            <a:spLocks noGrp="1"/>
          </p:cNvSpPr>
          <p:nvPr>
            <p:ph type="dt" sz="half" idx="10"/>
          </p:nvPr>
        </p:nvSpPr>
        <p:spPr/>
        <p:txBody>
          <a:bodyPr/>
          <a:lstStyle/>
          <a:p>
            <a:fld id="{BC9660D1-6EED-4FDD-9AA4-DAE5B45053D7}" type="datetimeFigureOut">
              <a:rPr lang="en-GB" smtClean="0"/>
              <a:t>18/08/2025</a:t>
            </a:fld>
            <a:endParaRPr lang="en-GB"/>
          </a:p>
        </p:txBody>
      </p:sp>
      <p:sp>
        <p:nvSpPr>
          <p:cNvPr id="6" name="Footer Placeholder 5">
            <a:extLst>
              <a:ext uri="{FF2B5EF4-FFF2-40B4-BE49-F238E27FC236}">
                <a16:creationId xmlns:a16="http://schemas.microsoft.com/office/drawing/2014/main" id="{49470102-7D9D-6D80-C951-28D19D0CAD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4C42C6D-0330-F627-5B6D-108D2F42934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43411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5CA26-CADD-233D-FE28-1379F3729CB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79FB3E4-1067-6EBD-E10E-799C1C1C71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67317C-0AB2-9501-465C-10BEBC0FF2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72928FE-74C6-F1CE-549D-E1650579BB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BE4775-DB38-6CB2-EF4C-1F97803209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7B7A286-476D-ADEF-E8DA-20823677A6D1}"/>
              </a:ext>
            </a:extLst>
          </p:cNvPr>
          <p:cNvSpPr>
            <a:spLocks noGrp="1"/>
          </p:cNvSpPr>
          <p:nvPr>
            <p:ph type="dt" sz="half" idx="10"/>
          </p:nvPr>
        </p:nvSpPr>
        <p:spPr/>
        <p:txBody>
          <a:bodyPr/>
          <a:lstStyle/>
          <a:p>
            <a:fld id="{BC9660D1-6EED-4FDD-9AA4-DAE5B45053D7}" type="datetimeFigureOut">
              <a:rPr lang="en-GB" smtClean="0"/>
              <a:t>18/08/2025</a:t>
            </a:fld>
            <a:endParaRPr lang="en-GB"/>
          </a:p>
        </p:txBody>
      </p:sp>
      <p:sp>
        <p:nvSpPr>
          <p:cNvPr id="8" name="Footer Placeholder 7">
            <a:extLst>
              <a:ext uri="{FF2B5EF4-FFF2-40B4-BE49-F238E27FC236}">
                <a16:creationId xmlns:a16="http://schemas.microsoft.com/office/drawing/2014/main" id="{9605CAA6-5CBC-67E0-4F42-A2F90B5B394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AD2929F-C19F-7F45-DCDA-93E8A97CC69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19898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FB6D5-82FA-2D0E-320D-58460D4887D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96574DD-A6FC-A374-5A9A-F1A57E8F2AED}"/>
              </a:ext>
            </a:extLst>
          </p:cNvPr>
          <p:cNvSpPr>
            <a:spLocks noGrp="1"/>
          </p:cNvSpPr>
          <p:nvPr>
            <p:ph type="dt" sz="half" idx="10"/>
          </p:nvPr>
        </p:nvSpPr>
        <p:spPr/>
        <p:txBody>
          <a:bodyPr/>
          <a:lstStyle/>
          <a:p>
            <a:fld id="{BC9660D1-6EED-4FDD-9AA4-DAE5B45053D7}" type="datetimeFigureOut">
              <a:rPr lang="en-GB" smtClean="0"/>
              <a:t>18/08/2025</a:t>
            </a:fld>
            <a:endParaRPr lang="en-GB"/>
          </a:p>
        </p:txBody>
      </p:sp>
      <p:sp>
        <p:nvSpPr>
          <p:cNvPr id="4" name="Footer Placeholder 3">
            <a:extLst>
              <a:ext uri="{FF2B5EF4-FFF2-40B4-BE49-F238E27FC236}">
                <a16:creationId xmlns:a16="http://schemas.microsoft.com/office/drawing/2014/main" id="{843E58AE-66F1-5D9F-929C-78E5E191048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6BC1CEC-5DD1-EA16-787C-0B3563C3930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3998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994DD2-3215-8421-1788-E57AB6648908}"/>
              </a:ext>
            </a:extLst>
          </p:cNvPr>
          <p:cNvSpPr>
            <a:spLocks noGrp="1"/>
          </p:cNvSpPr>
          <p:nvPr>
            <p:ph type="dt" sz="half" idx="10"/>
          </p:nvPr>
        </p:nvSpPr>
        <p:spPr/>
        <p:txBody>
          <a:bodyPr/>
          <a:lstStyle/>
          <a:p>
            <a:fld id="{BC9660D1-6EED-4FDD-9AA4-DAE5B45053D7}" type="datetimeFigureOut">
              <a:rPr lang="en-GB" smtClean="0"/>
              <a:t>18/08/2025</a:t>
            </a:fld>
            <a:endParaRPr lang="en-GB"/>
          </a:p>
        </p:txBody>
      </p:sp>
      <p:sp>
        <p:nvSpPr>
          <p:cNvPr id="3" name="Footer Placeholder 2">
            <a:extLst>
              <a:ext uri="{FF2B5EF4-FFF2-40B4-BE49-F238E27FC236}">
                <a16:creationId xmlns:a16="http://schemas.microsoft.com/office/drawing/2014/main" id="{6F1D7BDE-524A-8892-ECA5-B5F5652C885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4C63D56-E808-B0C5-F076-F90E17A9578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13521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A7A2B-BF27-B127-7A94-B00E22661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72B0A03-BFB2-71F8-B69F-E16DD3E6A8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0A21224-6113-71D0-E361-66480B82B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85D332-6E8C-AFD4-1592-1A2D2C25406D}"/>
              </a:ext>
            </a:extLst>
          </p:cNvPr>
          <p:cNvSpPr>
            <a:spLocks noGrp="1"/>
          </p:cNvSpPr>
          <p:nvPr>
            <p:ph type="dt" sz="half" idx="10"/>
          </p:nvPr>
        </p:nvSpPr>
        <p:spPr/>
        <p:txBody>
          <a:bodyPr/>
          <a:lstStyle/>
          <a:p>
            <a:fld id="{BC9660D1-6EED-4FDD-9AA4-DAE5B45053D7}" type="datetimeFigureOut">
              <a:rPr lang="en-GB" smtClean="0"/>
              <a:t>18/08/2025</a:t>
            </a:fld>
            <a:endParaRPr lang="en-GB"/>
          </a:p>
        </p:txBody>
      </p:sp>
      <p:sp>
        <p:nvSpPr>
          <p:cNvPr id="6" name="Footer Placeholder 5">
            <a:extLst>
              <a:ext uri="{FF2B5EF4-FFF2-40B4-BE49-F238E27FC236}">
                <a16:creationId xmlns:a16="http://schemas.microsoft.com/office/drawing/2014/main" id="{6CD544EB-8623-1F68-BEAB-406FCF9CA0D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7C0CDE5-F8E8-8904-F208-04B1383559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20107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B1782-792D-6740-457D-95A810CD5C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1B9CFCE-90B5-F3D7-EA51-9FFCBE1760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100A5A8-FAF8-B749-0319-E0CB636273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E8EEE6-F635-50FF-A921-4ACFC09E4BED}"/>
              </a:ext>
            </a:extLst>
          </p:cNvPr>
          <p:cNvSpPr>
            <a:spLocks noGrp="1"/>
          </p:cNvSpPr>
          <p:nvPr>
            <p:ph type="dt" sz="half" idx="10"/>
          </p:nvPr>
        </p:nvSpPr>
        <p:spPr/>
        <p:txBody>
          <a:bodyPr/>
          <a:lstStyle/>
          <a:p>
            <a:fld id="{BC9660D1-6EED-4FDD-9AA4-DAE5B45053D7}" type="datetimeFigureOut">
              <a:rPr lang="en-GB" smtClean="0"/>
              <a:t>18/08/2025</a:t>
            </a:fld>
            <a:endParaRPr lang="en-GB"/>
          </a:p>
        </p:txBody>
      </p:sp>
      <p:sp>
        <p:nvSpPr>
          <p:cNvPr id="6" name="Footer Placeholder 5">
            <a:extLst>
              <a:ext uri="{FF2B5EF4-FFF2-40B4-BE49-F238E27FC236}">
                <a16:creationId xmlns:a16="http://schemas.microsoft.com/office/drawing/2014/main" id="{A4BF3018-CFEA-E547-B44F-419B4FEA720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41C65A5-BBD6-4517-1990-6F03A7EC163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7488515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68C78-73D7-D1E5-DCDF-7E5ED87F3B6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0F13E85-28DE-6570-B7E3-2E4578643E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669916-0755-69BB-B8AF-B035484362BE}"/>
              </a:ext>
            </a:extLst>
          </p:cNvPr>
          <p:cNvSpPr>
            <a:spLocks noGrp="1"/>
          </p:cNvSpPr>
          <p:nvPr>
            <p:ph type="dt" sz="half" idx="10"/>
          </p:nvPr>
        </p:nvSpPr>
        <p:spPr/>
        <p:txBody>
          <a:bodyPr/>
          <a:lstStyle/>
          <a:p>
            <a:fld id="{BC9660D1-6EED-4FDD-9AA4-DAE5B45053D7}" type="datetimeFigureOut">
              <a:rPr lang="en-GB" smtClean="0"/>
              <a:t>18/08/2025</a:t>
            </a:fld>
            <a:endParaRPr lang="en-GB"/>
          </a:p>
        </p:txBody>
      </p:sp>
      <p:sp>
        <p:nvSpPr>
          <p:cNvPr id="5" name="Footer Placeholder 4">
            <a:extLst>
              <a:ext uri="{FF2B5EF4-FFF2-40B4-BE49-F238E27FC236}">
                <a16:creationId xmlns:a16="http://schemas.microsoft.com/office/drawing/2014/main" id="{71BC88E9-F7CF-0936-814B-59BC7D8C645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884F43-E062-54D2-2EF7-CE1D0C0DEA2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26084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0D0E5D-8D6B-522A-18FC-502280A3FD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7197343-BF67-45B0-9422-B65F9FC7EB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00438D-087E-8926-B9F4-B32B8EF20603}"/>
              </a:ext>
            </a:extLst>
          </p:cNvPr>
          <p:cNvSpPr>
            <a:spLocks noGrp="1"/>
          </p:cNvSpPr>
          <p:nvPr>
            <p:ph type="dt" sz="half" idx="10"/>
          </p:nvPr>
        </p:nvSpPr>
        <p:spPr/>
        <p:txBody>
          <a:bodyPr/>
          <a:lstStyle/>
          <a:p>
            <a:fld id="{BC9660D1-6EED-4FDD-9AA4-DAE5B45053D7}" type="datetimeFigureOut">
              <a:rPr lang="en-GB" smtClean="0"/>
              <a:t>18/08/2025</a:t>
            </a:fld>
            <a:endParaRPr lang="en-GB"/>
          </a:p>
        </p:txBody>
      </p:sp>
      <p:sp>
        <p:nvSpPr>
          <p:cNvPr id="5" name="Footer Placeholder 4">
            <a:extLst>
              <a:ext uri="{FF2B5EF4-FFF2-40B4-BE49-F238E27FC236}">
                <a16:creationId xmlns:a16="http://schemas.microsoft.com/office/drawing/2014/main" id="{74936F7F-0166-EEAE-D9FC-447041BF01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488791-D146-A112-2DF3-4262BD796B9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019572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ection Separator - Major">
  <p:cSld name="Section Separator - Major">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21"/>
          <p:cNvSpPr txBox="1">
            <a:spLocks noGrp="1"/>
          </p:cNvSpPr>
          <p:nvPr>
            <p:ph type="ctrTitle"/>
          </p:nvPr>
        </p:nvSpPr>
        <p:spPr>
          <a:xfrm>
            <a:off x="1097280" y="1645920"/>
            <a:ext cx="10058400" cy="356616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rgbClr val="FFFFFF"/>
              </a:buClr>
              <a:buSzPts val="6000"/>
              <a:buFont typeface="Arial"/>
              <a:buNone/>
              <a:defRPr sz="6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1"/>
          <p:cNvSpPr txBox="1">
            <a:spLocks noGrp="1"/>
          </p:cNvSpPr>
          <p:nvPr>
            <p:ph type="ftr" idx="11"/>
          </p:nvPr>
        </p:nvSpPr>
        <p:spPr>
          <a:xfrm>
            <a:off x="4038600" y="10404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dk1"/>
                </a:solidFill>
                <a:latin typeface="Arial"/>
                <a:ea typeface="Arial"/>
                <a:cs typeface="Arial"/>
                <a:sym typeface="Arial"/>
              </a:defRPr>
            </a:lvl1pPr>
            <a:lvl2pPr marL="0" lvl="1" indent="0" algn="r">
              <a:spcBef>
                <a:spcPts val="0"/>
              </a:spcBef>
              <a:buNone/>
              <a:defRPr sz="1000" b="0" i="0" u="none" strike="noStrike" cap="none">
                <a:solidFill>
                  <a:schemeClr val="dk1"/>
                </a:solidFill>
                <a:latin typeface="Arial"/>
                <a:ea typeface="Arial"/>
                <a:cs typeface="Arial"/>
                <a:sym typeface="Arial"/>
              </a:defRPr>
            </a:lvl2pPr>
            <a:lvl3pPr marL="0" lvl="2" indent="0" algn="r">
              <a:spcBef>
                <a:spcPts val="0"/>
              </a:spcBef>
              <a:buNone/>
              <a:defRPr sz="1000" b="0" i="0" u="none" strike="noStrike" cap="none">
                <a:solidFill>
                  <a:schemeClr val="dk1"/>
                </a:solidFill>
                <a:latin typeface="Arial"/>
                <a:ea typeface="Arial"/>
                <a:cs typeface="Arial"/>
                <a:sym typeface="Arial"/>
              </a:defRPr>
            </a:lvl3pPr>
            <a:lvl4pPr marL="0" lvl="3" indent="0" algn="r">
              <a:spcBef>
                <a:spcPts val="0"/>
              </a:spcBef>
              <a:buNone/>
              <a:defRPr sz="1000" b="0" i="0" u="none" strike="noStrike" cap="none">
                <a:solidFill>
                  <a:schemeClr val="dk1"/>
                </a:solidFill>
                <a:latin typeface="Arial"/>
                <a:ea typeface="Arial"/>
                <a:cs typeface="Arial"/>
                <a:sym typeface="Arial"/>
              </a:defRPr>
            </a:lvl4pPr>
            <a:lvl5pPr marL="0" lvl="4" indent="0" algn="r">
              <a:spcBef>
                <a:spcPts val="0"/>
              </a:spcBef>
              <a:buNone/>
              <a:defRPr sz="1000" b="0" i="0" u="none" strike="noStrike" cap="none">
                <a:solidFill>
                  <a:schemeClr val="dk1"/>
                </a:solidFill>
                <a:latin typeface="Arial"/>
                <a:ea typeface="Arial"/>
                <a:cs typeface="Arial"/>
                <a:sym typeface="Arial"/>
              </a:defRPr>
            </a:lvl5pPr>
            <a:lvl6pPr marL="0" lvl="5" indent="0" algn="r">
              <a:spcBef>
                <a:spcPts val="0"/>
              </a:spcBef>
              <a:buNone/>
              <a:defRPr sz="1000" b="0" i="0" u="none" strike="noStrike" cap="none">
                <a:solidFill>
                  <a:schemeClr val="dk1"/>
                </a:solidFill>
                <a:latin typeface="Arial"/>
                <a:ea typeface="Arial"/>
                <a:cs typeface="Arial"/>
                <a:sym typeface="Arial"/>
              </a:defRPr>
            </a:lvl6pPr>
            <a:lvl7pPr marL="0" lvl="6" indent="0" algn="r">
              <a:spcBef>
                <a:spcPts val="0"/>
              </a:spcBef>
              <a:buNone/>
              <a:defRPr sz="1000" b="0" i="0" u="none" strike="noStrike" cap="none">
                <a:solidFill>
                  <a:schemeClr val="dk1"/>
                </a:solidFill>
                <a:latin typeface="Arial"/>
                <a:ea typeface="Arial"/>
                <a:cs typeface="Arial"/>
                <a:sym typeface="Arial"/>
              </a:defRPr>
            </a:lvl7pPr>
            <a:lvl8pPr marL="0" lvl="7" indent="0" algn="r">
              <a:spcBef>
                <a:spcPts val="0"/>
              </a:spcBef>
              <a:buNone/>
              <a:defRPr sz="1000" b="0" i="0" u="none" strike="noStrike" cap="none">
                <a:solidFill>
                  <a:schemeClr val="dk1"/>
                </a:solidFill>
                <a:latin typeface="Arial"/>
                <a:ea typeface="Arial"/>
                <a:cs typeface="Arial"/>
                <a:sym typeface="Arial"/>
              </a:defRPr>
            </a:lvl8pPr>
            <a:lvl9pPr marL="0" lvl="8" indent="0" algn="r">
              <a:spcBef>
                <a:spcPts val="0"/>
              </a:spcBef>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82191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C9660D1-6EED-4FDD-9AA4-DAE5B45053D7}" type="datetimeFigureOut">
              <a:rPr lang="en-GB" smtClean="0"/>
              <a:t>18/08/2025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128017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C9660D1-6EED-4FDD-9AA4-DAE5B45053D7}" type="datetimeFigureOut">
              <a:rPr lang="en-GB" smtClean="0"/>
              <a:t>18/08/2025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988818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C9660D1-6EED-4FDD-9AA4-DAE5B45053D7}" type="datetimeFigureOut">
              <a:rPr lang="en-GB" smtClean="0"/>
              <a:t>18/08/2025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8167853"/>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C9660D1-6EED-4FDD-9AA4-DAE5B45053D7}" type="datetimeFigureOut">
              <a:rPr lang="en-GB" smtClean="0"/>
              <a:t>18/08/2025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353943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C9660D1-6EED-4FDD-9AA4-DAE5B45053D7}" type="datetimeFigureOut">
              <a:rPr lang="en-GB" smtClean="0"/>
              <a:t>18/08/2025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345348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C9660D1-6EED-4FDD-9AA4-DAE5B45053D7}" type="datetimeFigureOut">
              <a:rPr lang="en-GB" smtClean="0"/>
              <a:t>18/08/2025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129107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C9660D1-6EED-4FDD-9AA4-DAE5B45053D7}" type="datetimeFigureOut">
              <a:rPr lang="en-GB" smtClean="0"/>
              <a:t>18/08/2025</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013223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C9660D1-6EED-4FDD-9AA4-DAE5B45053D7}" type="datetimeFigureOut">
              <a:rPr lang="en-GB" smtClean="0"/>
              <a:t>18/08/2025</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222877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C9660D1-6EED-4FDD-9AA4-DAE5B45053D7}" type="datetimeFigureOut">
              <a:rPr lang="en-GB" smtClean="0"/>
              <a:t>18/08/2025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50161389"/>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C9660D1-6EED-4FDD-9AA4-DAE5B45053D7}" type="datetimeFigureOut">
              <a:rPr lang="en-GB" smtClean="0"/>
              <a:t>18/08/2025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230855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C9660D1-6EED-4FDD-9AA4-DAE5B45053D7}" type="datetimeFigureOut">
              <a:rPr lang="en-GB" smtClean="0"/>
              <a:t>18/08/2025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425071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Section Separator - Major">
  <p:cSld name="Section Separator - Major">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21"/>
          <p:cNvSpPr txBox="1">
            <a:spLocks noGrp="1"/>
          </p:cNvSpPr>
          <p:nvPr>
            <p:ph type="ctrTitle"/>
          </p:nvPr>
        </p:nvSpPr>
        <p:spPr>
          <a:xfrm>
            <a:off x="1097280" y="1645920"/>
            <a:ext cx="10058400" cy="356616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rgbClr val="FFFFFF"/>
              </a:buClr>
              <a:buSzPts val="6000"/>
              <a:buFont typeface="Arial"/>
              <a:buNone/>
              <a:defRPr sz="6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1"/>
          <p:cNvSpPr txBox="1">
            <a:spLocks noGrp="1"/>
          </p:cNvSpPr>
          <p:nvPr>
            <p:ph type="ftr" idx="11"/>
          </p:nvPr>
        </p:nvSpPr>
        <p:spPr>
          <a:xfrm>
            <a:off x="4038600" y="10404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dk1"/>
                </a:solidFill>
                <a:latin typeface="Arial"/>
                <a:ea typeface="Arial"/>
                <a:cs typeface="Arial"/>
                <a:sym typeface="Arial"/>
              </a:defRPr>
            </a:lvl1pPr>
            <a:lvl2pPr marL="0" lvl="1" indent="0" algn="r">
              <a:spcBef>
                <a:spcPts val="0"/>
              </a:spcBef>
              <a:buNone/>
              <a:defRPr sz="1000" b="0" i="0" u="none" strike="noStrike" cap="none">
                <a:solidFill>
                  <a:schemeClr val="dk1"/>
                </a:solidFill>
                <a:latin typeface="Arial"/>
                <a:ea typeface="Arial"/>
                <a:cs typeface="Arial"/>
                <a:sym typeface="Arial"/>
              </a:defRPr>
            </a:lvl2pPr>
            <a:lvl3pPr marL="0" lvl="2" indent="0" algn="r">
              <a:spcBef>
                <a:spcPts val="0"/>
              </a:spcBef>
              <a:buNone/>
              <a:defRPr sz="1000" b="0" i="0" u="none" strike="noStrike" cap="none">
                <a:solidFill>
                  <a:schemeClr val="dk1"/>
                </a:solidFill>
                <a:latin typeface="Arial"/>
                <a:ea typeface="Arial"/>
                <a:cs typeface="Arial"/>
                <a:sym typeface="Arial"/>
              </a:defRPr>
            </a:lvl3pPr>
            <a:lvl4pPr marL="0" lvl="3" indent="0" algn="r">
              <a:spcBef>
                <a:spcPts val="0"/>
              </a:spcBef>
              <a:buNone/>
              <a:defRPr sz="1000" b="0" i="0" u="none" strike="noStrike" cap="none">
                <a:solidFill>
                  <a:schemeClr val="dk1"/>
                </a:solidFill>
                <a:latin typeface="Arial"/>
                <a:ea typeface="Arial"/>
                <a:cs typeface="Arial"/>
                <a:sym typeface="Arial"/>
              </a:defRPr>
            </a:lvl4pPr>
            <a:lvl5pPr marL="0" lvl="4" indent="0" algn="r">
              <a:spcBef>
                <a:spcPts val="0"/>
              </a:spcBef>
              <a:buNone/>
              <a:defRPr sz="1000" b="0" i="0" u="none" strike="noStrike" cap="none">
                <a:solidFill>
                  <a:schemeClr val="dk1"/>
                </a:solidFill>
                <a:latin typeface="Arial"/>
                <a:ea typeface="Arial"/>
                <a:cs typeface="Arial"/>
                <a:sym typeface="Arial"/>
              </a:defRPr>
            </a:lvl5pPr>
            <a:lvl6pPr marL="0" lvl="5" indent="0" algn="r">
              <a:spcBef>
                <a:spcPts val="0"/>
              </a:spcBef>
              <a:buNone/>
              <a:defRPr sz="1000" b="0" i="0" u="none" strike="noStrike" cap="none">
                <a:solidFill>
                  <a:schemeClr val="dk1"/>
                </a:solidFill>
                <a:latin typeface="Arial"/>
                <a:ea typeface="Arial"/>
                <a:cs typeface="Arial"/>
                <a:sym typeface="Arial"/>
              </a:defRPr>
            </a:lvl6pPr>
            <a:lvl7pPr marL="0" lvl="6" indent="0" algn="r">
              <a:spcBef>
                <a:spcPts val="0"/>
              </a:spcBef>
              <a:buNone/>
              <a:defRPr sz="1000" b="0" i="0" u="none" strike="noStrike" cap="none">
                <a:solidFill>
                  <a:schemeClr val="dk1"/>
                </a:solidFill>
                <a:latin typeface="Arial"/>
                <a:ea typeface="Arial"/>
                <a:cs typeface="Arial"/>
                <a:sym typeface="Arial"/>
              </a:defRPr>
            </a:lvl7pPr>
            <a:lvl8pPr marL="0" lvl="7" indent="0" algn="r">
              <a:spcBef>
                <a:spcPts val="0"/>
              </a:spcBef>
              <a:buNone/>
              <a:defRPr sz="1000" b="0" i="0" u="none" strike="noStrike" cap="none">
                <a:solidFill>
                  <a:schemeClr val="dk1"/>
                </a:solidFill>
                <a:latin typeface="Arial"/>
                <a:ea typeface="Arial"/>
                <a:cs typeface="Arial"/>
                <a:sym typeface="Arial"/>
              </a:defRPr>
            </a:lvl8pPr>
            <a:lvl9pPr marL="0" lvl="8" indent="0" algn="r">
              <a:spcBef>
                <a:spcPts val="0"/>
              </a:spcBef>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106599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A81332EF-32A6-49B3-806E-091B1865ABA8}"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651F2-2294-4B91-AF66-B07DF7F8A543}"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88716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1332EF-32A6-49B3-806E-091B1865ABA8}"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651F2-2294-4B91-AF66-B07DF7F8A543}" type="slidenum">
              <a:rPr lang="en-US" smtClean="0"/>
              <a:t>‹#›</a:t>
            </a:fld>
            <a:endParaRPr lang="en-US"/>
          </a:p>
        </p:txBody>
      </p:sp>
    </p:spTree>
    <p:extLst>
      <p:ext uri="{BB962C8B-B14F-4D97-AF65-F5344CB8AC3E}">
        <p14:creationId xmlns:p14="http://schemas.microsoft.com/office/powerpoint/2010/main" val="34173052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1332EF-32A6-49B3-806E-091B1865ABA8}"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651F2-2294-4B91-AF66-B07DF7F8A543}"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08061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81332EF-32A6-49B3-806E-091B1865ABA8}"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2651F2-2294-4B91-AF66-B07DF7F8A543}" type="slidenum">
              <a:rPr lang="en-US" smtClean="0"/>
              <a:t>‹#›</a:t>
            </a:fld>
            <a:endParaRPr lang="en-US"/>
          </a:p>
        </p:txBody>
      </p:sp>
    </p:spTree>
    <p:extLst>
      <p:ext uri="{BB962C8B-B14F-4D97-AF65-F5344CB8AC3E}">
        <p14:creationId xmlns:p14="http://schemas.microsoft.com/office/powerpoint/2010/main" val="4023616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81332EF-32A6-49B3-806E-091B1865ABA8}" type="datetimeFigureOut">
              <a:rPr lang="en-US" smtClean="0"/>
              <a:t>8/18/2025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2651F2-2294-4B91-AF66-B07DF7F8A543}" type="slidenum">
              <a:rPr lang="en-US" smtClean="0"/>
              <a:t>‹#›</a:t>
            </a:fld>
            <a:endParaRPr lang="en-US"/>
          </a:p>
        </p:txBody>
      </p:sp>
    </p:spTree>
    <p:extLst>
      <p:ext uri="{BB962C8B-B14F-4D97-AF65-F5344CB8AC3E}">
        <p14:creationId xmlns:p14="http://schemas.microsoft.com/office/powerpoint/2010/main" val="1580744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81332EF-32A6-49B3-806E-091B1865ABA8}" type="datetimeFigureOut">
              <a:rPr lang="en-US" smtClean="0"/>
              <a:t>8/18/2025</a:t>
            </a:fld>
            <a:endParaRPr lang="en-US"/>
          </a:p>
        </p:txBody>
      </p:sp>
      <p:sp>
        <p:nvSpPr>
          <p:cNvPr id="4" name="Footer Placeholder 3"/>
          <p:cNvSpPr>
            <a:spLocks noGrp="1"/>
          </p:cNvSpPr>
          <p:nvPr>
            <p:ph type="ftr" sz="quarter" idx="11"/>
          </p:nvPr>
        </p:nvSpPr>
        <p:spPr/>
        <p:txBody>
          <a:bodyPr/>
          <a:lstStyle>
            <a:lvl1pPr algn="ctr">
              <a:defRPr sz="1600"/>
            </a:lvl1pPr>
          </a:lstStyle>
          <a:p>
            <a:r>
              <a:rPr lang="en-US" dirty="0" smtClean="0">
                <a:solidFill>
                  <a:srgbClr val="C00000"/>
                </a:solidFill>
              </a:rPr>
              <a:t>FAST National University of Computer and Emerging Sciences, Islamabad</a:t>
            </a:r>
          </a:p>
        </p:txBody>
      </p:sp>
      <p:sp>
        <p:nvSpPr>
          <p:cNvPr id="5" name="Slide Number Placeholder 4"/>
          <p:cNvSpPr>
            <a:spLocks noGrp="1"/>
          </p:cNvSpPr>
          <p:nvPr>
            <p:ph type="sldNum" sz="quarter" idx="12"/>
          </p:nvPr>
        </p:nvSpPr>
        <p:spPr/>
        <p:txBody>
          <a:bodyPr/>
          <a:lstStyle/>
          <a:p>
            <a:fld id="{372651F2-2294-4B91-AF66-B07DF7F8A543}" type="slidenum">
              <a:rPr lang="en-US" smtClean="0"/>
              <a:t>‹#›</a:t>
            </a:fld>
            <a:endParaRPr lang="en-US"/>
          </a:p>
        </p:txBody>
      </p:sp>
    </p:spTree>
    <p:extLst>
      <p:ext uri="{BB962C8B-B14F-4D97-AF65-F5344CB8AC3E}">
        <p14:creationId xmlns:p14="http://schemas.microsoft.com/office/powerpoint/2010/main" val="21905637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1332EF-32A6-49B3-806E-091B1865ABA8}" type="datetimeFigureOut">
              <a:rPr lang="en-US" smtClean="0"/>
              <a:t>8/18/2025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2651F2-2294-4B91-AF66-B07DF7F8A543}" type="slidenum">
              <a:rPr lang="en-US" smtClean="0"/>
              <a:t>‹#›</a:t>
            </a:fld>
            <a:endParaRPr lang="en-US"/>
          </a:p>
        </p:txBody>
      </p:sp>
    </p:spTree>
    <p:extLst>
      <p:ext uri="{BB962C8B-B14F-4D97-AF65-F5344CB8AC3E}">
        <p14:creationId xmlns:p14="http://schemas.microsoft.com/office/powerpoint/2010/main" val="41966559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81332EF-32A6-49B3-806E-091B1865ABA8}"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2651F2-2294-4B91-AF66-B07DF7F8A543}" type="slidenum">
              <a:rPr lang="en-US" smtClean="0"/>
              <a:t>‹#›</a:t>
            </a:fld>
            <a:endParaRPr lang="en-US"/>
          </a:p>
        </p:txBody>
      </p:sp>
    </p:spTree>
    <p:extLst>
      <p:ext uri="{BB962C8B-B14F-4D97-AF65-F5344CB8AC3E}">
        <p14:creationId xmlns:p14="http://schemas.microsoft.com/office/powerpoint/2010/main" val="33016806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81332EF-32A6-49B3-806E-091B1865ABA8}"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2651F2-2294-4B91-AF66-B07DF7F8A543}"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221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1332EF-32A6-49B3-806E-091B1865ABA8}"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651F2-2294-4B91-AF66-B07DF7F8A543}" type="slidenum">
              <a:rPr lang="en-US" smtClean="0"/>
              <a:t>‹#›</a:t>
            </a:fld>
            <a:endParaRPr lang="en-US"/>
          </a:p>
        </p:txBody>
      </p:sp>
    </p:spTree>
    <p:extLst>
      <p:ext uri="{BB962C8B-B14F-4D97-AF65-F5344CB8AC3E}">
        <p14:creationId xmlns:p14="http://schemas.microsoft.com/office/powerpoint/2010/main" val="39382876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1332EF-32A6-49B3-806E-091B1865ABA8}"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651F2-2294-4B91-AF66-B07DF7F8A543}"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5817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AB287F-2ADC-7DEA-5C79-CC456EDCC6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3A08A91-C1A1-041E-641E-0B887EF1F9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216EB07-A4C1-FDE7-B109-7567CA0883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9660D1-6EED-4FDD-9AA4-DAE5B45053D7}" type="datetimeFigureOut">
              <a:rPr lang="en-GB" smtClean="0"/>
              <a:t>18/08/2025</a:t>
            </a:fld>
            <a:endParaRPr lang="en-GB"/>
          </a:p>
        </p:txBody>
      </p:sp>
      <p:sp>
        <p:nvSpPr>
          <p:cNvPr id="5" name="Footer Placeholder 4">
            <a:extLst>
              <a:ext uri="{FF2B5EF4-FFF2-40B4-BE49-F238E27FC236}">
                <a16:creationId xmlns:a16="http://schemas.microsoft.com/office/drawing/2014/main" id="{B5F4B3B5-BAFF-53E1-B27E-565B197619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325C664-BFC2-91E9-0567-E4464DB58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5251621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C9660D1-6EED-4FDD-9AA4-DAE5B45053D7}" type="datetimeFigureOut">
              <a:rPr lang="en-GB" smtClean="0"/>
              <a:t>18/08/2025</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5363237"/>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52" r:id="rId12"/>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81332EF-32A6-49B3-806E-091B1865ABA8}" type="datetimeFigureOut">
              <a:rPr lang="en-US" smtClean="0"/>
              <a:t>8/18/2025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72651F2-2294-4B91-AF66-B07DF7F8A543}"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7209890"/>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
          <p:cNvSpPr txBox="1">
            <a:spLocks noGrp="1"/>
          </p:cNvSpPr>
          <p:nvPr>
            <p:ph type="ctr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FFFFFF"/>
              </a:buClr>
              <a:buSzPts val="6000"/>
              <a:buFont typeface="Arial"/>
              <a:buNone/>
            </a:pPr>
            <a:r>
              <a:rPr lang="en-US" dirty="0"/>
              <a:t>Learn HTML</a:t>
            </a:r>
            <a:endParaRPr dirty="0"/>
          </a:p>
        </p:txBody>
      </p:sp>
      <p:sp>
        <p:nvSpPr>
          <p:cNvPr id="157" name="Google Shape;157;p3"/>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7"/>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4800"/>
              <a:buFont typeface="Arial"/>
              <a:buNone/>
            </a:pPr>
            <a:r>
              <a:rPr lang="en-US"/>
              <a:t>Learning Objectives:</a:t>
            </a:r>
            <a:endParaRPr/>
          </a:p>
        </p:txBody>
      </p:sp>
      <p:sp>
        <p:nvSpPr>
          <p:cNvPr id="170" name="Google Shape;170;p7"/>
          <p:cNvSpPr txBox="1">
            <a:spLocks noGrp="1"/>
          </p:cNvSpPr>
          <p:nvPr>
            <p:ph sz="half" idx="1"/>
          </p:nvPr>
        </p:nvSpPr>
        <p:spPr>
          <a:xfrm>
            <a:off x="1097271" y="1845725"/>
            <a:ext cx="9940800" cy="4023300"/>
          </a:xfrm>
          <a:prstGeom prst="rect">
            <a:avLst/>
          </a:prstGeom>
          <a:noFill/>
          <a:ln>
            <a:noFill/>
          </a:ln>
        </p:spPr>
        <p:txBody>
          <a:bodyPr spcFirstLastPara="1" wrap="square" lIns="0" tIns="45700" rIns="0" bIns="45700" anchor="t" anchorCtr="0">
            <a:normAutofit/>
          </a:bodyPr>
          <a:lstStyle/>
          <a:p>
            <a:pPr marL="457200" lvl="0" indent="-325437" algn="l" rtl="0">
              <a:lnSpc>
                <a:spcPct val="80000"/>
              </a:lnSpc>
              <a:spcBef>
                <a:spcPts val="0"/>
              </a:spcBef>
              <a:spcAft>
                <a:spcPts val="0"/>
              </a:spcAft>
              <a:buClr>
                <a:srgbClr val="000000"/>
              </a:buClr>
              <a:buSzPts val="1525"/>
              <a:buFont typeface="Arial"/>
              <a:buAutoNum type="arabicPeriod"/>
            </a:pPr>
            <a:r>
              <a:rPr lang="en-US" sz="2250" dirty="0"/>
              <a:t>Introduction to HTML </a:t>
            </a:r>
            <a:endParaRPr sz="2250" dirty="0"/>
          </a:p>
          <a:p>
            <a:pPr marL="457200" lvl="0" indent="-325437" algn="l" rtl="0">
              <a:lnSpc>
                <a:spcPct val="80000"/>
              </a:lnSpc>
              <a:spcBef>
                <a:spcPts val="0"/>
              </a:spcBef>
              <a:spcAft>
                <a:spcPts val="0"/>
              </a:spcAft>
              <a:buClr>
                <a:srgbClr val="000000"/>
              </a:buClr>
              <a:buSzPts val="1525"/>
              <a:buFont typeface="Arial"/>
              <a:buAutoNum type="arabicPeriod"/>
            </a:pPr>
            <a:r>
              <a:rPr lang="en-US" sz="2250" dirty="0"/>
              <a:t>Basic Structure of an HTML page</a:t>
            </a:r>
            <a:endParaRPr sz="2250" dirty="0"/>
          </a:p>
          <a:p>
            <a:pPr marL="457200" lvl="0" indent="-325437" algn="l" rtl="0">
              <a:lnSpc>
                <a:spcPct val="80000"/>
              </a:lnSpc>
              <a:spcBef>
                <a:spcPts val="0"/>
              </a:spcBef>
              <a:spcAft>
                <a:spcPts val="0"/>
              </a:spcAft>
              <a:buClr>
                <a:srgbClr val="000000"/>
              </a:buClr>
              <a:buSzPts val="1525"/>
              <a:buFont typeface="Arial"/>
              <a:buAutoNum type="arabicPeriod"/>
            </a:pPr>
            <a:r>
              <a:rPr lang="en-US" sz="2250" dirty="0"/>
              <a:t>Text formatting tags in HTML</a:t>
            </a:r>
            <a:endParaRPr sz="2250" dirty="0"/>
          </a:p>
          <a:p>
            <a:pPr marL="457200" lvl="0" indent="-325437" algn="l" rtl="0">
              <a:lnSpc>
                <a:spcPct val="80000"/>
              </a:lnSpc>
              <a:spcBef>
                <a:spcPts val="0"/>
              </a:spcBef>
              <a:spcAft>
                <a:spcPts val="0"/>
              </a:spcAft>
              <a:buClr>
                <a:srgbClr val="000000"/>
              </a:buClr>
              <a:buSzPts val="1525"/>
              <a:buFont typeface="Arial"/>
              <a:buAutoNum type="arabicPeriod"/>
            </a:pPr>
            <a:r>
              <a:rPr lang="en-US" sz="2250" dirty="0"/>
              <a:t>Lists in HTML </a:t>
            </a:r>
            <a:endParaRPr sz="2250" dirty="0"/>
          </a:p>
          <a:p>
            <a:pPr marL="457200" lvl="0" indent="-325437" algn="l" rtl="0">
              <a:lnSpc>
                <a:spcPct val="80000"/>
              </a:lnSpc>
              <a:spcBef>
                <a:spcPts val="0"/>
              </a:spcBef>
              <a:spcAft>
                <a:spcPts val="0"/>
              </a:spcAft>
              <a:buClr>
                <a:srgbClr val="000000"/>
              </a:buClr>
              <a:buSzPts val="1525"/>
              <a:buFont typeface="Arial"/>
              <a:buAutoNum type="arabicPeriod"/>
            </a:pPr>
            <a:r>
              <a:rPr lang="en-US" sz="2250" dirty="0"/>
              <a:t>HTML Links and navigation </a:t>
            </a:r>
            <a:endParaRPr sz="2250" dirty="0"/>
          </a:p>
          <a:p>
            <a:pPr marL="457200" lvl="0" indent="-325437" algn="l" rtl="0">
              <a:lnSpc>
                <a:spcPct val="80000"/>
              </a:lnSpc>
              <a:spcBef>
                <a:spcPts val="0"/>
              </a:spcBef>
              <a:spcAft>
                <a:spcPts val="0"/>
              </a:spcAft>
              <a:buClr>
                <a:srgbClr val="000000"/>
              </a:buClr>
              <a:buSzPts val="1525"/>
              <a:buFont typeface="Arial"/>
              <a:buAutoNum type="arabicPeriod"/>
            </a:pPr>
            <a:r>
              <a:rPr lang="en-US" sz="2250" dirty="0"/>
              <a:t>Adding images to web pages</a:t>
            </a:r>
            <a:endParaRPr sz="2250" dirty="0"/>
          </a:p>
          <a:p>
            <a:pPr marL="457200" lvl="0" indent="-325437" algn="l" rtl="0">
              <a:lnSpc>
                <a:spcPct val="80000"/>
              </a:lnSpc>
              <a:spcBef>
                <a:spcPts val="0"/>
              </a:spcBef>
              <a:spcAft>
                <a:spcPts val="0"/>
              </a:spcAft>
              <a:buClr>
                <a:srgbClr val="000000"/>
              </a:buClr>
              <a:buSzPts val="1525"/>
              <a:buFont typeface="Arial"/>
              <a:buAutoNum type="arabicPeriod"/>
            </a:pPr>
            <a:r>
              <a:rPr lang="en-US" sz="2250" dirty="0"/>
              <a:t>Using images as links</a:t>
            </a:r>
            <a:endParaRPr sz="2250" dirty="0"/>
          </a:p>
          <a:p>
            <a:pPr marL="457200" lvl="0" indent="-325437" algn="l" rtl="0">
              <a:lnSpc>
                <a:spcPct val="80000"/>
              </a:lnSpc>
              <a:spcBef>
                <a:spcPts val="0"/>
              </a:spcBef>
              <a:spcAft>
                <a:spcPts val="0"/>
              </a:spcAft>
              <a:buClr>
                <a:srgbClr val="000000"/>
              </a:buClr>
              <a:buSzPts val="1525"/>
              <a:buFont typeface="Arial"/>
              <a:buAutoNum type="arabicPeriod"/>
            </a:pPr>
            <a:r>
              <a:rPr lang="en-US" sz="2250" dirty="0"/>
              <a:t>Image map</a:t>
            </a:r>
            <a:endParaRPr sz="2250" dirty="0"/>
          </a:p>
          <a:p>
            <a:pPr marL="457200" lvl="0" indent="-325437" algn="l" rtl="0">
              <a:lnSpc>
                <a:spcPct val="80000"/>
              </a:lnSpc>
              <a:spcBef>
                <a:spcPts val="0"/>
              </a:spcBef>
              <a:spcAft>
                <a:spcPts val="0"/>
              </a:spcAft>
              <a:buClr>
                <a:srgbClr val="000000"/>
              </a:buClr>
              <a:buSzPts val="1525"/>
              <a:buFont typeface="Arial"/>
              <a:buAutoNum type="arabicPeriod"/>
            </a:pPr>
            <a:r>
              <a:rPr lang="en-US" sz="2250" dirty="0"/>
              <a:t>Adding video to web pages</a:t>
            </a:r>
            <a:endParaRPr sz="2250" dirty="0"/>
          </a:p>
          <a:p>
            <a:pPr marL="457200" lvl="0" indent="-325437" algn="l" rtl="0">
              <a:lnSpc>
                <a:spcPct val="80000"/>
              </a:lnSpc>
              <a:spcBef>
                <a:spcPts val="0"/>
              </a:spcBef>
              <a:spcAft>
                <a:spcPts val="0"/>
              </a:spcAft>
              <a:buClr>
                <a:srgbClr val="000000"/>
              </a:buClr>
              <a:buSzPts val="1525"/>
              <a:buFont typeface="Arial"/>
              <a:buAutoNum type="arabicPeriod"/>
            </a:pPr>
            <a:r>
              <a:rPr lang="en-US" sz="2250" dirty="0"/>
              <a:t>Adding audio to web pages</a:t>
            </a:r>
            <a:endParaRPr sz="2250" dirty="0"/>
          </a:p>
          <a:p>
            <a:pPr marL="457200" lvl="0" indent="-325437" algn="l" rtl="0">
              <a:lnSpc>
                <a:spcPct val="80000"/>
              </a:lnSpc>
              <a:spcBef>
                <a:spcPts val="0"/>
              </a:spcBef>
              <a:spcAft>
                <a:spcPts val="0"/>
              </a:spcAft>
              <a:buClr>
                <a:srgbClr val="000000"/>
              </a:buClr>
              <a:buSzPts val="1525"/>
              <a:buFont typeface="Arial"/>
              <a:buAutoNum type="arabicPeriod"/>
            </a:pPr>
            <a:r>
              <a:rPr lang="en-US" sz="2250" dirty="0"/>
              <a:t>Tables in HTML</a:t>
            </a:r>
            <a:endParaRPr sz="2250" dirty="0"/>
          </a:p>
          <a:p>
            <a:pPr marL="457200" lvl="0" indent="-325437" algn="l" rtl="0">
              <a:lnSpc>
                <a:spcPct val="80000"/>
              </a:lnSpc>
              <a:spcBef>
                <a:spcPts val="0"/>
              </a:spcBef>
              <a:spcAft>
                <a:spcPts val="0"/>
              </a:spcAft>
              <a:buClr>
                <a:srgbClr val="000000"/>
              </a:buClr>
              <a:buSzPts val="1525"/>
              <a:buFont typeface="Arial"/>
              <a:buAutoNum type="arabicPeriod"/>
            </a:pPr>
            <a:r>
              <a:rPr lang="en-US" sz="2250" dirty="0"/>
              <a:t>HTML FORMS</a:t>
            </a:r>
            <a:endParaRPr sz="2250" dirty="0"/>
          </a:p>
          <a:p>
            <a:pPr marL="457200" lvl="0" indent="-325437" algn="l" rtl="0">
              <a:lnSpc>
                <a:spcPct val="80000"/>
              </a:lnSpc>
              <a:spcBef>
                <a:spcPts val="0"/>
              </a:spcBef>
              <a:spcAft>
                <a:spcPts val="0"/>
              </a:spcAft>
              <a:buClr>
                <a:srgbClr val="000000"/>
              </a:buClr>
              <a:buSzPts val="1525"/>
              <a:buFont typeface="Arial"/>
              <a:buAutoNum type="arabicPeriod"/>
            </a:pPr>
            <a:r>
              <a:rPr lang="en-US" sz="2250" dirty="0"/>
              <a:t>HTML5 enhancements in form</a:t>
            </a:r>
            <a:endParaRPr sz="2250" dirty="0"/>
          </a:p>
          <a:p>
            <a:pPr marL="457200" lvl="0" indent="-325437" algn="l" rtl="0">
              <a:lnSpc>
                <a:spcPct val="80000"/>
              </a:lnSpc>
              <a:spcBef>
                <a:spcPts val="0"/>
              </a:spcBef>
              <a:spcAft>
                <a:spcPts val="0"/>
              </a:spcAft>
              <a:buClr>
                <a:srgbClr val="000000"/>
              </a:buClr>
              <a:buSzPts val="1525"/>
              <a:buFont typeface="Arial"/>
              <a:buAutoNum type="arabicPeriod"/>
            </a:pPr>
            <a:r>
              <a:rPr lang="en-US" sz="2250" dirty="0"/>
              <a:t>Write accessible HTML using Semantic HTML tags</a:t>
            </a:r>
            <a:endParaRPr sz="2250" dirty="0"/>
          </a:p>
        </p:txBody>
      </p:sp>
      <p:sp>
        <p:nvSpPr>
          <p:cNvPr id="172" name="Google Shape;172;p7"/>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2382183"/>
            <a:ext cx="10515600" cy="1325563"/>
          </a:xfrm>
        </p:spPr>
        <p:txBody>
          <a:bodyPr/>
          <a:lstStyle/>
          <a:p>
            <a:pPr algn="ctr"/>
            <a:r>
              <a:rPr lang="en-US" b="1" u="sng" dirty="0" smtClean="0"/>
              <a:t>Internet and Web</a:t>
            </a:r>
            <a:endParaRPr lang="en-US" b="1" u="sng" dirty="0"/>
          </a:p>
        </p:txBody>
      </p:sp>
    </p:spTree>
    <p:extLst>
      <p:ext uri="{BB962C8B-B14F-4D97-AF65-F5344CB8AC3E}">
        <p14:creationId xmlns:p14="http://schemas.microsoft.com/office/powerpoint/2010/main" val="25049510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Internet, Web, HTML, HTTP</a:t>
            </a:r>
            <a:endParaRPr lang="en-US" dirty="0"/>
          </a:p>
        </p:txBody>
      </p:sp>
      <p:sp>
        <p:nvSpPr>
          <p:cNvPr id="5" name="Content Placeholder 4"/>
          <p:cNvSpPr>
            <a:spLocks noGrp="1"/>
          </p:cNvSpPr>
          <p:nvPr>
            <p:ph idx="1"/>
          </p:nvPr>
        </p:nvSpPr>
        <p:spPr/>
        <p:txBody>
          <a:bodyPr>
            <a:normAutofit lnSpcReduction="10000"/>
          </a:bodyPr>
          <a:lstStyle/>
          <a:p>
            <a:pPr>
              <a:lnSpc>
                <a:spcPct val="150000"/>
              </a:lnSpc>
            </a:pPr>
            <a:r>
              <a:rPr lang="en-US" dirty="0">
                <a:latin typeface="Arial" panose="020B0604020202020204" pitchFamily="34" charset="0"/>
                <a:cs typeface="Arial" panose="020B0604020202020204" pitchFamily="34" charset="0"/>
              </a:rPr>
              <a:t>Internet</a:t>
            </a:r>
          </a:p>
          <a:p>
            <a:pPr lvl="1">
              <a:lnSpc>
                <a:spcPct val="150000"/>
              </a:lnSpc>
            </a:pPr>
            <a:r>
              <a:rPr lang="en-US" sz="2000" dirty="0">
                <a:latin typeface="Arial" panose="020B0604020202020204" pitchFamily="34" charset="0"/>
                <a:cs typeface="Arial" panose="020B0604020202020204" pitchFamily="34" charset="0"/>
              </a:rPr>
              <a:t>Inter-networking: Network of Networks</a:t>
            </a:r>
          </a:p>
          <a:p>
            <a:pPr lvl="1">
              <a:lnSpc>
                <a:spcPct val="150000"/>
              </a:lnSpc>
            </a:pPr>
            <a:r>
              <a:rPr lang="en-US" sz="2000" dirty="0">
                <a:latin typeface="Arial" panose="020B0604020202020204" pitchFamily="34" charset="0"/>
                <a:cs typeface="Arial" panose="020B0604020202020204" pitchFamily="34" charset="0"/>
              </a:rPr>
              <a:t>Internet Supports lot of diff Services just one of which is World Wide Web (WWW).</a:t>
            </a:r>
          </a:p>
          <a:p>
            <a:pPr lvl="1">
              <a:lnSpc>
                <a:spcPct val="150000"/>
              </a:lnSpc>
            </a:pPr>
            <a:r>
              <a:rPr lang="en-US" sz="2000" dirty="0">
                <a:latin typeface="Arial" panose="020B0604020202020204" pitchFamily="34" charset="0"/>
                <a:cs typeface="Arial" panose="020B0604020202020204" pitchFamily="34" charset="0"/>
              </a:rPr>
              <a:t>URL to locate data/stuff/resources render by a browser as a web page</a:t>
            </a:r>
          </a:p>
          <a:p>
            <a:pPr marL="201168" lvl="1" indent="0">
              <a:lnSpc>
                <a:spcPct val="150000"/>
              </a:lnSpc>
              <a:buNone/>
            </a:pPr>
            <a:r>
              <a:rPr lang="en-US" sz="2000" dirty="0">
                <a:latin typeface="Arial" panose="020B0604020202020204" pitchFamily="34" charset="0"/>
                <a:cs typeface="Arial" panose="020B0604020202020204" pitchFamily="34" charset="0"/>
              </a:rPr>
              <a:t>  ( written by html language ).</a:t>
            </a:r>
          </a:p>
          <a:p>
            <a:pPr lvl="1">
              <a:lnSpc>
                <a:spcPct val="150000"/>
              </a:lnSpc>
            </a:pPr>
            <a:r>
              <a:rPr lang="en-US" sz="2000" dirty="0">
                <a:latin typeface="Arial" panose="020B0604020202020204" pitchFamily="34" charset="0"/>
                <a:cs typeface="Arial" panose="020B0604020202020204" pitchFamily="34" charset="0"/>
              </a:rPr>
              <a:t>Web is a virtual space where content is stored that can be accessed through internet like a road which takes you at some point.</a:t>
            </a:r>
          </a:p>
          <a:p>
            <a:pPr lvl="1">
              <a:lnSpc>
                <a:spcPct val="150000"/>
              </a:lnSpc>
            </a:pPr>
            <a:r>
              <a:rPr lang="en-US" sz="2000" dirty="0">
                <a:latin typeface="Arial" panose="020B0604020202020204" pitchFamily="34" charset="0"/>
                <a:cs typeface="Arial" panose="020B0604020202020204" pitchFamily="34" charset="0"/>
              </a:rPr>
              <a:t>Over the internet using http (protocol) web is accessed.</a:t>
            </a:r>
          </a:p>
          <a:p>
            <a:endParaRPr lang="en-US" dirty="0"/>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05775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 calcmode="lin" valueType="num">
                                      <p:cBhvr additive="base">
                                        <p:cTn id="2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 calcmode="lin" valueType="num">
                                      <p:cBhvr additive="base">
                                        <p:cTn id="31"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Internet, Web, HTML, HTTP</a:t>
            </a:r>
            <a:endParaRPr lang="en-US" dirty="0"/>
          </a:p>
        </p:txBody>
      </p:sp>
      <p:sp>
        <p:nvSpPr>
          <p:cNvPr id="5" name="Content Placeholder 4"/>
          <p:cNvSpPr>
            <a:spLocks noGrp="1"/>
          </p:cNvSpPr>
          <p:nvPr>
            <p:ph idx="1"/>
          </p:nvPr>
        </p:nvSpPr>
        <p:spPr/>
        <p:txBody>
          <a:bodyPr>
            <a:normAutofit/>
          </a:bodyPr>
          <a:lstStyle/>
          <a:p>
            <a:pPr>
              <a:lnSpc>
                <a:spcPct val="150000"/>
              </a:lnSpc>
            </a:pPr>
            <a:r>
              <a:rPr lang="en-US" dirty="0" smtClean="0">
                <a:latin typeface="Arial" panose="020B0604020202020204" pitchFamily="34" charset="0"/>
                <a:cs typeface="Arial" panose="020B0604020202020204" pitchFamily="34" charset="0"/>
              </a:rPr>
              <a:t>Internet Other Services</a:t>
            </a:r>
            <a:endParaRPr lang="en-US" dirty="0">
              <a:latin typeface="Arial" panose="020B0604020202020204" pitchFamily="34" charset="0"/>
              <a:cs typeface="Arial" panose="020B0604020202020204" pitchFamily="34" charset="0"/>
            </a:endParaRPr>
          </a:p>
          <a:p>
            <a:pPr lvl="1">
              <a:lnSpc>
                <a:spcPct val="150000"/>
              </a:lnSpc>
            </a:pPr>
            <a:r>
              <a:rPr lang="en-US" sz="2000" dirty="0" smtClean="0">
                <a:latin typeface="Arial" panose="020B0604020202020204" pitchFamily="34" charset="0"/>
                <a:cs typeface="Arial" panose="020B0604020202020204" pitchFamily="34" charset="0"/>
              </a:rPr>
              <a:t>Non browser based Emails Server: app like outlook using SMTP or POP </a:t>
            </a:r>
            <a:r>
              <a:rPr lang="en-US" sz="2000" u="sng" dirty="0" smtClean="0">
                <a:latin typeface="Arial" panose="020B0604020202020204" pitchFamily="34" charset="0"/>
                <a:cs typeface="Arial" panose="020B0604020202020204" pitchFamily="34" charset="0"/>
              </a:rPr>
              <a:t>which lies outside of the web.</a:t>
            </a:r>
          </a:p>
          <a:p>
            <a:pPr lvl="1">
              <a:lnSpc>
                <a:spcPct val="150000"/>
              </a:lnSpc>
            </a:pPr>
            <a:r>
              <a:rPr lang="en-US" sz="2000" dirty="0" smtClean="0">
                <a:latin typeface="Arial" panose="020B0604020202020204" pitchFamily="34" charset="0"/>
                <a:cs typeface="Arial" panose="020B0604020202020204" pitchFamily="34" charset="0"/>
              </a:rPr>
              <a:t>File transfers Schemes using FTP like </a:t>
            </a:r>
            <a:r>
              <a:rPr lang="en-US" sz="2000" dirty="0" err="1" smtClean="0">
                <a:latin typeface="Arial" panose="020B0604020202020204" pitchFamily="34" charset="0"/>
                <a:cs typeface="Arial" panose="020B0604020202020204" pitchFamily="34" charset="0"/>
              </a:rPr>
              <a:t>bittorrent</a:t>
            </a:r>
            <a:r>
              <a:rPr lang="en-US" sz="2000" dirty="0" smtClean="0">
                <a:latin typeface="Arial" panose="020B0604020202020204" pitchFamily="34" charset="0"/>
                <a:cs typeface="Arial" panose="020B0604020202020204" pitchFamily="34" charset="0"/>
              </a:rPr>
              <a:t> </a:t>
            </a:r>
            <a:r>
              <a:rPr lang="en-US" sz="2000" u="sng" dirty="0" smtClean="0">
                <a:latin typeface="Arial" panose="020B0604020202020204" pitchFamily="34" charset="0"/>
                <a:cs typeface="Arial" panose="020B0604020202020204" pitchFamily="34" charset="0"/>
              </a:rPr>
              <a:t>which do not use http and bypass </a:t>
            </a:r>
            <a:r>
              <a:rPr lang="en-US" sz="2000" u="sng" dirty="0">
                <a:latin typeface="Arial" panose="020B0604020202020204" pitchFamily="34" charset="0"/>
                <a:cs typeface="Arial" panose="020B0604020202020204" pitchFamily="34" charset="0"/>
              </a:rPr>
              <a:t>e</a:t>
            </a:r>
            <a:r>
              <a:rPr lang="en-US" sz="2000" u="sng" dirty="0" smtClean="0">
                <a:latin typeface="Arial" panose="020B0604020202020204" pitchFamily="34" charset="0"/>
                <a:cs typeface="Arial" panose="020B0604020202020204" pitchFamily="34" charset="0"/>
              </a:rPr>
              <a:t>ntirely web.</a:t>
            </a:r>
          </a:p>
          <a:p>
            <a:pPr lvl="1">
              <a:lnSpc>
                <a:spcPct val="150000"/>
              </a:lnSpc>
            </a:pPr>
            <a:r>
              <a:rPr lang="en-US" sz="2000" dirty="0" smtClean="0">
                <a:latin typeface="Arial" panose="020B0604020202020204" pitchFamily="34" charset="0"/>
                <a:cs typeface="Arial" panose="020B0604020202020204" pitchFamily="34" charset="0"/>
              </a:rPr>
              <a:t>Other services like Spotify, Other </a:t>
            </a:r>
            <a:r>
              <a:rPr lang="en-US" sz="2000" dirty="0">
                <a:latin typeface="Arial" panose="020B0604020202020204" pitchFamily="34" charset="0"/>
                <a:cs typeface="Arial" panose="020B0604020202020204" pitchFamily="34" charset="0"/>
              </a:rPr>
              <a:t>gaming servers, Voice over Internet Protocol (VoIP</a:t>
            </a:r>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lvl="1">
              <a:lnSpc>
                <a:spcPct val="150000"/>
              </a:lnSpc>
            </a:pPr>
            <a:r>
              <a:rPr lang="en-US" sz="2000" u="sng" dirty="0" smtClean="0">
                <a:latin typeface="Arial" panose="020B0604020202020204" pitchFamily="34" charset="0"/>
                <a:cs typeface="Arial" panose="020B0604020202020204" pitchFamily="34" charset="0"/>
              </a:rPr>
              <a:t>Other mobile apps which do not use http port usually port 80</a:t>
            </a:r>
          </a:p>
          <a:p>
            <a:endParaRPr lang="en-US" dirty="0"/>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337980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Now a day</a:t>
            </a:r>
            <a:endParaRPr lang="en-US" dirty="0"/>
          </a:p>
        </p:txBody>
      </p:sp>
      <p:sp>
        <p:nvSpPr>
          <p:cNvPr id="5" name="Content Placeholder 4"/>
          <p:cNvSpPr>
            <a:spLocks noGrp="1"/>
          </p:cNvSpPr>
          <p:nvPr>
            <p:ph idx="1"/>
          </p:nvPr>
        </p:nvSpPr>
        <p:spPr/>
        <p:txBody>
          <a:bodyPr>
            <a:normAutofit/>
          </a:bodyPr>
          <a:lstStyle/>
          <a:p>
            <a:pPr>
              <a:lnSpc>
                <a:spcPct val="150000"/>
              </a:lnSpc>
            </a:pPr>
            <a:r>
              <a:rPr lang="en-US" dirty="0" smtClean="0">
                <a:latin typeface="Arial" panose="020B0604020202020204" pitchFamily="34" charset="0"/>
                <a:cs typeface="Arial" panose="020B0604020202020204" pitchFamily="34" charset="0"/>
              </a:rPr>
              <a:t>Now a day all the services are available on web like email providers i.e. Hotmail, </a:t>
            </a:r>
            <a:r>
              <a:rPr lang="en-US" dirty="0" err="1" smtClean="0">
                <a:latin typeface="Arial" panose="020B0604020202020204" pitchFamily="34" charset="0"/>
                <a:cs typeface="Arial" panose="020B0604020202020204" pitchFamily="34" charset="0"/>
              </a:rPr>
              <a:t>gmail</a:t>
            </a:r>
            <a:r>
              <a:rPr lang="en-US" dirty="0" smtClean="0">
                <a:latin typeface="Arial" panose="020B0604020202020204" pitchFamily="34" charset="0"/>
                <a:cs typeface="Arial" panose="020B0604020202020204" pitchFamily="34" charset="0"/>
              </a:rPr>
              <a:t> replacing outlook…</a:t>
            </a:r>
          </a:p>
          <a:p>
            <a:pPr>
              <a:lnSpc>
                <a:spcPct val="150000"/>
              </a:lnSpc>
            </a:pPr>
            <a:r>
              <a:rPr lang="en-US" dirty="0" smtClean="0"/>
              <a:t>Display documents over the internet i.e. Google Scholar website</a:t>
            </a:r>
          </a:p>
          <a:p>
            <a:pPr>
              <a:lnSpc>
                <a:spcPct val="150000"/>
              </a:lnSpc>
            </a:pPr>
            <a:r>
              <a:rPr lang="en-US" dirty="0" smtClean="0"/>
              <a:t>Provide videos browsing like </a:t>
            </a:r>
            <a:r>
              <a:rPr lang="en-US" dirty="0" err="1" smtClean="0"/>
              <a:t>youtube</a:t>
            </a:r>
            <a:r>
              <a:rPr lang="en-US" dirty="0" smtClean="0"/>
              <a:t> instead of downloading the video files</a:t>
            </a:r>
          </a:p>
          <a:p>
            <a:pPr>
              <a:lnSpc>
                <a:spcPct val="150000"/>
              </a:lnSpc>
            </a:pPr>
            <a:r>
              <a:rPr lang="en-US" dirty="0" smtClean="0"/>
              <a:t>Like other apps i.e. Word, google sheet</a:t>
            </a:r>
          </a:p>
          <a:p>
            <a:pPr>
              <a:lnSpc>
                <a:spcPct val="150000"/>
              </a:lnSpc>
            </a:pPr>
            <a:r>
              <a:rPr lang="en-US" dirty="0" smtClean="0"/>
              <a:t>Web is also now become less popular due to different mobile apps that do not use http</a:t>
            </a:r>
          </a:p>
          <a:p>
            <a:pPr marL="0" indent="0">
              <a:lnSpc>
                <a:spcPct val="150000"/>
              </a:lnSpc>
              <a:buNone/>
            </a:pPr>
            <a:endParaRPr lang="en-US" dirty="0" smtClean="0"/>
          </a:p>
          <a:p>
            <a:pPr>
              <a:lnSpc>
                <a:spcPct val="150000"/>
              </a:lnSpc>
            </a:pPr>
            <a:endParaRPr lang="en-US" dirty="0" smtClean="0"/>
          </a:p>
          <a:p>
            <a:pPr>
              <a:lnSpc>
                <a:spcPct val="150000"/>
              </a:lnSpc>
            </a:pPr>
            <a:endParaRPr lang="en-US" dirty="0"/>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2429323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139bfea5701_0_10"/>
          <p:cNvSpPr txBox="1">
            <a:spLocks noGrp="1"/>
          </p:cNvSpPr>
          <p:nvPr>
            <p:ph type="ctr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FFFFFF"/>
              </a:buClr>
              <a:buSzPts val="6000"/>
              <a:buFont typeface="Arial"/>
              <a:buNone/>
            </a:pPr>
            <a:r>
              <a:rPr lang="en-US" dirty="0"/>
              <a:t>Introduction to HTML</a:t>
            </a:r>
            <a:endParaRPr dirty="0"/>
          </a:p>
        </p:txBody>
      </p:sp>
      <p:sp>
        <p:nvSpPr>
          <p:cNvPr id="195" name="Google Shape;195;g139bfea5701_0_10"/>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40307206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HTML?</a:t>
            </a:r>
          </a:p>
        </p:txBody>
      </p:sp>
      <p:sp>
        <p:nvSpPr>
          <p:cNvPr id="5" name="Content Placeholder 4"/>
          <p:cNvSpPr>
            <a:spLocks noGrp="1"/>
          </p:cNvSpPr>
          <p:nvPr>
            <p:ph idx="1"/>
          </p:nvPr>
        </p:nvSpPr>
        <p:spPr/>
        <p:txBody>
          <a:bodyPr>
            <a:normAutofit/>
          </a:bodyPr>
          <a:lstStyle/>
          <a:p>
            <a:pPr marL="457200" lvl="0" indent="-228600" algn="just">
              <a:spcAft>
                <a:spcPts val="0"/>
              </a:spcAft>
              <a:buSzPts val="1600"/>
              <a:buFont typeface="Arial" panose="020B0604020202020204" pitchFamily="34" charset="0"/>
              <a:buChar char="•"/>
            </a:pPr>
            <a:r>
              <a:rPr lang="en-US" dirty="0">
                <a:cs typeface="Arial" panose="020B0604020202020204" pitchFamily="34" charset="0"/>
              </a:rPr>
              <a:t>HTML was first created by </a:t>
            </a:r>
            <a:r>
              <a:rPr lang="en-US" dirty="0">
                <a:ln w="0"/>
                <a:solidFill>
                  <a:schemeClr val="accent1"/>
                </a:solidFill>
                <a:effectLst>
                  <a:outerShdw blurRad="38100" dist="25400" dir="5400000" algn="ctr" rotWithShape="0">
                    <a:srgbClr val="6E747A">
                      <a:alpha val="43000"/>
                    </a:srgbClr>
                  </a:outerShdw>
                </a:effectLst>
                <a:cs typeface="Arial" panose="020B0604020202020204" pitchFamily="34" charset="0"/>
              </a:rPr>
              <a:t>Tim Berners-Lee</a:t>
            </a:r>
            <a:r>
              <a:rPr lang="en-US" dirty="0">
                <a:cs typeface="Arial" panose="020B0604020202020204" pitchFamily="34" charset="0"/>
              </a:rPr>
              <a:t>, Robert </a:t>
            </a:r>
            <a:r>
              <a:rPr lang="en-US" dirty="0" err="1">
                <a:cs typeface="Arial" panose="020B0604020202020204" pitchFamily="34" charset="0"/>
              </a:rPr>
              <a:t>Cailliau</a:t>
            </a:r>
            <a:r>
              <a:rPr lang="en-US" dirty="0">
                <a:cs typeface="Arial" panose="020B0604020202020204" pitchFamily="34" charset="0"/>
              </a:rPr>
              <a:t>, and others starting in </a:t>
            </a:r>
            <a:r>
              <a:rPr lang="en-US" dirty="0">
                <a:ln w="0"/>
                <a:solidFill>
                  <a:schemeClr val="accent1"/>
                </a:solidFill>
                <a:effectLst>
                  <a:outerShdw blurRad="38100" dist="25400" dir="5400000" algn="ctr" rotWithShape="0">
                    <a:srgbClr val="6E747A">
                      <a:alpha val="43000"/>
                    </a:srgbClr>
                  </a:outerShdw>
                </a:effectLst>
                <a:cs typeface="Arial" panose="020B0604020202020204" pitchFamily="34" charset="0"/>
              </a:rPr>
              <a:t>1989</a:t>
            </a:r>
            <a:r>
              <a:rPr lang="en-US" dirty="0">
                <a:cs typeface="Arial" panose="020B0604020202020204" pitchFamily="34" charset="0"/>
              </a:rPr>
              <a:t>. It stands for </a:t>
            </a:r>
            <a:r>
              <a:rPr lang="en-US" dirty="0">
                <a:ln w="0"/>
                <a:solidFill>
                  <a:schemeClr val="accent1"/>
                </a:solidFill>
                <a:effectLst>
                  <a:outerShdw blurRad="38100" dist="25400" dir="5400000" algn="ctr" rotWithShape="0">
                    <a:srgbClr val="6E747A">
                      <a:alpha val="43000"/>
                    </a:srgbClr>
                  </a:outerShdw>
                </a:effectLst>
                <a:cs typeface="Arial" panose="020B0604020202020204" pitchFamily="34" charset="0"/>
              </a:rPr>
              <a:t>Hyper Text Markup Language</a:t>
            </a:r>
            <a:r>
              <a:rPr lang="en-US" dirty="0">
                <a:cs typeface="Arial" panose="020B0604020202020204" pitchFamily="34" charset="0"/>
              </a:rPr>
              <a:t>.</a:t>
            </a:r>
          </a:p>
          <a:p>
            <a:pPr marL="457200" lvl="0" indent="-228600" algn="just">
              <a:spcAft>
                <a:spcPts val="0"/>
              </a:spcAft>
              <a:buSzPts val="1600"/>
              <a:buFont typeface="Arial" panose="020B0604020202020204" pitchFamily="34" charset="0"/>
              <a:buChar char="•"/>
            </a:pPr>
            <a:endParaRPr lang="en-US" dirty="0">
              <a:cs typeface="Arial" panose="020B0604020202020204" pitchFamily="34" charset="0"/>
            </a:endParaRPr>
          </a:p>
          <a:p>
            <a:pPr marL="457200" lvl="0" indent="-228600" algn="just">
              <a:spcBef>
                <a:spcPts val="0"/>
              </a:spcBef>
              <a:spcAft>
                <a:spcPts val="0"/>
              </a:spcAft>
              <a:buSzPts val="1600"/>
              <a:buFont typeface="Arial" panose="020B0604020202020204" pitchFamily="34" charset="0"/>
              <a:buChar char="•"/>
            </a:pPr>
            <a:r>
              <a:rPr lang="en-US" dirty="0">
                <a:cs typeface="Arial" panose="020B0604020202020204" pitchFamily="34" charset="0"/>
              </a:rPr>
              <a:t>Originally, the Internet was designed as a means for distributing information across a robust, non centralized network of computers in a </a:t>
            </a:r>
            <a:r>
              <a:rPr lang="en-US" dirty="0">
                <a:ln w="0"/>
                <a:solidFill>
                  <a:schemeClr val="accent1"/>
                </a:solidFill>
                <a:effectLst>
                  <a:outerShdw blurRad="38100" dist="25400" dir="5400000" algn="ctr" rotWithShape="0">
                    <a:srgbClr val="6E747A">
                      <a:alpha val="43000"/>
                    </a:srgbClr>
                  </a:outerShdw>
                </a:effectLst>
                <a:cs typeface="Arial" panose="020B0604020202020204" pitchFamily="34" charset="0"/>
              </a:rPr>
              <a:t>time of national emergency</a:t>
            </a:r>
            <a:r>
              <a:rPr lang="en-US" dirty="0">
                <a:cs typeface="Arial" panose="020B0604020202020204" pitchFamily="34" charset="0"/>
              </a:rPr>
              <a:t>. </a:t>
            </a:r>
          </a:p>
          <a:p>
            <a:pPr marL="457200" lvl="0" indent="-228600" algn="just">
              <a:spcBef>
                <a:spcPts val="0"/>
              </a:spcBef>
              <a:spcAft>
                <a:spcPts val="0"/>
              </a:spcAft>
              <a:buSzPts val="1600"/>
              <a:buFont typeface="Arial" panose="020B0604020202020204" pitchFamily="34" charset="0"/>
              <a:buChar char="•"/>
            </a:pPr>
            <a:endParaRPr lang="en-US" dirty="0">
              <a:cs typeface="Arial" panose="020B0604020202020204" pitchFamily="34" charset="0"/>
            </a:endParaRPr>
          </a:p>
          <a:p>
            <a:pPr marL="457200" lvl="0" indent="-228600" algn="just">
              <a:spcBef>
                <a:spcPts val="0"/>
              </a:spcBef>
              <a:spcAft>
                <a:spcPts val="0"/>
              </a:spcAft>
              <a:buSzPts val="1600"/>
              <a:buFont typeface="Arial" panose="020B0604020202020204" pitchFamily="34" charset="0"/>
              <a:buChar char="•"/>
            </a:pPr>
            <a:r>
              <a:rPr lang="en-US" dirty="0">
                <a:cs typeface="Arial" panose="020B0604020202020204" pitchFamily="34" charset="0"/>
              </a:rPr>
              <a:t>However, as more organizations and people adopted the Internet, </a:t>
            </a:r>
            <a:r>
              <a:rPr lang="en-US" dirty="0">
                <a:ln w="0"/>
                <a:solidFill>
                  <a:schemeClr val="accent1"/>
                </a:solidFill>
                <a:effectLst>
                  <a:outerShdw blurRad="38100" dist="25400" dir="5400000" algn="ctr" rotWithShape="0">
                    <a:srgbClr val="6E747A">
                      <a:alpha val="43000"/>
                    </a:srgbClr>
                  </a:outerShdw>
                </a:effectLst>
                <a:cs typeface="Arial" panose="020B0604020202020204" pitchFamily="34" charset="0"/>
              </a:rPr>
              <a:t>the need grew for easier access to resources</a:t>
            </a:r>
            <a:r>
              <a:rPr lang="en-US" dirty="0">
                <a:cs typeface="Arial" panose="020B0604020202020204" pitchFamily="34" charset="0"/>
              </a:rPr>
              <a:t> and for a richer display of information. Publishing HTML-formatted documents on the Internet via the World Wide Web proved to be the answer to these needs.</a:t>
            </a:r>
          </a:p>
          <a:p>
            <a:pPr marL="457200" lvl="0" indent="-228600" algn="just">
              <a:spcBef>
                <a:spcPts val="0"/>
              </a:spcBef>
              <a:spcAft>
                <a:spcPts val="0"/>
              </a:spcAft>
              <a:buSzPts val="1600"/>
              <a:buFont typeface="Arial" panose="020B0604020202020204" pitchFamily="34" charset="0"/>
              <a:buChar char="•"/>
            </a:pPr>
            <a:endParaRPr lang="en-US" dirty="0">
              <a:cs typeface="Arial" panose="020B0604020202020204" pitchFamily="34" charset="0"/>
            </a:endParaRPr>
          </a:p>
          <a:p>
            <a:pPr marL="457200" lvl="0" indent="-228600" algn="just">
              <a:spcBef>
                <a:spcPts val="0"/>
              </a:spcBef>
              <a:spcAft>
                <a:spcPts val="0"/>
              </a:spcAft>
              <a:buSzPts val="1600"/>
              <a:buFont typeface="Arial" panose="020B0604020202020204" pitchFamily="34" charset="0"/>
              <a:buChar char="•"/>
            </a:pPr>
            <a:r>
              <a:rPr lang="en-US" dirty="0">
                <a:ln w="0"/>
                <a:solidFill>
                  <a:schemeClr val="accent1"/>
                </a:solidFill>
                <a:effectLst>
                  <a:outerShdw blurRad="38100" dist="25400" dir="5400000" algn="ctr" rotWithShape="0">
                    <a:srgbClr val="6E747A">
                      <a:alpha val="43000"/>
                    </a:srgbClr>
                  </a:outerShdw>
                </a:effectLst>
                <a:cs typeface="Arial" panose="020B0604020202020204" pitchFamily="34" charset="0"/>
              </a:rPr>
              <a:t>Hypertext means that the document contains links</a:t>
            </a:r>
            <a:r>
              <a:rPr lang="en-US" dirty="0">
                <a:cs typeface="Arial" panose="020B0604020202020204" pitchFamily="34" charset="0"/>
              </a:rPr>
              <a:t> that allow the reader to jump to other places in the document or to another document altogether. The latest version is known as HTML5</a:t>
            </a:r>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376926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HTML?</a:t>
            </a:r>
          </a:p>
        </p:txBody>
      </p:sp>
      <p:sp>
        <p:nvSpPr>
          <p:cNvPr id="5" name="Content Placeholder 4"/>
          <p:cNvSpPr>
            <a:spLocks noGrp="1"/>
          </p:cNvSpPr>
          <p:nvPr>
            <p:ph idx="1"/>
          </p:nvPr>
        </p:nvSpPr>
        <p:spPr/>
        <p:txBody>
          <a:bodyPr>
            <a:normAutofit lnSpcReduction="10000"/>
          </a:bodyPr>
          <a:lstStyle/>
          <a:p>
            <a:pPr marL="457200" lvl="0" indent="-228600" algn="just">
              <a:lnSpc>
                <a:spcPct val="150000"/>
              </a:lnSpc>
              <a:spcBef>
                <a:spcPts val="0"/>
              </a:spcBef>
              <a:spcAft>
                <a:spcPts val="600"/>
              </a:spcAft>
              <a:buSzPts val="1600"/>
              <a:buFont typeface="Arial" panose="020B0604020202020204" pitchFamily="34" charset="0"/>
              <a:buChar char="•"/>
            </a:pPr>
            <a:r>
              <a:rPr lang="en-US" dirty="0" smtClean="0">
                <a:ln w="0"/>
                <a:solidFill>
                  <a:schemeClr val="accent1"/>
                </a:solidFill>
                <a:effectLst>
                  <a:outerShdw blurRad="38100" dist="25400" dir="5400000" algn="ctr" rotWithShape="0">
                    <a:srgbClr val="6E747A">
                      <a:alpha val="43000"/>
                    </a:srgbClr>
                  </a:outerShdw>
                </a:effectLst>
              </a:rPr>
              <a:t>Markup </a:t>
            </a:r>
            <a:r>
              <a:rPr lang="en-US" dirty="0">
                <a:ln w="0"/>
                <a:solidFill>
                  <a:schemeClr val="accent1"/>
                </a:solidFill>
                <a:effectLst>
                  <a:outerShdw blurRad="38100" dist="25400" dir="5400000" algn="ctr" rotWithShape="0">
                    <a:srgbClr val="6E747A">
                      <a:alpha val="43000"/>
                    </a:srgbClr>
                  </a:outerShdw>
                </a:effectLst>
              </a:rPr>
              <a:t>languages prepare design of a page. These are presentational languages, and it doesn’t include any kind of logic or algorithm. </a:t>
            </a:r>
          </a:p>
          <a:p>
            <a:pPr marL="457200" lvl="0" indent="-228600" algn="just">
              <a:lnSpc>
                <a:spcPct val="150000"/>
              </a:lnSpc>
              <a:spcBef>
                <a:spcPts val="0"/>
              </a:spcBef>
              <a:spcAft>
                <a:spcPts val="600"/>
              </a:spcAft>
              <a:buSzPts val="1600"/>
              <a:buFont typeface="Arial" panose="020B0604020202020204" pitchFamily="34" charset="0"/>
              <a:buChar char="•"/>
            </a:pPr>
            <a:r>
              <a:rPr lang="en-US" dirty="0"/>
              <a:t>To do this HTML uses two things: tags and attributes.</a:t>
            </a:r>
          </a:p>
          <a:p>
            <a:pPr marL="457200" lvl="0" indent="-228600" algn="just">
              <a:lnSpc>
                <a:spcPct val="150000"/>
              </a:lnSpc>
              <a:spcBef>
                <a:spcPts val="0"/>
              </a:spcBef>
              <a:spcAft>
                <a:spcPts val="600"/>
              </a:spcAft>
              <a:buSzPts val="1400"/>
              <a:buFont typeface="Arial" panose="020B0604020202020204" pitchFamily="34" charset="0"/>
              <a:buChar char="•"/>
            </a:pPr>
            <a:r>
              <a:rPr lang="en-US" dirty="0" smtClean="0"/>
              <a:t>It </a:t>
            </a:r>
            <a:r>
              <a:rPr lang="en-US" dirty="0"/>
              <a:t>defines the structure of webpages and determines how data is displayed online.</a:t>
            </a:r>
          </a:p>
          <a:p>
            <a:pPr marL="457200" lvl="0" indent="-228600" algn="just">
              <a:lnSpc>
                <a:spcPct val="150000"/>
              </a:lnSpc>
              <a:spcBef>
                <a:spcPts val="0"/>
              </a:spcBef>
              <a:spcAft>
                <a:spcPts val="600"/>
              </a:spcAft>
              <a:buSzPts val="1600"/>
              <a:buFont typeface="Arial" panose="020B0604020202020204" pitchFamily="34" charset="0"/>
              <a:buChar char="•"/>
            </a:pPr>
            <a:r>
              <a:rPr lang="en-US" dirty="0"/>
              <a:t>HTML is used to indicate what text should be considered a heading, where paragraphs start and end, and what images should appear in the document, and to specify links between different pages. </a:t>
            </a:r>
          </a:p>
          <a:p>
            <a:pPr marL="457200" lvl="0" indent="-228600" algn="just">
              <a:lnSpc>
                <a:spcPct val="150000"/>
              </a:lnSpc>
              <a:spcBef>
                <a:spcPts val="0"/>
              </a:spcBef>
              <a:spcAft>
                <a:spcPts val="600"/>
              </a:spcAft>
              <a:buSzPts val="1600"/>
              <a:buFont typeface="Arial" panose="020B0604020202020204" pitchFamily="34" charset="0"/>
              <a:buChar char="•"/>
            </a:pPr>
            <a:r>
              <a:rPr lang="en-US" dirty="0" smtClean="0">
                <a:ln w="0"/>
                <a:solidFill>
                  <a:schemeClr val="accent1"/>
                </a:solidFill>
                <a:effectLst>
                  <a:outerShdw blurRad="38100" dist="25400" dir="5400000" algn="ctr" rotWithShape="0">
                    <a:srgbClr val="6E747A">
                      <a:alpha val="43000"/>
                    </a:srgbClr>
                  </a:outerShdw>
                </a:effectLst>
              </a:rPr>
              <a:t>It </a:t>
            </a:r>
            <a:r>
              <a:rPr lang="en-US" dirty="0">
                <a:ln w="0"/>
                <a:solidFill>
                  <a:schemeClr val="accent1"/>
                </a:solidFill>
                <a:effectLst>
                  <a:outerShdw blurRad="38100" dist="25400" dir="5400000" algn="ctr" rotWithShape="0">
                    <a:srgbClr val="6E747A">
                      <a:alpha val="43000"/>
                    </a:srgbClr>
                  </a:outerShdw>
                </a:effectLst>
              </a:rPr>
              <a:t>Is directly interpreted by the browser</a:t>
            </a:r>
            <a:r>
              <a:rPr lang="en-US" dirty="0" smtClean="0"/>
              <a:t>.</a:t>
            </a:r>
            <a:endParaRPr lang="en-US" dirty="0"/>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2189284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158bda26af7_1_28"/>
          <p:cNvSpPr txBox="1">
            <a:spLocks noGrp="1"/>
          </p:cNvSpPr>
          <p:nvPr>
            <p:ph type="title"/>
          </p:nvPr>
        </p:nvSpPr>
        <p:spPr>
          <a:prstGeom prst="rect">
            <a:avLst/>
          </a:prstGeom>
        </p:spPr>
        <p:txBody>
          <a:bodyPr spcFirstLastPara="1" vert="horz" lIns="91440" tIns="45720" rIns="91440" bIns="45720" rtlCol="0" anchor="ctr" anchorCtr="0">
            <a:normAutofit/>
          </a:bodyPr>
          <a:lstStyle/>
          <a:p>
            <a:pPr marL="0" lvl="0" indent="0">
              <a:spcAft>
                <a:spcPts val="0"/>
              </a:spcAft>
            </a:pPr>
            <a:r>
              <a:rPr lang="en-US" kern="1200" dirty="0">
                <a:solidFill>
                  <a:schemeClr val="tx1"/>
                </a:solidFill>
                <a:latin typeface="+mj-lt"/>
                <a:ea typeface="+mj-ea"/>
                <a:cs typeface="+mj-cs"/>
              </a:rPr>
              <a:t>How HTML works</a:t>
            </a:r>
          </a:p>
        </p:txBody>
      </p:sp>
      <p:sp>
        <p:nvSpPr>
          <p:cNvPr id="2" name="Content Placeholder 1"/>
          <p:cNvSpPr>
            <a:spLocks noGrp="1"/>
          </p:cNvSpPr>
          <p:nvPr>
            <p:ph idx="1"/>
          </p:nvPr>
        </p:nvSpPr>
        <p:spPr>
          <a:xfrm>
            <a:off x="545690" y="1845733"/>
            <a:ext cx="11282516" cy="4289595"/>
          </a:xfrm>
        </p:spPr>
        <p:txBody>
          <a:bodyPr/>
          <a:lstStyle/>
          <a:p>
            <a:r>
              <a:rPr lang="en-US" dirty="0"/>
              <a:t>The code used to make them </a:t>
            </a:r>
            <a:r>
              <a:rPr lang="en-US" dirty="0">
                <a:ln w="0"/>
                <a:solidFill>
                  <a:schemeClr val="accent1"/>
                </a:solidFill>
                <a:effectLst>
                  <a:outerShdw blurRad="38100" dist="25400" dir="5400000" algn="ctr" rotWithShape="0">
                    <a:srgbClr val="6E747A">
                      <a:alpha val="43000"/>
                    </a:srgbClr>
                  </a:outerShdw>
                </a:effectLst>
              </a:rPr>
              <a:t>visually appealing is known as CSS </a:t>
            </a:r>
            <a:r>
              <a:rPr lang="en-US" dirty="0"/>
              <a:t>and we shall focus on this in a later lesson. For now, we will focus on teaching you how to build rather than design. So basically, it involves formatting data, or it controls the presentation of data</a:t>
            </a:r>
            <a:r>
              <a:rPr lang="en-US" dirty="0" smtClean="0"/>
              <a:t>.</a:t>
            </a:r>
          </a:p>
          <a:p>
            <a:pPr marL="139700" lvl="0" indent="0" algn="just">
              <a:lnSpc>
                <a:spcPct val="115000"/>
              </a:lnSpc>
              <a:spcAft>
                <a:spcPts val="0"/>
              </a:spcAft>
              <a:buSzPts val="1400"/>
              <a:buNone/>
            </a:pPr>
            <a:r>
              <a:rPr lang="en-US" dirty="0">
                <a:ln w="0"/>
                <a:solidFill>
                  <a:schemeClr val="accent1"/>
                </a:solidFill>
                <a:effectLst>
                  <a:outerShdw blurRad="38100" dist="25400" dir="5400000" algn="ctr" rotWithShape="0">
                    <a:srgbClr val="6E747A">
                      <a:alpha val="43000"/>
                    </a:srgbClr>
                  </a:outerShdw>
                </a:effectLst>
              </a:rPr>
              <a:t>HTML files have .html extension. </a:t>
            </a:r>
            <a:endParaRPr lang="en-US" dirty="0" smtClean="0">
              <a:ln w="0"/>
              <a:solidFill>
                <a:schemeClr val="accent1"/>
              </a:solidFill>
              <a:effectLst>
                <a:outerShdw blurRad="38100" dist="25400" dir="5400000" algn="ctr" rotWithShape="0">
                  <a:srgbClr val="6E747A">
                    <a:alpha val="43000"/>
                  </a:srgbClr>
                </a:outerShdw>
              </a:effectLst>
            </a:endParaRPr>
          </a:p>
          <a:p>
            <a:pPr marL="139700" lvl="0" indent="0" algn="just">
              <a:lnSpc>
                <a:spcPct val="115000"/>
              </a:lnSpc>
              <a:spcAft>
                <a:spcPts val="0"/>
              </a:spcAft>
              <a:buSzPts val="1400"/>
              <a:buNone/>
            </a:pPr>
            <a:r>
              <a:rPr lang="en-US" dirty="0" smtClean="0">
                <a:ln w="0"/>
                <a:solidFill>
                  <a:schemeClr val="accent1"/>
                </a:solidFill>
                <a:effectLst>
                  <a:outerShdw blurRad="38100" dist="25400" dir="5400000" algn="ctr" rotWithShape="0">
                    <a:srgbClr val="6E747A">
                      <a:alpha val="43000"/>
                    </a:srgbClr>
                  </a:outerShdw>
                </a:effectLst>
              </a:rPr>
              <a:t>HTML </a:t>
            </a:r>
            <a:r>
              <a:rPr lang="en-US" dirty="0">
                <a:ln w="0"/>
                <a:solidFill>
                  <a:schemeClr val="accent1"/>
                </a:solidFill>
                <a:effectLst>
                  <a:outerShdw blurRad="38100" dist="25400" dir="5400000" algn="ctr" rotWithShape="0">
                    <a:srgbClr val="6E747A">
                      <a:alpha val="43000"/>
                    </a:srgbClr>
                  </a:outerShdw>
                </a:effectLst>
              </a:rPr>
              <a:t>is not case-sensitive</a:t>
            </a:r>
            <a:r>
              <a:rPr lang="en-US" dirty="0"/>
              <a:t>, multiple spaces will appear as a single </a:t>
            </a:r>
            <a:r>
              <a:rPr lang="en-US" dirty="0">
                <a:ln w="0"/>
                <a:solidFill>
                  <a:schemeClr val="accent1"/>
                </a:solidFill>
                <a:effectLst>
                  <a:outerShdw blurRad="38100" dist="25400" dir="5400000" algn="ctr" rotWithShape="0">
                    <a:srgbClr val="6E747A">
                      <a:alpha val="43000"/>
                    </a:srgbClr>
                  </a:outerShdw>
                </a:effectLst>
              </a:rPr>
              <a:t>space blank and new lines are ignored</a:t>
            </a:r>
            <a:r>
              <a:rPr lang="en-US" dirty="0"/>
              <a:t>.</a:t>
            </a:r>
          </a:p>
          <a:p>
            <a:pPr marL="139700" lvl="0" indent="0" algn="just">
              <a:lnSpc>
                <a:spcPct val="115000"/>
              </a:lnSpc>
              <a:spcBef>
                <a:spcPts val="0"/>
              </a:spcBef>
              <a:spcAft>
                <a:spcPts val="0"/>
              </a:spcAft>
              <a:buSzPts val="1400"/>
              <a:buNone/>
            </a:pPr>
            <a:r>
              <a:rPr lang="en-US" dirty="0"/>
              <a:t>While getting started with HTML, you will likely encounter new and often strange terms. Over time you will become more and more familiar with all of them, but the </a:t>
            </a:r>
            <a:r>
              <a:rPr lang="en-US" b="1" dirty="0"/>
              <a:t>three common HTML terms you should begin with are tags, elements, and attributes</a:t>
            </a:r>
            <a:r>
              <a:rPr lang="en-US" b="1" dirty="0" smtClean="0"/>
              <a:t>.</a:t>
            </a:r>
            <a:endParaRPr lang="en-US" dirty="0"/>
          </a:p>
        </p:txBody>
      </p:sp>
      <p:sp>
        <p:nvSpPr>
          <p:cNvPr id="227" name="Google Shape;227;g158bda26af7_1_28"/>
          <p:cNvSpPr txBox="1">
            <a:spLocks noGrp="1"/>
          </p:cNvSpPr>
          <p:nvPr>
            <p:ph type="sldNum" sz="quarter" idx="12"/>
          </p:nvPr>
        </p:nvSpPr>
        <p:spPr>
          <a:prstGeom prst="rect">
            <a:avLst/>
          </a:prstGeom>
        </p:spPr>
        <p:txBody>
          <a:bodyPr spcFirstLastPara="1" vert="horz" lIns="91440" tIns="45720" rIns="91440" bIns="45720" rtlCol="0" anchor="ctr" anchorCtr="0">
            <a:normAutofit/>
          </a:bodyPr>
          <a:lstStyle/>
          <a:p>
            <a:pPr lvl="0" indent="0">
              <a:spcBef>
                <a:spcPts val="0"/>
              </a:spcBef>
              <a:spcAft>
                <a:spcPts val="600"/>
              </a:spcAft>
              <a:buClr>
                <a:srgbClr val="000000"/>
              </a:buClr>
              <a:buFont typeface="Arial"/>
              <a:buNone/>
            </a:pPr>
            <a:fld id="{00000000-1234-1234-1234-123412341234}" type="slidenum">
              <a:rPr lang="en-US">
                <a:solidFill>
                  <a:srgbClr val="FFFFFF"/>
                </a:solidFill>
              </a:rPr>
              <a:pPr lvl="0" indent="0">
                <a:spcBef>
                  <a:spcPts val="0"/>
                </a:spcBef>
                <a:spcAft>
                  <a:spcPts val="600"/>
                </a:spcAft>
                <a:buClr>
                  <a:srgbClr val="000000"/>
                </a:buClr>
                <a:buFont typeface="Arial"/>
                <a:buNone/>
              </a:pPr>
              <a:t>10</a:t>
            </a:fld>
            <a:endParaRPr lang="en-US">
              <a:solidFill>
                <a:srgbClr val="FFFFFF"/>
              </a:solidFill>
            </a:endParaRPr>
          </a:p>
        </p:txBody>
      </p:sp>
    </p:spTree>
    <p:extLst>
      <p:ext uri="{BB962C8B-B14F-4D97-AF65-F5344CB8AC3E}">
        <p14:creationId xmlns:p14="http://schemas.microsoft.com/office/powerpoint/2010/main" val="18682863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24"/>
        <p:cNvGrpSpPr/>
        <p:nvPr/>
      </p:nvGrpSpPr>
      <p:grpSpPr>
        <a:xfrm>
          <a:off x="0" y="0"/>
          <a:ext cx="0" cy="0"/>
          <a:chOff x="0" y="0"/>
          <a:chExt cx="0" cy="0"/>
        </a:xfrm>
      </p:grpSpPr>
      <p:sp>
        <p:nvSpPr>
          <p:cNvPr id="225" name="Google Shape;225;g158bda26af7_1_28"/>
          <p:cNvSpPr txBox="1">
            <a:spLocks noGrp="1"/>
          </p:cNvSpPr>
          <p:nvPr>
            <p:ph type="title"/>
          </p:nvPr>
        </p:nvSpPr>
        <p:spPr>
          <a:xfrm>
            <a:off x="1136428" y="627564"/>
            <a:ext cx="7474172" cy="1325563"/>
          </a:xfrm>
          <a:prstGeom prst="rect">
            <a:avLst/>
          </a:prstGeom>
        </p:spPr>
        <p:txBody>
          <a:bodyPr spcFirstLastPara="1" vert="horz" lIns="91440" tIns="45720" rIns="91440" bIns="45720" rtlCol="0" anchor="ctr" anchorCtr="0">
            <a:normAutofit/>
          </a:bodyPr>
          <a:lstStyle/>
          <a:p>
            <a:pPr marL="0" lvl="0" indent="0">
              <a:spcAft>
                <a:spcPts val="0"/>
              </a:spcAft>
            </a:pPr>
            <a:r>
              <a:rPr lang="en-US" kern="1200" dirty="0" smtClean="0">
                <a:solidFill>
                  <a:schemeClr val="tx1"/>
                </a:solidFill>
                <a:latin typeface="+mj-lt"/>
                <a:ea typeface="+mj-ea"/>
                <a:cs typeface="+mj-cs"/>
              </a:rPr>
              <a:t>Tags</a:t>
            </a:r>
            <a:endParaRPr lang="en-US" kern="1200" dirty="0">
              <a:solidFill>
                <a:schemeClr val="tx1"/>
              </a:solidFill>
              <a:latin typeface="+mj-lt"/>
              <a:ea typeface="+mj-ea"/>
              <a:cs typeface="+mj-cs"/>
            </a:endParaRPr>
          </a:p>
        </p:txBody>
      </p:sp>
      <p:sp>
        <p:nvSpPr>
          <p:cNvPr id="226" name="Google Shape;226;g158bda26af7_1_28"/>
          <p:cNvSpPr txBox="1"/>
          <p:nvPr/>
        </p:nvSpPr>
        <p:spPr>
          <a:xfrm>
            <a:off x="162233" y="1953127"/>
            <a:ext cx="8753168" cy="4403223"/>
          </a:xfrm>
          <a:prstGeom prst="rect">
            <a:avLst/>
          </a:prstGeom>
        </p:spPr>
        <p:txBody>
          <a:bodyPr spcFirstLastPara="1" vert="horz" lIns="91440" tIns="45720" rIns="91440" bIns="45720" rtlCol="0" anchor="ctr" anchorCtr="0">
            <a:normAutofit lnSpcReduction="10000"/>
          </a:bodyPr>
          <a:lstStyle/>
          <a:p>
            <a:pPr marL="457200" lvl="0" indent="-228600" algn="just">
              <a:spcBef>
                <a:spcPts val="0"/>
              </a:spcBef>
              <a:spcAft>
                <a:spcPts val="600"/>
              </a:spcAft>
              <a:buSzPts val="1400"/>
              <a:buFont typeface="Arial" panose="020B0604020202020204" pitchFamily="34" charset="0"/>
              <a:buChar char="•"/>
            </a:pPr>
            <a:r>
              <a:rPr lang="en-US" sz="1600" dirty="0"/>
              <a:t>The use of less-than and greater-than angle brackets surrounding an element creates what is known as a tag. </a:t>
            </a:r>
          </a:p>
          <a:p>
            <a:pPr marL="457200" lvl="0" indent="-228600" algn="just">
              <a:spcBef>
                <a:spcPts val="0"/>
              </a:spcBef>
              <a:spcAft>
                <a:spcPts val="600"/>
              </a:spcAft>
              <a:buSzPts val="1400"/>
              <a:buFont typeface="Arial" panose="020B0604020202020204" pitchFamily="34" charset="0"/>
              <a:buChar char="•"/>
            </a:pPr>
            <a:endParaRPr lang="en-US" sz="1600" dirty="0"/>
          </a:p>
          <a:p>
            <a:pPr marL="457200" lvl="0" indent="-228600" algn="just">
              <a:spcBef>
                <a:spcPts val="0"/>
              </a:spcBef>
              <a:spcAft>
                <a:spcPts val="600"/>
              </a:spcAft>
              <a:buSzPts val="1400"/>
              <a:buFont typeface="Arial" panose="020B0604020202020204" pitchFamily="34" charset="0"/>
              <a:buChar char="•"/>
            </a:pPr>
            <a:r>
              <a:rPr lang="en-US" sz="1600" dirty="0"/>
              <a:t>Tags most commonly occur in pairs of opening and closing tags.</a:t>
            </a:r>
          </a:p>
          <a:p>
            <a:pPr lvl="0" algn="just">
              <a:spcBef>
                <a:spcPts val="0"/>
              </a:spcBef>
              <a:spcAft>
                <a:spcPts val="600"/>
              </a:spcAft>
            </a:pPr>
            <a:endParaRPr lang="en-US" sz="1600" dirty="0"/>
          </a:p>
          <a:p>
            <a:pPr marL="457200" lvl="0" indent="-228600" algn="just">
              <a:spcBef>
                <a:spcPts val="0"/>
              </a:spcBef>
              <a:spcAft>
                <a:spcPts val="600"/>
              </a:spcAft>
              <a:buSzPts val="1400"/>
              <a:buFont typeface="Arial" panose="020B0604020202020204" pitchFamily="34" charset="0"/>
              <a:buChar char="•"/>
            </a:pPr>
            <a:r>
              <a:rPr lang="en-US" sz="1600" dirty="0"/>
              <a:t>An opening tag marks the beginning of an element. It consists of a less-than sign followed by an element’s name, and then ends with a greater-than sign; for example, </a:t>
            </a:r>
            <a:r>
              <a:rPr lang="en-US" sz="1600" b="1" dirty="0"/>
              <a:t>&lt;div&gt;.</a:t>
            </a:r>
          </a:p>
          <a:p>
            <a:pPr lvl="0" indent="-228600" algn="just">
              <a:spcAft>
                <a:spcPts val="600"/>
              </a:spcAft>
              <a:buFont typeface="Arial" panose="020B0604020202020204" pitchFamily="34" charset="0"/>
              <a:buChar char="•"/>
            </a:pPr>
            <a:endParaRPr lang="en-US" sz="1600" dirty="0"/>
          </a:p>
          <a:p>
            <a:pPr marL="457200" lvl="0" indent="-228600" algn="just">
              <a:spcBef>
                <a:spcPts val="0"/>
              </a:spcBef>
              <a:spcAft>
                <a:spcPts val="600"/>
              </a:spcAft>
              <a:buSzPts val="1400"/>
              <a:buFont typeface="Arial" panose="020B0604020202020204" pitchFamily="34" charset="0"/>
              <a:buChar char="•"/>
            </a:pPr>
            <a:r>
              <a:rPr lang="en-US" sz="1600" dirty="0"/>
              <a:t>A closing tag marks the end of an element. It consists of a less-than sign followed by a forward slash and the element’s name, and then ends with a greater-than sign; for example, </a:t>
            </a:r>
            <a:r>
              <a:rPr lang="en-US" sz="1600" b="1" dirty="0"/>
              <a:t>&lt;/div&gt;.</a:t>
            </a:r>
          </a:p>
          <a:p>
            <a:pPr lvl="0" indent="-228600" algn="just">
              <a:spcAft>
                <a:spcPts val="600"/>
              </a:spcAft>
              <a:buFont typeface="Arial" panose="020B0604020202020204" pitchFamily="34" charset="0"/>
              <a:buChar char="•"/>
            </a:pPr>
            <a:endParaRPr lang="en-US" sz="1600" dirty="0"/>
          </a:p>
          <a:p>
            <a:pPr marL="457200" lvl="0" indent="-228600" algn="just">
              <a:spcBef>
                <a:spcPts val="0"/>
              </a:spcBef>
              <a:spcAft>
                <a:spcPts val="600"/>
              </a:spcAft>
              <a:buSzPts val="1400"/>
              <a:buFont typeface="Arial" panose="020B0604020202020204" pitchFamily="34" charset="0"/>
              <a:buChar char="•"/>
            </a:pPr>
            <a:r>
              <a:rPr lang="en-US" sz="1600" dirty="0"/>
              <a:t>The content that falls between the opening and closing tags is the content of that element. An anchor link, for example, will have an opening tag of &lt;a&gt; and a closing tag of &lt;/a&gt;. What falls between these two tags will be the content of the anchor link. </a:t>
            </a:r>
          </a:p>
          <a:p>
            <a:pPr marL="2971800" lvl="0" algn="just">
              <a:spcBef>
                <a:spcPts val="0"/>
              </a:spcBef>
              <a:spcAft>
                <a:spcPts val="600"/>
              </a:spcAft>
            </a:pPr>
            <a:r>
              <a:rPr lang="en-US" sz="1600" b="1" dirty="0"/>
              <a:t>&lt;a&gt;…Content…&lt;/a&gt;</a:t>
            </a:r>
          </a:p>
          <a:p>
            <a:pPr lvl="0" indent="-228600" algn="just">
              <a:spcAft>
                <a:spcPts val="600"/>
              </a:spcAft>
              <a:buFont typeface="Arial" panose="020B0604020202020204" pitchFamily="34" charset="0"/>
              <a:buChar char="•"/>
            </a:pPr>
            <a:endParaRPr lang="en-US" sz="1600" dirty="0"/>
          </a:p>
        </p:txBody>
      </p:sp>
      <p:sp>
        <p:nvSpPr>
          <p:cNvPr id="234" name="Rectangle 233">
            <a:extLst>
              <a:ext uri="{FF2B5EF4-FFF2-40B4-BE49-F238E27FC236}">
                <a16:creationId xmlns:a16="http://schemas.microsoft.com/office/drawing/2014/main" id="{59A309A7-1751-4ABE-A3C1-EEC40366AD8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967D8EB6-EAE1-4F9C-B398-83321E28720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1" name="Graphic 230" descr="Label">
            <a:extLst>
              <a:ext uri="{FF2B5EF4-FFF2-40B4-BE49-F238E27FC236}">
                <a16:creationId xmlns:a16="http://schemas.microsoft.com/office/drawing/2014/main" id="{DE8E30FA-2211-B895-D021-72238D8C268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9413987" y="2857501"/>
            <a:ext cx="1142998" cy="1142998"/>
          </a:xfrm>
          <a:prstGeom prst="rect">
            <a:avLst/>
          </a:prstGeom>
        </p:spPr>
      </p:pic>
      <p:sp>
        <p:nvSpPr>
          <p:cNvPr id="227" name="Google Shape;227;g158bda26af7_1_28"/>
          <p:cNvSpPr txBox="1">
            <a:spLocks noGrp="1"/>
          </p:cNvSpPr>
          <p:nvPr>
            <p:ph type="sldNum" sz="quarter" idx="12"/>
          </p:nvPr>
        </p:nvSpPr>
        <p:spPr>
          <a:xfrm>
            <a:off x="10341428" y="6356350"/>
            <a:ext cx="1012371"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Clr>
                <a:srgbClr val="000000"/>
              </a:buClr>
              <a:buFont typeface="Arial"/>
              <a:buNone/>
            </a:pPr>
            <a:fld id="{00000000-1234-1234-1234-123412341234}" type="slidenum">
              <a:rPr lang="en-US">
                <a:solidFill>
                  <a:srgbClr val="FFFFFF"/>
                </a:solidFill>
              </a:rPr>
              <a:pPr lvl="0" indent="0">
                <a:spcBef>
                  <a:spcPts val="0"/>
                </a:spcBef>
                <a:spcAft>
                  <a:spcPts val="600"/>
                </a:spcAft>
                <a:buClr>
                  <a:srgbClr val="000000"/>
                </a:buClr>
                <a:buFont typeface="Arial"/>
                <a:buNone/>
              </a:pPr>
              <a:t>11</a:t>
            </a:fld>
            <a:endParaRPr lang="en-US">
              <a:solidFill>
                <a:srgbClr val="FFFFFF"/>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24"/>
        <p:cNvGrpSpPr/>
        <p:nvPr/>
      </p:nvGrpSpPr>
      <p:grpSpPr>
        <a:xfrm>
          <a:off x="0" y="0"/>
          <a:ext cx="0" cy="0"/>
          <a:chOff x="0" y="0"/>
          <a:chExt cx="0" cy="0"/>
        </a:xfrm>
      </p:grpSpPr>
      <p:sp>
        <p:nvSpPr>
          <p:cNvPr id="225" name="Google Shape;225;g158bda26af7_1_28"/>
          <p:cNvSpPr txBox="1">
            <a:spLocks noGrp="1"/>
          </p:cNvSpPr>
          <p:nvPr>
            <p:ph type="title"/>
          </p:nvPr>
        </p:nvSpPr>
        <p:spPr>
          <a:xfrm>
            <a:off x="1136428" y="627564"/>
            <a:ext cx="7474172" cy="1325563"/>
          </a:xfrm>
          <a:prstGeom prst="rect">
            <a:avLst/>
          </a:prstGeom>
        </p:spPr>
        <p:txBody>
          <a:bodyPr spcFirstLastPara="1" vert="horz" lIns="91440" tIns="45720" rIns="91440" bIns="45720" rtlCol="0" anchor="ctr" anchorCtr="0">
            <a:normAutofit/>
          </a:bodyPr>
          <a:lstStyle/>
          <a:p>
            <a:pPr marL="0" lvl="0" indent="0">
              <a:spcAft>
                <a:spcPts val="0"/>
              </a:spcAft>
            </a:pPr>
            <a:r>
              <a:rPr lang="en-US" kern="1200" dirty="0" smtClean="0">
                <a:solidFill>
                  <a:schemeClr val="tx1"/>
                </a:solidFill>
                <a:latin typeface="+mj-lt"/>
                <a:ea typeface="+mj-ea"/>
                <a:cs typeface="+mj-cs"/>
              </a:rPr>
              <a:t>Elements</a:t>
            </a:r>
            <a:endParaRPr lang="en-US" kern="1200" dirty="0">
              <a:solidFill>
                <a:schemeClr val="tx1"/>
              </a:solidFill>
              <a:latin typeface="+mj-lt"/>
              <a:ea typeface="+mj-ea"/>
              <a:cs typeface="+mj-cs"/>
            </a:endParaRPr>
          </a:p>
        </p:txBody>
      </p:sp>
      <p:sp>
        <p:nvSpPr>
          <p:cNvPr id="226" name="Google Shape;226;g158bda26af7_1_28"/>
          <p:cNvSpPr txBox="1"/>
          <p:nvPr/>
        </p:nvSpPr>
        <p:spPr>
          <a:xfrm>
            <a:off x="383459" y="1710813"/>
            <a:ext cx="8227142" cy="4645537"/>
          </a:xfrm>
          <a:prstGeom prst="rect">
            <a:avLst/>
          </a:prstGeom>
        </p:spPr>
        <p:txBody>
          <a:bodyPr spcFirstLastPara="1" vert="horz" lIns="91440" tIns="45720" rIns="91440" bIns="45720" rtlCol="0" anchor="ctr" anchorCtr="0">
            <a:normAutofit/>
          </a:bodyPr>
          <a:lstStyle/>
          <a:p>
            <a:pPr marL="457200" lvl="0" indent="-228600" algn="just">
              <a:spcBef>
                <a:spcPts val="0"/>
              </a:spcBef>
              <a:spcAft>
                <a:spcPts val="600"/>
              </a:spcAft>
              <a:buSzPts val="1400"/>
              <a:buFont typeface="Arial" panose="020B0604020202020204" pitchFamily="34" charset="0"/>
              <a:buChar char="•"/>
            </a:pPr>
            <a:r>
              <a:rPr lang="en-US" sz="1600" dirty="0"/>
              <a:t>An HTML element is defined by a start tag, some content, and an end tag. </a:t>
            </a:r>
          </a:p>
          <a:p>
            <a:pPr marL="457200" lvl="0" indent="-228600" algn="just">
              <a:spcBef>
                <a:spcPts val="0"/>
              </a:spcBef>
              <a:spcAft>
                <a:spcPts val="600"/>
              </a:spcAft>
              <a:buSzPts val="1400"/>
              <a:buFont typeface="Arial" panose="020B0604020202020204" pitchFamily="34" charset="0"/>
              <a:buChar char="•"/>
            </a:pPr>
            <a:r>
              <a:rPr lang="en-US" sz="1600" dirty="0"/>
              <a:t>Elements are designators that define the structure and content of objects within a page. </a:t>
            </a:r>
          </a:p>
          <a:p>
            <a:pPr marL="457200" lvl="0" indent="-228600" algn="just">
              <a:spcBef>
                <a:spcPts val="0"/>
              </a:spcBef>
              <a:spcAft>
                <a:spcPts val="600"/>
              </a:spcAft>
              <a:buSzPts val="1400"/>
              <a:buFont typeface="Arial" panose="020B0604020202020204" pitchFamily="34" charset="0"/>
              <a:buChar char="•"/>
            </a:pPr>
            <a:r>
              <a:rPr lang="en-US" sz="1600" dirty="0"/>
              <a:t>Some of the more frequently used elements include multiple levels of headings (identified as &lt;h1&gt; through &lt;h6&gt; elements) and </a:t>
            </a:r>
          </a:p>
          <a:p>
            <a:pPr marL="457200" lvl="0" indent="-228600" algn="just">
              <a:spcBef>
                <a:spcPts val="0"/>
              </a:spcBef>
              <a:spcAft>
                <a:spcPts val="600"/>
              </a:spcAft>
              <a:buSzPts val="1400"/>
              <a:buFont typeface="Arial" panose="020B0604020202020204" pitchFamily="34" charset="0"/>
              <a:buChar char="•"/>
            </a:pPr>
            <a:r>
              <a:rPr lang="en-US" sz="1600" dirty="0"/>
              <a:t>paragraphs (identified as the &lt;p&gt; element); </a:t>
            </a:r>
          </a:p>
          <a:p>
            <a:pPr marL="457200" lvl="0" indent="-228600" algn="just">
              <a:spcBef>
                <a:spcPts val="0"/>
              </a:spcBef>
              <a:spcAft>
                <a:spcPts val="600"/>
              </a:spcAft>
              <a:buSzPts val="1400"/>
              <a:buFont typeface="Arial" panose="020B0604020202020204" pitchFamily="34" charset="0"/>
              <a:buChar char="•"/>
            </a:pPr>
            <a:r>
              <a:rPr lang="en-US" sz="1600" dirty="0"/>
              <a:t>the list goes on to include the &lt;a&gt;, &lt;div&gt;, &lt;span&gt;, &lt;strong&gt;, and &lt;</a:t>
            </a:r>
            <a:r>
              <a:rPr lang="en-US" sz="1600" dirty="0" err="1"/>
              <a:t>em</a:t>
            </a:r>
            <a:r>
              <a:rPr lang="en-US" sz="1600" dirty="0"/>
              <a:t>&gt; elements, and many more.</a:t>
            </a:r>
          </a:p>
          <a:p>
            <a:pPr lvl="0" algn="just">
              <a:spcBef>
                <a:spcPts val="0"/>
              </a:spcBef>
              <a:spcAft>
                <a:spcPts val="600"/>
              </a:spcAft>
            </a:pPr>
            <a:r>
              <a:rPr lang="en-US" sz="1600" b="1" dirty="0"/>
              <a:t>	&lt;p&gt; I am trying to learn web &lt;/p&gt;</a:t>
            </a:r>
          </a:p>
          <a:p>
            <a:pPr lvl="0" indent="-228600" algn="just">
              <a:spcAft>
                <a:spcPts val="600"/>
              </a:spcAft>
              <a:buFont typeface="Arial" panose="020B0604020202020204" pitchFamily="34" charset="0"/>
              <a:buChar char="•"/>
            </a:pPr>
            <a:endParaRPr lang="en-US" sz="1600" dirty="0"/>
          </a:p>
        </p:txBody>
      </p:sp>
      <p:sp>
        <p:nvSpPr>
          <p:cNvPr id="234" name="Rectangle 233">
            <a:extLst>
              <a:ext uri="{FF2B5EF4-FFF2-40B4-BE49-F238E27FC236}">
                <a16:creationId xmlns:a16="http://schemas.microsoft.com/office/drawing/2014/main" id="{59A309A7-1751-4ABE-A3C1-EEC40366AD8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967D8EB6-EAE1-4F9C-B398-83321E28720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1" name="Graphic 230" descr="Label">
            <a:extLst>
              <a:ext uri="{FF2B5EF4-FFF2-40B4-BE49-F238E27FC236}">
                <a16:creationId xmlns:a16="http://schemas.microsoft.com/office/drawing/2014/main" id="{DE8E30FA-2211-B895-D021-72238D8C268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9413987" y="2857501"/>
            <a:ext cx="1142998" cy="1142998"/>
          </a:xfrm>
          <a:prstGeom prst="rect">
            <a:avLst/>
          </a:prstGeom>
        </p:spPr>
      </p:pic>
      <p:sp>
        <p:nvSpPr>
          <p:cNvPr id="227" name="Google Shape;227;g158bda26af7_1_28"/>
          <p:cNvSpPr txBox="1">
            <a:spLocks noGrp="1"/>
          </p:cNvSpPr>
          <p:nvPr>
            <p:ph type="sldNum" sz="quarter" idx="12"/>
          </p:nvPr>
        </p:nvSpPr>
        <p:spPr>
          <a:xfrm>
            <a:off x="10341428" y="6356350"/>
            <a:ext cx="1012371"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Clr>
                <a:srgbClr val="000000"/>
              </a:buClr>
              <a:buFont typeface="Arial"/>
              <a:buNone/>
            </a:pPr>
            <a:fld id="{00000000-1234-1234-1234-123412341234}" type="slidenum">
              <a:rPr lang="en-US">
                <a:solidFill>
                  <a:srgbClr val="FFFFFF"/>
                </a:solidFill>
              </a:rPr>
              <a:pPr lvl="0" indent="0">
                <a:spcBef>
                  <a:spcPts val="0"/>
                </a:spcBef>
                <a:spcAft>
                  <a:spcPts val="600"/>
                </a:spcAft>
                <a:buClr>
                  <a:srgbClr val="000000"/>
                </a:buClr>
                <a:buFont typeface="Arial"/>
                <a:buNone/>
              </a:pPr>
              <a:t>12</a:t>
            </a:fld>
            <a:endParaRPr lang="en-US">
              <a:solidFill>
                <a:srgbClr val="FFFFFF"/>
              </a:solidFill>
            </a:endParaRPr>
          </a:p>
        </p:txBody>
      </p:sp>
    </p:spTree>
    <p:extLst>
      <p:ext uri="{BB962C8B-B14F-4D97-AF65-F5344CB8AC3E}">
        <p14:creationId xmlns:p14="http://schemas.microsoft.com/office/powerpoint/2010/main" val="40260389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24"/>
        <p:cNvGrpSpPr/>
        <p:nvPr/>
      </p:nvGrpSpPr>
      <p:grpSpPr>
        <a:xfrm>
          <a:off x="0" y="0"/>
          <a:ext cx="0" cy="0"/>
          <a:chOff x="0" y="0"/>
          <a:chExt cx="0" cy="0"/>
        </a:xfrm>
      </p:grpSpPr>
      <p:sp>
        <p:nvSpPr>
          <p:cNvPr id="225" name="Google Shape;225;g158bda26af7_1_28"/>
          <p:cNvSpPr txBox="1">
            <a:spLocks noGrp="1"/>
          </p:cNvSpPr>
          <p:nvPr>
            <p:ph type="title"/>
          </p:nvPr>
        </p:nvSpPr>
        <p:spPr>
          <a:xfrm>
            <a:off x="1136428" y="627564"/>
            <a:ext cx="7474172" cy="1325563"/>
          </a:xfrm>
          <a:prstGeom prst="rect">
            <a:avLst/>
          </a:prstGeom>
        </p:spPr>
        <p:txBody>
          <a:bodyPr spcFirstLastPara="1" vert="horz" lIns="91440" tIns="45720" rIns="91440" bIns="45720" rtlCol="0" anchor="ctr" anchorCtr="0">
            <a:normAutofit/>
          </a:bodyPr>
          <a:lstStyle/>
          <a:p>
            <a:pPr marL="0" lvl="0" indent="0">
              <a:spcAft>
                <a:spcPts val="0"/>
              </a:spcAft>
            </a:pPr>
            <a:r>
              <a:rPr lang="en-US" kern="1200" dirty="0" smtClean="0">
                <a:solidFill>
                  <a:schemeClr val="tx1"/>
                </a:solidFill>
                <a:latin typeface="+mj-lt"/>
                <a:ea typeface="+mj-ea"/>
                <a:cs typeface="+mj-cs"/>
              </a:rPr>
              <a:t>Attributes</a:t>
            </a:r>
            <a:endParaRPr lang="en-US" kern="1200" dirty="0">
              <a:solidFill>
                <a:schemeClr val="tx1"/>
              </a:solidFill>
              <a:latin typeface="+mj-lt"/>
              <a:ea typeface="+mj-ea"/>
              <a:cs typeface="+mj-cs"/>
            </a:endParaRPr>
          </a:p>
        </p:txBody>
      </p:sp>
      <p:sp>
        <p:nvSpPr>
          <p:cNvPr id="226" name="Google Shape;226;g158bda26af7_1_28"/>
          <p:cNvSpPr txBox="1"/>
          <p:nvPr/>
        </p:nvSpPr>
        <p:spPr>
          <a:xfrm>
            <a:off x="235975" y="1740310"/>
            <a:ext cx="8863780" cy="4822721"/>
          </a:xfrm>
          <a:prstGeom prst="rect">
            <a:avLst/>
          </a:prstGeom>
        </p:spPr>
        <p:txBody>
          <a:bodyPr spcFirstLastPara="1" vert="horz" lIns="91440" tIns="45720" rIns="91440" bIns="45720" rtlCol="0" anchor="ctr" anchorCtr="0">
            <a:normAutofit/>
          </a:bodyPr>
          <a:lstStyle/>
          <a:p>
            <a:pPr lvl="0">
              <a:lnSpc>
                <a:spcPct val="90000"/>
              </a:lnSpc>
              <a:spcBef>
                <a:spcPts val="0"/>
              </a:spcBef>
              <a:spcAft>
                <a:spcPts val="600"/>
              </a:spcAft>
            </a:pPr>
            <a:r>
              <a:rPr lang="en-US" sz="1400" b="1" dirty="0"/>
              <a:t>Attributes:</a:t>
            </a:r>
          </a:p>
          <a:p>
            <a:pPr lvl="0" indent="-228600">
              <a:lnSpc>
                <a:spcPct val="90000"/>
              </a:lnSpc>
              <a:spcAft>
                <a:spcPts val="600"/>
              </a:spcAft>
              <a:buFont typeface="Arial" panose="020B0604020202020204" pitchFamily="34" charset="0"/>
              <a:buChar char="•"/>
            </a:pPr>
            <a:endParaRPr lang="en-US" sz="1400" b="1" dirty="0"/>
          </a:p>
          <a:p>
            <a:pPr lvl="0" indent="-228600">
              <a:lnSpc>
                <a:spcPct val="90000"/>
              </a:lnSpc>
              <a:spcAft>
                <a:spcPts val="600"/>
              </a:spcAft>
              <a:buFont typeface="Arial" panose="020B0604020202020204" pitchFamily="34" charset="0"/>
              <a:buChar char="•"/>
            </a:pPr>
            <a:r>
              <a:rPr lang="en-US" sz="1400" dirty="0"/>
              <a:t>Attributes are properties used to provide additional information about an element. </a:t>
            </a:r>
          </a:p>
          <a:p>
            <a:pPr lvl="0" indent="-228600">
              <a:lnSpc>
                <a:spcPct val="90000"/>
              </a:lnSpc>
              <a:spcAft>
                <a:spcPts val="600"/>
              </a:spcAft>
              <a:buFont typeface="Arial" panose="020B0604020202020204" pitchFamily="34" charset="0"/>
              <a:buChar char="•"/>
            </a:pPr>
            <a:r>
              <a:rPr lang="en-US" sz="1400" dirty="0"/>
              <a:t>The most common attributes include </a:t>
            </a:r>
          </a:p>
          <a:p>
            <a:pPr lvl="1" indent="-228600">
              <a:lnSpc>
                <a:spcPct val="90000"/>
              </a:lnSpc>
              <a:spcAft>
                <a:spcPts val="600"/>
              </a:spcAft>
              <a:buFont typeface="Arial" panose="020B0604020202020204" pitchFamily="34" charset="0"/>
              <a:buChar char="•"/>
            </a:pPr>
            <a:r>
              <a:rPr lang="en-US" sz="1400" dirty="0"/>
              <a:t>id attribute, which identifies an element; </a:t>
            </a:r>
          </a:p>
          <a:p>
            <a:pPr lvl="1" indent="-228600">
              <a:lnSpc>
                <a:spcPct val="90000"/>
              </a:lnSpc>
              <a:spcAft>
                <a:spcPts val="600"/>
              </a:spcAft>
              <a:buFont typeface="Arial" panose="020B0604020202020204" pitchFamily="34" charset="0"/>
              <a:buChar char="•"/>
            </a:pPr>
            <a:r>
              <a:rPr lang="en-US" sz="1400" dirty="0"/>
              <a:t>class attribute, which classifies an element; </a:t>
            </a:r>
          </a:p>
          <a:p>
            <a:pPr lvl="1" indent="-228600">
              <a:lnSpc>
                <a:spcPct val="90000"/>
              </a:lnSpc>
              <a:spcAft>
                <a:spcPts val="600"/>
              </a:spcAft>
              <a:buFont typeface="Arial" panose="020B0604020202020204" pitchFamily="34" charset="0"/>
              <a:buChar char="•"/>
            </a:pPr>
            <a:r>
              <a:rPr lang="en-US" sz="1400" dirty="0" err="1"/>
              <a:t>src</a:t>
            </a:r>
            <a:r>
              <a:rPr lang="en-US" sz="1400" dirty="0"/>
              <a:t> attribute, which specifies a source for embeddable content; and </a:t>
            </a:r>
          </a:p>
          <a:p>
            <a:pPr lvl="1" indent="-228600">
              <a:lnSpc>
                <a:spcPct val="90000"/>
              </a:lnSpc>
              <a:spcAft>
                <a:spcPts val="600"/>
              </a:spcAft>
              <a:buFont typeface="Arial" panose="020B0604020202020204" pitchFamily="34" charset="0"/>
              <a:buChar char="•"/>
            </a:pPr>
            <a:r>
              <a:rPr lang="en-US" sz="1400" dirty="0" err="1"/>
              <a:t>href</a:t>
            </a:r>
            <a:r>
              <a:rPr lang="en-US" sz="1400" dirty="0"/>
              <a:t> attribute, which provides a hyperlink reference to a linked resource.</a:t>
            </a:r>
          </a:p>
          <a:p>
            <a:pPr lvl="0">
              <a:lnSpc>
                <a:spcPct val="90000"/>
              </a:lnSpc>
              <a:spcBef>
                <a:spcPts val="0"/>
              </a:spcBef>
              <a:spcAft>
                <a:spcPts val="600"/>
              </a:spcAft>
            </a:pPr>
            <a:r>
              <a:rPr lang="en-US" sz="1400" dirty="0"/>
              <a:t> </a:t>
            </a:r>
          </a:p>
          <a:p>
            <a:pPr lvl="0" indent="-228600">
              <a:lnSpc>
                <a:spcPct val="90000"/>
              </a:lnSpc>
              <a:spcAft>
                <a:spcPts val="600"/>
              </a:spcAft>
              <a:buFont typeface="Arial" panose="020B0604020202020204" pitchFamily="34" charset="0"/>
              <a:buChar char="•"/>
            </a:pPr>
            <a:r>
              <a:rPr lang="en-US" sz="1400" dirty="0"/>
              <a:t>Attributes are defined within the opening tag, after an element’s name. Generally, attributes include a name and a value. The format for these attributes consists of the attribute name followed by an equals sign and then a quoted attribute value. For example, an &lt;a&gt; element including an </a:t>
            </a:r>
            <a:r>
              <a:rPr lang="en-US" sz="1400" dirty="0" err="1"/>
              <a:t>href</a:t>
            </a:r>
            <a:r>
              <a:rPr lang="en-US" sz="1400" dirty="0"/>
              <a:t> attribute would look like the following:</a:t>
            </a:r>
          </a:p>
          <a:p>
            <a:pPr lvl="0">
              <a:lnSpc>
                <a:spcPct val="90000"/>
              </a:lnSpc>
              <a:spcBef>
                <a:spcPts val="0"/>
              </a:spcBef>
              <a:spcAft>
                <a:spcPts val="600"/>
              </a:spcAft>
            </a:pPr>
            <a:r>
              <a:rPr lang="en-US" sz="1400" b="1" dirty="0"/>
              <a:t> </a:t>
            </a:r>
          </a:p>
          <a:p>
            <a:pPr lvl="0">
              <a:lnSpc>
                <a:spcPct val="90000"/>
              </a:lnSpc>
              <a:spcBef>
                <a:spcPts val="0"/>
              </a:spcBef>
              <a:spcAft>
                <a:spcPts val="600"/>
              </a:spcAft>
            </a:pPr>
            <a:r>
              <a:rPr lang="en-US" sz="1400" b="1" dirty="0"/>
              <a:t>	&lt;a </a:t>
            </a:r>
            <a:r>
              <a:rPr lang="en-US" sz="1400" b="1" dirty="0" err="1"/>
              <a:t>href</a:t>
            </a:r>
            <a:r>
              <a:rPr lang="en-US" sz="1400" b="1" dirty="0"/>
              <a:t>="http://somewebsite.com/"&gt;Website&lt;/a&gt;</a:t>
            </a:r>
          </a:p>
          <a:p>
            <a:pPr lvl="0">
              <a:lnSpc>
                <a:spcPct val="90000"/>
              </a:lnSpc>
              <a:spcBef>
                <a:spcPts val="0"/>
              </a:spcBef>
              <a:spcAft>
                <a:spcPts val="600"/>
              </a:spcAft>
            </a:pPr>
            <a:r>
              <a:rPr lang="en-US" sz="1400" b="1" dirty="0"/>
              <a:t>		Or</a:t>
            </a:r>
          </a:p>
          <a:p>
            <a:pPr lvl="0">
              <a:lnSpc>
                <a:spcPct val="90000"/>
              </a:lnSpc>
              <a:spcBef>
                <a:spcPts val="0"/>
              </a:spcBef>
              <a:spcAft>
                <a:spcPts val="600"/>
              </a:spcAft>
            </a:pPr>
            <a:r>
              <a:rPr lang="en-US" sz="1400" b="1" dirty="0"/>
              <a:t>	&lt;</a:t>
            </a:r>
            <a:r>
              <a:rPr lang="en-US" sz="1400" b="1" dirty="0" err="1"/>
              <a:t>img</a:t>
            </a:r>
            <a:r>
              <a:rPr lang="en-US" sz="1400" b="1" dirty="0"/>
              <a:t> </a:t>
            </a:r>
            <a:r>
              <a:rPr lang="en-US" sz="1400" b="1" dirty="0" err="1"/>
              <a:t>src</a:t>
            </a:r>
            <a:r>
              <a:rPr lang="en-US" sz="1400" b="1" dirty="0"/>
              <a:t>="mydog.jpg" alt="A photo of my dog."&gt;</a:t>
            </a:r>
          </a:p>
          <a:p>
            <a:pPr lvl="0" indent="-228600">
              <a:lnSpc>
                <a:spcPct val="90000"/>
              </a:lnSpc>
              <a:spcAft>
                <a:spcPts val="600"/>
              </a:spcAft>
              <a:buFont typeface="Arial" panose="020B0604020202020204" pitchFamily="34" charset="0"/>
              <a:buChar char="•"/>
            </a:pPr>
            <a:endParaRPr lang="en-US" sz="1400" b="1" dirty="0"/>
          </a:p>
          <a:p>
            <a:pPr lvl="0" indent="-228600">
              <a:lnSpc>
                <a:spcPct val="90000"/>
              </a:lnSpc>
              <a:spcAft>
                <a:spcPts val="600"/>
              </a:spcAft>
              <a:buFont typeface="Arial" panose="020B0604020202020204" pitchFamily="34" charset="0"/>
              <a:buChar char="•"/>
            </a:pPr>
            <a:r>
              <a:rPr lang="en-US" sz="1400" dirty="0"/>
              <a:t>In this instance, the image source (</a:t>
            </a:r>
            <a:r>
              <a:rPr lang="en-US" sz="1400" dirty="0" err="1"/>
              <a:t>src</a:t>
            </a:r>
            <a:r>
              <a:rPr lang="en-US" sz="1400" dirty="0"/>
              <a:t>) and the alt text (alt) are attributes of the &lt;</a:t>
            </a:r>
            <a:r>
              <a:rPr lang="en-US" sz="1400" dirty="0" err="1"/>
              <a:t>img</a:t>
            </a:r>
            <a:r>
              <a:rPr lang="en-US" sz="1400" dirty="0"/>
              <a:t>&gt; tag.</a:t>
            </a:r>
          </a:p>
        </p:txBody>
      </p:sp>
      <p:sp>
        <p:nvSpPr>
          <p:cNvPr id="234" name="Rectangle 233">
            <a:extLst>
              <a:ext uri="{FF2B5EF4-FFF2-40B4-BE49-F238E27FC236}">
                <a16:creationId xmlns:a16="http://schemas.microsoft.com/office/drawing/2014/main" id="{59A309A7-1751-4ABE-A3C1-EEC40366AD8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967D8EB6-EAE1-4F9C-B398-83321E28720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1" name="Graphic 230" descr="Label">
            <a:extLst>
              <a:ext uri="{FF2B5EF4-FFF2-40B4-BE49-F238E27FC236}">
                <a16:creationId xmlns:a16="http://schemas.microsoft.com/office/drawing/2014/main" id="{DE8E30FA-2211-B895-D021-72238D8C268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9413987" y="2857501"/>
            <a:ext cx="1142998" cy="1142998"/>
          </a:xfrm>
          <a:prstGeom prst="rect">
            <a:avLst/>
          </a:prstGeom>
        </p:spPr>
      </p:pic>
      <p:sp>
        <p:nvSpPr>
          <p:cNvPr id="227" name="Google Shape;227;g158bda26af7_1_28"/>
          <p:cNvSpPr txBox="1">
            <a:spLocks noGrp="1"/>
          </p:cNvSpPr>
          <p:nvPr>
            <p:ph type="sldNum" sz="quarter" idx="12"/>
          </p:nvPr>
        </p:nvSpPr>
        <p:spPr>
          <a:xfrm>
            <a:off x="10341428" y="6356350"/>
            <a:ext cx="1012371"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Clr>
                <a:srgbClr val="000000"/>
              </a:buClr>
              <a:buFont typeface="Arial"/>
              <a:buNone/>
            </a:pPr>
            <a:fld id="{00000000-1234-1234-1234-123412341234}" type="slidenum">
              <a:rPr lang="en-US">
                <a:solidFill>
                  <a:srgbClr val="FFFFFF"/>
                </a:solidFill>
              </a:rPr>
              <a:pPr lvl="0" indent="0">
                <a:spcBef>
                  <a:spcPts val="0"/>
                </a:spcBef>
                <a:spcAft>
                  <a:spcPts val="600"/>
                </a:spcAft>
                <a:buClr>
                  <a:srgbClr val="000000"/>
                </a:buClr>
                <a:buFont typeface="Arial"/>
                <a:buNone/>
              </a:pPr>
              <a:t>13</a:t>
            </a:fld>
            <a:endParaRPr lang="en-US">
              <a:solidFill>
                <a:srgbClr val="FFFFFF"/>
              </a:solidFill>
            </a:endParaRPr>
          </a:p>
        </p:txBody>
      </p:sp>
    </p:spTree>
    <p:extLst>
      <p:ext uri="{BB962C8B-B14F-4D97-AF65-F5344CB8AC3E}">
        <p14:creationId xmlns:p14="http://schemas.microsoft.com/office/powerpoint/2010/main" val="40362134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40"/>
        <p:cNvGrpSpPr/>
        <p:nvPr/>
      </p:nvGrpSpPr>
      <p:grpSpPr>
        <a:xfrm>
          <a:off x="0" y="0"/>
          <a:ext cx="0" cy="0"/>
          <a:chOff x="0" y="0"/>
          <a:chExt cx="0" cy="0"/>
        </a:xfrm>
      </p:grpSpPr>
      <p:sp useBgFill="1">
        <p:nvSpPr>
          <p:cNvPr id="248" name="Rectangle 247">
            <a:extLst>
              <a:ext uri="{FF2B5EF4-FFF2-40B4-BE49-F238E27FC236}">
                <a16:creationId xmlns:a16="http://schemas.microsoft.com/office/drawing/2014/main" id="{1B15ED52-F352-441B-82BF-E0EA34836D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3B2E3793-BFE6-45A2-9B7B-E18844431C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BC4C4868-CB8F-4AF9-9CDB-8108F2C19B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375E0459-6403-40CD-989D-56A4407CA1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53E5B1A8-3AC9-4BD1-9BBC-78CA94F2D1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Google Shape;241;g158bda26af7_1_42"/>
          <p:cNvSpPr txBox="1">
            <a:spLocks noGrp="1"/>
          </p:cNvSpPr>
          <p:nvPr>
            <p:ph type="title"/>
          </p:nvPr>
        </p:nvSpPr>
        <p:spPr>
          <a:xfrm>
            <a:off x="1371599" y="294538"/>
            <a:ext cx="9895951" cy="1033669"/>
          </a:xfrm>
          <a:prstGeom prst="rect">
            <a:avLst/>
          </a:prstGeom>
        </p:spPr>
        <p:txBody>
          <a:bodyPr spcFirstLastPara="1" vert="horz" lIns="91440" tIns="45720" rIns="91440" bIns="45720" rtlCol="0" anchor="ctr" anchorCtr="0">
            <a:normAutofit/>
          </a:bodyPr>
          <a:lstStyle/>
          <a:p>
            <a:pPr marL="0" lvl="0" indent="0">
              <a:spcAft>
                <a:spcPts val="0"/>
              </a:spcAft>
            </a:pPr>
            <a:r>
              <a:rPr lang="en-US" sz="4000" kern="1200">
                <a:solidFill>
                  <a:srgbClr val="FFFFFF"/>
                </a:solidFill>
                <a:latin typeface="+mj-lt"/>
                <a:ea typeface="+mj-ea"/>
                <a:cs typeface="+mj-cs"/>
              </a:rPr>
              <a:t>Basic Construction of an HTML Page:</a:t>
            </a:r>
          </a:p>
        </p:txBody>
      </p:sp>
      <p:sp>
        <p:nvSpPr>
          <p:cNvPr id="242" name="Google Shape;242;g158bda26af7_1_42"/>
          <p:cNvSpPr txBox="1"/>
          <p:nvPr/>
        </p:nvSpPr>
        <p:spPr>
          <a:xfrm>
            <a:off x="1371599" y="2318197"/>
            <a:ext cx="9724031" cy="4287140"/>
          </a:xfrm>
          <a:prstGeom prst="rect">
            <a:avLst/>
          </a:prstGeom>
        </p:spPr>
        <p:txBody>
          <a:bodyPr spcFirstLastPara="1" vert="horz" lIns="91440" tIns="45720" rIns="91440" bIns="45720" rtlCol="0" anchor="ctr" anchorCtr="0">
            <a:normAutofit lnSpcReduction="10000"/>
          </a:bodyPr>
          <a:lstStyle/>
          <a:p>
            <a:pPr marL="457200" lvl="0" indent="-228600">
              <a:lnSpc>
                <a:spcPct val="90000"/>
              </a:lnSpc>
              <a:spcBef>
                <a:spcPts val="0"/>
              </a:spcBef>
              <a:spcAft>
                <a:spcPts val="600"/>
              </a:spcAft>
              <a:buSzPts val="1400"/>
              <a:buFont typeface="Arial" panose="020B0604020202020204" pitchFamily="34" charset="0"/>
              <a:buChar char="•"/>
            </a:pPr>
            <a:r>
              <a:rPr lang="en-US" sz="1600" b="1" dirty="0"/>
              <a:t>&lt;!DOCTYPE html&gt; </a:t>
            </a:r>
            <a:r>
              <a:rPr lang="en-US" sz="1600" dirty="0"/>
              <a:t>— All HTML documents must start with a &lt;!DOCTYPE&gt; declaration.</a:t>
            </a:r>
          </a:p>
          <a:p>
            <a:pPr marL="457200" lvl="0" indent="-228600">
              <a:lnSpc>
                <a:spcPct val="90000"/>
              </a:lnSpc>
              <a:spcBef>
                <a:spcPts val="0"/>
              </a:spcBef>
              <a:spcAft>
                <a:spcPts val="600"/>
              </a:spcAft>
              <a:buSzPts val="1400"/>
              <a:buFont typeface="Arial" panose="020B0604020202020204" pitchFamily="34" charset="0"/>
              <a:buChar char="•"/>
            </a:pPr>
            <a:endParaRPr lang="en-US" sz="1600" dirty="0"/>
          </a:p>
          <a:p>
            <a:pPr marL="457200" lvl="0" indent="-228600">
              <a:lnSpc>
                <a:spcPct val="90000"/>
              </a:lnSpc>
              <a:spcBef>
                <a:spcPts val="0"/>
              </a:spcBef>
              <a:spcAft>
                <a:spcPts val="600"/>
              </a:spcAft>
              <a:buSzPts val="1400"/>
              <a:buFont typeface="Arial" panose="020B0604020202020204" pitchFamily="34" charset="0"/>
              <a:buChar char="•"/>
            </a:pPr>
            <a:r>
              <a:rPr lang="en-US" sz="1600" dirty="0"/>
              <a:t>The declaration is not an HTML tag. It is an "information" to the browser about what document type to expect</a:t>
            </a:r>
            <a:r>
              <a:rPr lang="en-US" sz="1600" dirty="0" smtClean="0"/>
              <a:t>.</a:t>
            </a:r>
            <a:endParaRPr lang="en-US" sz="1600" dirty="0"/>
          </a:p>
          <a:p>
            <a:pPr marL="457200" lvl="0" indent="-228600">
              <a:lnSpc>
                <a:spcPct val="90000"/>
              </a:lnSpc>
              <a:spcBef>
                <a:spcPts val="0"/>
              </a:spcBef>
              <a:spcAft>
                <a:spcPts val="600"/>
              </a:spcAft>
              <a:buSzPts val="1400"/>
              <a:buFont typeface="Arial" panose="020B0604020202020204" pitchFamily="34" charset="0"/>
              <a:buChar char="•"/>
            </a:pPr>
            <a:r>
              <a:rPr lang="en-US" sz="1600" dirty="0">
                <a:ln w="0"/>
                <a:solidFill>
                  <a:schemeClr val="accent1"/>
                </a:solidFill>
                <a:effectLst>
                  <a:outerShdw blurRad="38100" dist="25400" dir="5400000" algn="ctr" rotWithShape="0">
                    <a:srgbClr val="6E747A">
                      <a:alpha val="43000"/>
                    </a:srgbClr>
                  </a:outerShdw>
                </a:effectLst>
              </a:rPr>
              <a:t>In HTML 5, the declaration is simple</a:t>
            </a:r>
            <a:r>
              <a:rPr lang="en-US" sz="1600" dirty="0" smtClean="0">
                <a:ln w="0"/>
                <a:solidFill>
                  <a:schemeClr val="accent1"/>
                </a:solidFill>
                <a:effectLst>
                  <a:outerShdw blurRad="38100" dist="25400" dir="5400000" algn="ctr" rotWithShape="0">
                    <a:srgbClr val="6E747A">
                      <a:alpha val="43000"/>
                    </a:srgbClr>
                  </a:outerShdw>
                </a:effectLst>
              </a:rPr>
              <a:t>:</a:t>
            </a:r>
          </a:p>
          <a:p>
            <a:pPr marL="457200" lvl="0" indent="-228600">
              <a:lnSpc>
                <a:spcPct val="90000"/>
              </a:lnSpc>
              <a:spcBef>
                <a:spcPts val="0"/>
              </a:spcBef>
              <a:spcAft>
                <a:spcPts val="600"/>
              </a:spcAft>
              <a:buSzPts val="1400"/>
              <a:buFont typeface="Arial" panose="020B0604020202020204" pitchFamily="34" charset="0"/>
              <a:buChar char="•"/>
            </a:pPr>
            <a:r>
              <a:rPr lang="en-US" sz="1600" dirty="0" smtClean="0">
                <a:ln w="0"/>
                <a:solidFill>
                  <a:schemeClr val="accent1"/>
                </a:solidFill>
                <a:effectLst>
                  <a:outerShdw blurRad="38100" dist="25400" dir="5400000" algn="ctr" rotWithShape="0">
                    <a:srgbClr val="6E747A">
                      <a:alpha val="43000"/>
                    </a:srgbClr>
                  </a:outerShdw>
                </a:effectLst>
              </a:rPr>
              <a:t>&lt;!</a:t>
            </a:r>
            <a:r>
              <a:rPr lang="en-US" sz="1600" dirty="0">
                <a:ln w="0"/>
                <a:solidFill>
                  <a:schemeClr val="accent1"/>
                </a:solidFill>
                <a:effectLst>
                  <a:outerShdw blurRad="38100" dist="25400" dir="5400000" algn="ctr" rotWithShape="0">
                    <a:srgbClr val="6E747A">
                      <a:alpha val="43000"/>
                    </a:srgbClr>
                  </a:outerShdw>
                </a:effectLst>
              </a:rPr>
              <a:t>DOCTYPE html</a:t>
            </a:r>
            <a:r>
              <a:rPr lang="en-US" sz="1600" dirty="0" smtClean="0">
                <a:ln w="0"/>
                <a:solidFill>
                  <a:schemeClr val="accent1"/>
                </a:solidFill>
                <a:effectLst>
                  <a:outerShdw blurRad="38100" dist="25400" dir="5400000" algn="ctr" rotWithShape="0">
                    <a:srgbClr val="6E747A">
                      <a:alpha val="43000"/>
                    </a:srgbClr>
                  </a:outerShdw>
                </a:effectLst>
              </a:rPr>
              <a:t>&gt;.</a:t>
            </a:r>
          </a:p>
          <a:p>
            <a:pPr marL="228600" lvl="0">
              <a:lnSpc>
                <a:spcPct val="90000"/>
              </a:lnSpc>
              <a:spcBef>
                <a:spcPts val="0"/>
              </a:spcBef>
              <a:spcAft>
                <a:spcPts val="600"/>
              </a:spcAft>
              <a:buSzPts val="1400"/>
            </a:pPr>
            <a:r>
              <a:rPr lang="en-US" dirty="0"/>
              <a:t>HTML 4.01</a:t>
            </a:r>
            <a:r>
              <a:rPr lang="en-US" dirty="0" smtClean="0"/>
              <a:t>:</a:t>
            </a:r>
          </a:p>
          <a:p>
            <a:pPr marL="228600" lvl="0">
              <a:lnSpc>
                <a:spcPct val="90000"/>
              </a:lnSpc>
              <a:spcBef>
                <a:spcPts val="0"/>
              </a:spcBef>
              <a:spcAft>
                <a:spcPts val="600"/>
              </a:spcAft>
              <a:buSzPts val="1400"/>
            </a:pPr>
            <a:r>
              <a:rPr lang="en-US" sz="1400" dirty="0"/>
              <a:t>&lt;!DOCTYPE HTML PUBLIC "-//W3C//DTD HTML 4.01 Transitional//EN" "http://www.w3.org/TR/html4/loose.dtd</a:t>
            </a:r>
            <a:r>
              <a:rPr lang="en-US" sz="1400" dirty="0" smtClean="0"/>
              <a:t>"&gt;</a:t>
            </a:r>
          </a:p>
          <a:p>
            <a:pPr marL="228600" lvl="0">
              <a:lnSpc>
                <a:spcPct val="90000"/>
              </a:lnSpc>
              <a:spcBef>
                <a:spcPts val="0"/>
              </a:spcBef>
              <a:spcAft>
                <a:spcPts val="600"/>
              </a:spcAft>
              <a:buSzPts val="1400"/>
            </a:pPr>
            <a:r>
              <a:rPr lang="en-US" sz="1200" dirty="0" smtClean="0"/>
              <a:t>The </a:t>
            </a:r>
            <a:r>
              <a:rPr lang="en-US" sz="1200" dirty="0"/>
              <a:t>&lt;!DOCTYPE&gt; declaration is NOT case sensitive.</a:t>
            </a:r>
          </a:p>
          <a:p>
            <a:pPr marL="457200" lvl="0" indent="-228600">
              <a:lnSpc>
                <a:spcPct val="90000"/>
              </a:lnSpc>
              <a:spcBef>
                <a:spcPts val="0"/>
              </a:spcBef>
              <a:spcAft>
                <a:spcPts val="600"/>
              </a:spcAft>
              <a:buSzPts val="1400"/>
              <a:buFont typeface="Arial" panose="020B0604020202020204" pitchFamily="34" charset="0"/>
              <a:buChar char="•"/>
            </a:pPr>
            <a:r>
              <a:rPr lang="en-US" sz="1600" dirty="0">
                <a:ln w="0"/>
                <a:solidFill>
                  <a:schemeClr val="accent1"/>
                </a:solidFill>
                <a:effectLst>
                  <a:outerShdw blurRad="38100" dist="25400" dir="5400000" algn="ctr" rotWithShape="0">
                    <a:srgbClr val="6E747A">
                      <a:alpha val="43000"/>
                    </a:srgbClr>
                  </a:outerShdw>
                </a:effectLst>
              </a:rPr>
              <a:t>&lt;html&gt; </a:t>
            </a:r>
            <a:r>
              <a:rPr lang="en-US" sz="1600" dirty="0"/>
              <a:t>— This tag signals that from here on we are going to write in HTML code and signifies the beginning of the document.</a:t>
            </a:r>
          </a:p>
          <a:p>
            <a:pPr marL="457200" lvl="0" indent="-228600">
              <a:lnSpc>
                <a:spcPct val="90000"/>
              </a:lnSpc>
              <a:spcBef>
                <a:spcPts val="0"/>
              </a:spcBef>
              <a:spcAft>
                <a:spcPts val="600"/>
              </a:spcAft>
              <a:buSzPts val="1400"/>
              <a:buFont typeface="Arial" panose="020B0604020202020204" pitchFamily="34" charset="0"/>
              <a:buChar char="•"/>
            </a:pPr>
            <a:r>
              <a:rPr lang="en-US" sz="1600" dirty="0">
                <a:ln w="0"/>
                <a:solidFill>
                  <a:schemeClr val="accent1"/>
                </a:solidFill>
                <a:effectLst>
                  <a:outerShdw blurRad="38100" dist="25400" dir="5400000" algn="ctr" rotWithShape="0">
                    <a:srgbClr val="6E747A">
                      <a:alpha val="43000"/>
                    </a:srgbClr>
                  </a:outerShdw>
                </a:effectLst>
              </a:rPr>
              <a:t>&lt;head&gt;</a:t>
            </a:r>
            <a:r>
              <a:rPr lang="en-US" sz="1600" b="1" dirty="0"/>
              <a:t> </a:t>
            </a:r>
            <a:r>
              <a:rPr lang="en-US" sz="1600" dirty="0"/>
              <a:t>— Inside the &lt;html&gt; element, the &lt;head&gt; element identifies the top of the document, including any metadata (accompanying information about the page) goes — stuff mostly meant for search engines and other computer programs. The content inside the &lt;head&gt; element is not displayed on the web page itself. Instead, it may include the document title (which is displayed on the title bar in the browser window), links to any external files, or any other beneficial metadata.</a:t>
            </a:r>
          </a:p>
          <a:p>
            <a:pPr marL="457200" lvl="0" indent="-228600">
              <a:lnSpc>
                <a:spcPct val="90000"/>
              </a:lnSpc>
              <a:spcBef>
                <a:spcPts val="0"/>
              </a:spcBef>
              <a:spcAft>
                <a:spcPts val="600"/>
              </a:spcAft>
              <a:buSzPts val="1400"/>
              <a:buFont typeface="Arial" panose="020B0604020202020204" pitchFamily="34" charset="0"/>
              <a:buChar char="•"/>
            </a:pPr>
            <a:r>
              <a:rPr lang="en-US" sz="1600" dirty="0">
                <a:ln w="0"/>
                <a:solidFill>
                  <a:schemeClr val="accent1"/>
                </a:solidFill>
                <a:effectLst>
                  <a:outerShdw blurRad="38100" dist="25400" dir="5400000" algn="ctr" rotWithShape="0">
                    <a:srgbClr val="6E747A">
                      <a:alpha val="43000"/>
                    </a:srgbClr>
                  </a:outerShdw>
                </a:effectLst>
              </a:rPr>
              <a:t>&lt;body&gt; </a:t>
            </a:r>
            <a:r>
              <a:rPr lang="en-US" sz="1600" dirty="0"/>
              <a:t>— This is where the visible content of the page goes.</a:t>
            </a:r>
          </a:p>
        </p:txBody>
      </p:sp>
      <p:sp>
        <p:nvSpPr>
          <p:cNvPr id="243" name="Google Shape;243;g158bda26af7_1_42"/>
          <p:cNvSpPr txBox="1">
            <a:spLocks noGrp="1"/>
          </p:cNvSpPr>
          <p:nvPr>
            <p:ph type="sldNum" sz="quarter" idx="12"/>
          </p:nvPr>
        </p:nvSpPr>
        <p:spPr>
          <a:xfrm>
            <a:off x="11704320" y="6455431"/>
            <a:ext cx="445913"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Clr>
                <a:srgbClr val="000000"/>
              </a:buClr>
              <a:buFont typeface="Arial"/>
              <a:buNone/>
            </a:pPr>
            <a:fld id="{00000000-1234-1234-1234-123412341234}" type="slidenum">
              <a:rPr lang="en-US" sz="1100">
                <a:solidFill>
                  <a:schemeClr val="tx1">
                    <a:lumMod val="50000"/>
                    <a:lumOff val="50000"/>
                  </a:schemeClr>
                </a:solidFill>
              </a:rPr>
              <a:pPr lvl="0" indent="0">
                <a:spcBef>
                  <a:spcPts val="0"/>
                </a:spcBef>
                <a:spcAft>
                  <a:spcPts val="600"/>
                </a:spcAft>
                <a:buClr>
                  <a:srgbClr val="000000"/>
                </a:buClr>
                <a:buFont typeface="Arial"/>
                <a:buNone/>
              </a:pPr>
              <a:t>14</a:t>
            </a:fld>
            <a:endParaRPr lang="en-US" sz="110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48"/>
        <p:cNvGrpSpPr/>
        <p:nvPr/>
      </p:nvGrpSpPr>
      <p:grpSpPr>
        <a:xfrm>
          <a:off x="0" y="0"/>
          <a:ext cx="0" cy="0"/>
          <a:chOff x="0" y="0"/>
          <a:chExt cx="0" cy="0"/>
        </a:xfrm>
      </p:grpSpPr>
      <p:sp useBgFill="1">
        <p:nvSpPr>
          <p:cNvPr id="256" name="Rectangle 255">
            <a:extLst>
              <a:ext uri="{FF2B5EF4-FFF2-40B4-BE49-F238E27FC236}">
                <a16:creationId xmlns:a16="http://schemas.microsoft.com/office/drawing/2014/main" id="{827B839B-9ADE-406B-8590-F1CAEDED45A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Freeform 45">
            <a:extLst>
              <a:ext uri="{FF2B5EF4-FFF2-40B4-BE49-F238E27FC236}">
                <a16:creationId xmlns:a16="http://schemas.microsoft.com/office/drawing/2014/main" id="{CFE45BF0-46DB-408C-B5F7-7B11716805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46">
            <a:extLst>
              <a:ext uri="{FF2B5EF4-FFF2-40B4-BE49-F238E27FC236}">
                <a16:creationId xmlns:a16="http://schemas.microsoft.com/office/drawing/2014/main" id="{2AEBC8F2-97B1-41B4-93F1-2D289E197F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2" name="Freeform 47">
            <a:extLst>
              <a:ext uri="{FF2B5EF4-FFF2-40B4-BE49-F238E27FC236}">
                <a16:creationId xmlns:a16="http://schemas.microsoft.com/office/drawing/2014/main" id="{472E3A19-F5D5-48FC-BB9C-48C2F68F598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44">
            <a:extLst>
              <a:ext uri="{FF2B5EF4-FFF2-40B4-BE49-F238E27FC236}">
                <a16:creationId xmlns:a16="http://schemas.microsoft.com/office/drawing/2014/main" id="{7A62E32F-BB65-43A8-8EB5-92346890E54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6" name="Rectangle 265">
            <a:extLst>
              <a:ext uri="{FF2B5EF4-FFF2-40B4-BE49-F238E27FC236}">
                <a16:creationId xmlns:a16="http://schemas.microsoft.com/office/drawing/2014/main" id="{14E91B64-9FCC-451E-AFB4-A827D63293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Google Shape;249;g158bda26af7_1_51"/>
          <p:cNvSpPr txBox="1">
            <a:spLocks noGrp="1"/>
          </p:cNvSpPr>
          <p:nvPr>
            <p:ph type="title"/>
          </p:nvPr>
        </p:nvSpPr>
        <p:spPr>
          <a:xfrm>
            <a:off x="958506" y="800392"/>
            <a:ext cx="10264697" cy="1212102"/>
          </a:xfrm>
          <a:prstGeom prst="rect">
            <a:avLst/>
          </a:prstGeom>
        </p:spPr>
        <p:txBody>
          <a:bodyPr spcFirstLastPara="1" vert="horz" lIns="91440" tIns="45720" rIns="91440" bIns="45720" rtlCol="0" anchor="ctr" anchorCtr="0">
            <a:normAutofit/>
          </a:bodyPr>
          <a:lstStyle/>
          <a:p>
            <a:pPr marL="0" lvl="0" indent="0">
              <a:spcAft>
                <a:spcPts val="0"/>
              </a:spcAft>
            </a:pPr>
            <a:r>
              <a:rPr lang="en-US" sz="4000" kern="1200">
                <a:solidFill>
                  <a:srgbClr val="FFFFFF"/>
                </a:solidFill>
                <a:latin typeface="+mj-lt"/>
                <a:ea typeface="+mj-ea"/>
                <a:cs typeface="+mj-cs"/>
              </a:rPr>
              <a:t>Basic Construction of an HTML Page:</a:t>
            </a:r>
          </a:p>
        </p:txBody>
      </p:sp>
      <p:sp>
        <p:nvSpPr>
          <p:cNvPr id="250" name="Google Shape;250;g158bda26af7_1_51"/>
          <p:cNvSpPr txBox="1"/>
          <p:nvPr/>
        </p:nvSpPr>
        <p:spPr>
          <a:xfrm>
            <a:off x="1367624" y="2490436"/>
            <a:ext cx="9708995" cy="3567173"/>
          </a:xfrm>
          <a:prstGeom prst="rect">
            <a:avLst/>
          </a:prstGeom>
        </p:spPr>
        <p:txBody>
          <a:bodyPr spcFirstLastPara="1" vert="horz" lIns="91440" tIns="45720" rIns="91440" bIns="45720" rtlCol="0" anchor="ctr" anchorCtr="0">
            <a:normAutofit/>
          </a:bodyPr>
          <a:lstStyle/>
          <a:p>
            <a:pPr marL="457200" lvl="0" indent="-228600">
              <a:lnSpc>
                <a:spcPct val="90000"/>
              </a:lnSpc>
              <a:spcBef>
                <a:spcPts val="0"/>
              </a:spcBef>
              <a:spcAft>
                <a:spcPts val="600"/>
              </a:spcAft>
              <a:buSzPts val="1400"/>
              <a:buFont typeface="Arial" panose="020B0604020202020204" pitchFamily="34" charset="0"/>
              <a:buChar char="•"/>
            </a:pPr>
            <a:r>
              <a:rPr lang="en-US" sz="1300" b="1" dirty="0"/>
              <a:t>Further Tags:</a:t>
            </a:r>
          </a:p>
          <a:p>
            <a:pPr marL="0" lvl="0" indent="-228600">
              <a:lnSpc>
                <a:spcPct val="90000"/>
              </a:lnSpc>
              <a:spcBef>
                <a:spcPts val="0"/>
              </a:spcBef>
              <a:spcAft>
                <a:spcPts val="600"/>
              </a:spcAft>
              <a:buFont typeface="Arial" panose="020B0604020202020204" pitchFamily="34" charset="0"/>
              <a:buChar char="•"/>
            </a:pPr>
            <a:endParaRPr lang="en-US" sz="1300" dirty="0"/>
          </a:p>
          <a:p>
            <a:pPr marL="914400" lvl="1" indent="-228600">
              <a:lnSpc>
                <a:spcPct val="90000"/>
              </a:lnSpc>
              <a:spcBef>
                <a:spcPts val="0"/>
              </a:spcBef>
              <a:spcAft>
                <a:spcPts val="600"/>
              </a:spcAft>
              <a:buSzPts val="1400"/>
              <a:buFont typeface="Arial" panose="020B0604020202020204" pitchFamily="34" charset="0"/>
              <a:buChar char="•"/>
            </a:pPr>
            <a:r>
              <a:rPr lang="en-US" sz="1300" dirty="0"/>
              <a:t>Inside the &lt;head&gt; tag, there is one tag that is always included: &lt;title&gt;, but there are others that are just as important:</a:t>
            </a:r>
          </a:p>
          <a:p>
            <a:pPr marL="914400" lvl="1" indent="-228600">
              <a:lnSpc>
                <a:spcPct val="90000"/>
              </a:lnSpc>
              <a:spcBef>
                <a:spcPts val="0"/>
              </a:spcBef>
              <a:spcAft>
                <a:spcPts val="600"/>
              </a:spcAft>
              <a:buSzPts val="1400"/>
              <a:buFont typeface="Arial" panose="020B0604020202020204" pitchFamily="34" charset="0"/>
              <a:buChar char="•"/>
            </a:pPr>
            <a:r>
              <a:rPr lang="en-US" sz="1300" dirty="0">
                <a:ln w="0"/>
                <a:solidFill>
                  <a:schemeClr val="accent1"/>
                </a:solidFill>
                <a:effectLst>
                  <a:outerShdw blurRad="38100" dist="25400" dir="5400000" algn="ctr" rotWithShape="0">
                    <a:srgbClr val="6E747A">
                      <a:alpha val="43000"/>
                    </a:srgbClr>
                  </a:outerShdw>
                </a:effectLst>
              </a:rPr>
              <a:t>&lt;title&gt; </a:t>
            </a:r>
            <a:r>
              <a:rPr lang="en-US" sz="1300" dirty="0"/>
              <a:t>- This is where we insert the page name as it will appear at the top of the browser window or tab.</a:t>
            </a:r>
          </a:p>
          <a:p>
            <a:pPr marL="914400" lvl="1" indent="-228600">
              <a:lnSpc>
                <a:spcPct val="90000"/>
              </a:lnSpc>
              <a:spcBef>
                <a:spcPts val="0"/>
              </a:spcBef>
              <a:spcAft>
                <a:spcPts val="600"/>
              </a:spcAft>
              <a:buSzPts val="1400"/>
              <a:buFont typeface="Arial" panose="020B0604020202020204" pitchFamily="34" charset="0"/>
              <a:buChar char="•"/>
            </a:pPr>
            <a:r>
              <a:rPr lang="en-US" sz="1300" dirty="0">
                <a:ln w="0"/>
                <a:solidFill>
                  <a:schemeClr val="accent1"/>
                </a:solidFill>
                <a:effectLst>
                  <a:outerShdw blurRad="38100" dist="25400" dir="5400000" algn="ctr" rotWithShape="0">
                    <a:srgbClr val="6E747A">
                      <a:alpha val="43000"/>
                    </a:srgbClr>
                  </a:outerShdw>
                </a:effectLst>
              </a:rPr>
              <a:t>&lt;meta&gt; </a:t>
            </a:r>
            <a:r>
              <a:rPr lang="en-US" sz="1300" dirty="0"/>
              <a:t>- This is where information about the document is stored: character encoding, name (page context), description.</a:t>
            </a:r>
          </a:p>
          <a:p>
            <a:pPr marL="914400" lvl="1" indent="-228600">
              <a:lnSpc>
                <a:spcPct val="90000"/>
              </a:lnSpc>
              <a:spcBef>
                <a:spcPts val="0"/>
              </a:spcBef>
              <a:spcAft>
                <a:spcPts val="600"/>
              </a:spcAft>
              <a:buSzPts val="1400"/>
              <a:buFont typeface="Arial" panose="020B0604020202020204" pitchFamily="34" charset="0"/>
              <a:buChar char="•"/>
            </a:pPr>
            <a:r>
              <a:rPr lang="en-US" sz="1300" dirty="0"/>
              <a:t>The charset attribute specifies the character encoding for the HTML document. The HTML5 specification encourages web developers to use the UTF-8 character set, which covers almost all of the characters and symbols in the world</a:t>
            </a:r>
          </a:p>
        </p:txBody>
      </p:sp>
      <p:sp>
        <p:nvSpPr>
          <p:cNvPr id="251" name="Google Shape;251;g158bda26af7_1_51"/>
          <p:cNvSpPr txBox="1">
            <a:spLocks noGrp="1"/>
          </p:cNvSpPr>
          <p:nvPr>
            <p:ph type="sldNum" sz="quarter" idx="12"/>
          </p:nvPr>
        </p:nvSpPr>
        <p:spPr>
          <a:xfrm>
            <a:off x="10707624" y="6382512"/>
            <a:ext cx="685800" cy="320040"/>
          </a:xfrm>
          <a:prstGeom prst="rect">
            <a:avLst/>
          </a:prstGeom>
        </p:spPr>
        <p:txBody>
          <a:bodyPr spcFirstLastPara="1" vert="horz" lIns="91440" tIns="45720" rIns="91440" bIns="45720" rtlCol="0" anchor="ctr" anchorCtr="0">
            <a:normAutofit/>
          </a:bodyPr>
          <a:lstStyle/>
          <a:p>
            <a:pPr lvl="0" indent="0">
              <a:spcBef>
                <a:spcPts val="0"/>
              </a:spcBef>
              <a:spcAft>
                <a:spcPts val="600"/>
              </a:spcAft>
              <a:buClr>
                <a:srgbClr val="000000"/>
              </a:buClr>
              <a:buFont typeface="Arial"/>
              <a:buNone/>
            </a:pPr>
            <a:fld id="{00000000-1234-1234-1234-123412341234}" type="slidenum">
              <a:rPr lang="en-US" sz="1000"/>
              <a:pPr lvl="0" indent="0">
                <a:spcBef>
                  <a:spcPts val="0"/>
                </a:spcBef>
                <a:spcAft>
                  <a:spcPts val="600"/>
                </a:spcAft>
                <a:buClr>
                  <a:srgbClr val="000000"/>
                </a:buClr>
                <a:buFont typeface="Arial"/>
                <a:buNone/>
              </a:pPr>
              <a:t>15</a:t>
            </a:fld>
            <a:endParaRPr lang="en-US" sz="100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g158bda26af7_1_58"/>
          <p:cNvSpPr txBox="1">
            <a:spLocks noGrp="1"/>
          </p:cNvSpPr>
          <p:nvPr>
            <p:ph type="title"/>
          </p:nvPr>
        </p:nvSpPr>
        <p:spPr>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400"/>
              <a:t>Basic Construction of an HTML Page:</a:t>
            </a:r>
            <a:endParaRPr sz="4400"/>
          </a:p>
        </p:txBody>
      </p:sp>
      <p:sp>
        <p:nvSpPr>
          <p:cNvPr id="261" name="Google Shape;261;g158bda26af7_1_58"/>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
        <p:nvSpPr>
          <p:cNvPr id="258" name="Google Shape;258;g158bda26af7_1_58"/>
          <p:cNvSpPr txBox="1"/>
          <p:nvPr/>
        </p:nvSpPr>
        <p:spPr>
          <a:xfrm>
            <a:off x="838199" y="1951575"/>
            <a:ext cx="10515599" cy="2954625"/>
          </a:xfrm>
          <a:prstGeom prst="rect">
            <a:avLst/>
          </a:prstGeom>
          <a:noFill/>
          <a:ln>
            <a:noFill/>
          </a:ln>
        </p:spPr>
        <p:txBody>
          <a:bodyPr spcFirstLastPara="1" wrap="square" lIns="91425" tIns="91425" rIns="91425" bIns="91425" anchor="t" anchorCtr="0">
            <a:spAutoFit/>
          </a:bodyPr>
          <a:lstStyle/>
          <a:p>
            <a:pPr marL="139700" lvl="0" algn="just" rtl="0">
              <a:spcBef>
                <a:spcPts val="0"/>
              </a:spcBef>
              <a:spcAft>
                <a:spcPts val="0"/>
              </a:spcAft>
              <a:buSzPts val="1400"/>
            </a:pPr>
            <a:r>
              <a:rPr lang="en-US" b="1" dirty="0"/>
              <a:t>How to Add HTML Headings To Your Web Page:</a:t>
            </a:r>
          </a:p>
          <a:p>
            <a:pPr marL="139700" lvl="0" algn="just" rtl="0">
              <a:spcBef>
                <a:spcPts val="0"/>
              </a:spcBef>
              <a:spcAft>
                <a:spcPts val="0"/>
              </a:spcAft>
              <a:buSzPts val="1400"/>
            </a:pPr>
            <a:endParaRPr lang="en-US" b="1" dirty="0"/>
          </a:p>
          <a:p>
            <a:pPr marL="139700" lvl="0" algn="just" rtl="0">
              <a:spcBef>
                <a:spcPts val="0"/>
              </a:spcBef>
              <a:spcAft>
                <a:spcPts val="0"/>
              </a:spcAft>
              <a:buSzPts val="1400"/>
            </a:pPr>
            <a:r>
              <a:rPr lang="en-US" dirty="0"/>
              <a:t>In HTML, headings are written in the following elements:</a:t>
            </a:r>
          </a:p>
          <a:p>
            <a:pPr marL="139700" lvl="0" algn="just" rtl="0">
              <a:spcBef>
                <a:spcPts val="0"/>
              </a:spcBef>
              <a:spcAft>
                <a:spcPts val="0"/>
              </a:spcAft>
              <a:buSzPts val="1400"/>
            </a:pPr>
            <a:endParaRPr lang="en-US" dirty="0"/>
          </a:p>
          <a:p>
            <a:pPr marL="457200" lvl="0" indent="-317500" algn="just" rtl="0">
              <a:spcBef>
                <a:spcPts val="0"/>
              </a:spcBef>
              <a:spcAft>
                <a:spcPts val="0"/>
              </a:spcAft>
              <a:buSzPts val="1400"/>
              <a:buChar char="●"/>
            </a:pPr>
            <a:r>
              <a:rPr lang="en-GB" dirty="0"/>
              <a:t>As you might have guessed &lt;h1&gt; and &lt;h2&gt; should be used for the most important titles, while the remaining tags should be used for sub-headings and less important text.</a:t>
            </a:r>
          </a:p>
          <a:p>
            <a:pPr marL="457200" lvl="0" indent="-317500" algn="just" rtl="0">
              <a:spcBef>
                <a:spcPts val="0"/>
              </a:spcBef>
              <a:spcAft>
                <a:spcPts val="0"/>
              </a:spcAft>
              <a:buSzPts val="1400"/>
              <a:buChar char="●"/>
            </a:pPr>
            <a:endParaRPr lang="en-GB" b="1" dirty="0"/>
          </a:p>
          <a:p>
            <a:pPr marL="457200" lvl="0" indent="-317500" algn="just" rtl="0">
              <a:spcBef>
                <a:spcPts val="0"/>
              </a:spcBef>
              <a:spcAft>
                <a:spcPts val="0"/>
              </a:spcAft>
              <a:buSzPts val="1400"/>
              <a:buChar char="●"/>
            </a:pPr>
            <a:r>
              <a:rPr lang="en-GB" b="1" dirty="0"/>
              <a:t>Search engine bots </a:t>
            </a:r>
            <a:r>
              <a:rPr lang="en-GB" dirty="0"/>
              <a:t>use this order when deciphering which information is most important on a page.</a:t>
            </a:r>
          </a:p>
          <a:p>
            <a:pPr marL="457200" lvl="0" indent="-317500" algn="just" rtl="0">
              <a:spcBef>
                <a:spcPts val="0"/>
              </a:spcBef>
              <a:spcAft>
                <a:spcPts val="0"/>
              </a:spcAft>
              <a:buSzPts val="1400"/>
              <a:buChar char="●"/>
            </a:pPr>
            <a:endParaRPr lang="en-GB" dirty="0"/>
          </a:p>
          <a:p>
            <a:pPr marL="457200" lvl="0" indent="-317500" algn="just" rtl="0">
              <a:spcBef>
                <a:spcPts val="0"/>
              </a:spcBef>
              <a:spcAft>
                <a:spcPts val="0"/>
              </a:spcAft>
              <a:buSzPts val="1400"/>
              <a:buChar char="●"/>
            </a:pPr>
            <a:r>
              <a:rPr lang="en-GB" dirty="0"/>
              <a:t>We will save this file as “index.html” in a new folder called “my webpage.”</a:t>
            </a:r>
            <a:endParaRPr b="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66"/>
        <p:cNvGrpSpPr/>
        <p:nvPr/>
      </p:nvGrpSpPr>
      <p:grpSpPr>
        <a:xfrm>
          <a:off x="0" y="0"/>
          <a:ext cx="0" cy="0"/>
          <a:chOff x="0" y="0"/>
          <a:chExt cx="0" cy="0"/>
        </a:xfrm>
      </p:grpSpPr>
      <p:sp useBgFill="1">
        <p:nvSpPr>
          <p:cNvPr id="281" name="Rectangle 273">
            <a:extLst>
              <a:ext uri="{FF2B5EF4-FFF2-40B4-BE49-F238E27FC236}">
                <a16:creationId xmlns:a16="http://schemas.microsoft.com/office/drawing/2014/main" id="{979E27D9-03C7-44E2-9FF8-15D0C8506AF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Google Shape;267;g158bda26af7_1_67"/>
          <p:cNvSpPr txBox="1">
            <a:spLocks noGrp="1"/>
          </p:cNvSpPr>
          <p:nvPr>
            <p:ph type="title"/>
          </p:nvPr>
        </p:nvSpPr>
        <p:spPr>
          <a:xfrm>
            <a:off x="656823" y="962166"/>
            <a:ext cx="3103808" cy="4421876"/>
          </a:xfrm>
          <a:prstGeom prst="rect">
            <a:avLst/>
          </a:prstGeom>
        </p:spPr>
        <p:txBody>
          <a:bodyPr spcFirstLastPara="1" vert="horz" lIns="91440" tIns="45720" rIns="91440" bIns="45720" rtlCol="0" anchor="t" anchorCtr="0">
            <a:normAutofit/>
          </a:bodyPr>
          <a:lstStyle/>
          <a:p>
            <a:pPr marL="0" lvl="0" indent="0" algn="r">
              <a:spcAft>
                <a:spcPts val="0"/>
              </a:spcAft>
            </a:pPr>
            <a:r>
              <a:rPr lang="en-US" sz="4000" kern="1200">
                <a:solidFill>
                  <a:schemeClr val="tx1"/>
                </a:solidFill>
                <a:latin typeface="+mj-lt"/>
                <a:ea typeface="+mj-ea"/>
                <a:cs typeface="+mj-cs"/>
              </a:rPr>
              <a:t>Basic Construction of an HTML Page:</a:t>
            </a:r>
          </a:p>
        </p:txBody>
      </p:sp>
      <p:sp>
        <p:nvSpPr>
          <p:cNvPr id="268" name="Google Shape;268;g158bda26af7_1_67"/>
          <p:cNvSpPr txBox="1"/>
          <p:nvPr/>
        </p:nvSpPr>
        <p:spPr>
          <a:xfrm>
            <a:off x="4088929" y="962167"/>
            <a:ext cx="6858113" cy="4743174"/>
          </a:xfrm>
          <a:prstGeom prst="rect">
            <a:avLst/>
          </a:prstGeom>
        </p:spPr>
        <p:txBody>
          <a:bodyPr spcFirstLastPara="1" vert="horz" lIns="91440" tIns="45720" rIns="91440" bIns="45720" rtlCol="0" anchor="t" anchorCtr="0">
            <a:normAutofit lnSpcReduction="10000"/>
          </a:bodyPr>
          <a:lstStyle/>
          <a:p>
            <a:pPr marL="228600" lvl="0" algn="just">
              <a:lnSpc>
                <a:spcPct val="90000"/>
              </a:lnSpc>
              <a:spcBef>
                <a:spcPts val="0"/>
              </a:spcBef>
              <a:spcAft>
                <a:spcPts val="600"/>
              </a:spcAft>
              <a:buSzPts val="1400"/>
            </a:pPr>
            <a:r>
              <a:rPr lang="en-US" sz="1600" b="1" dirty="0"/>
              <a:t>How To Add Text In HTML:</a:t>
            </a:r>
          </a:p>
          <a:p>
            <a:pPr marL="0" lvl="0" indent="-228600" algn="just">
              <a:lnSpc>
                <a:spcPct val="90000"/>
              </a:lnSpc>
              <a:spcBef>
                <a:spcPts val="0"/>
              </a:spcBef>
              <a:spcAft>
                <a:spcPts val="600"/>
              </a:spcAft>
              <a:buFont typeface="Arial" panose="020B0604020202020204" pitchFamily="34" charset="0"/>
              <a:buChar char="•"/>
            </a:pPr>
            <a:endParaRPr lang="en-US" sz="1600" b="1" dirty="0"/>
          </a:p>
          <a:p>
            <a:pPr marL="457200" lvl="0" indent="-228600" algn="just">
              <a:lnSpc>
                <a:spcPct val="90000"/>
              </a:lnSpc>
              <a:spcBef>
                <a:spcPts val="0"/>
              </a:spcBef>
              <a:spcAft>
                <a:spcPts val="600"/>
              </a:spcAft>
              <a:buSzPts val="1400"/>
              <a:buFont typeface="Arial" panose="020B0604020202020204" pitchFamily="34" charset="0"/>
              <a:buChar char="•"/>
            </a:pPr>
            <a:r>
              <a:rPr lang="en-US" sz="1600" dirty="0"/>
              <a:t>Adding text to our HTML page is simple using an element opened with the tag &lt;p&gt; which creates a new paragraph. We place all of our regular text inside the element &lt;p&gt;.</a:t>
            </a:r>
          </a:p>
          <a:p>
            <a:pPr marL="0" lvl="0" indent="-228600" algn="just">
              <a:lnSpc>
                <a:spcPct val="90000"/>
              </a:lnSpc>
              <a:spcBef>
                <a:spcPts val="0"/>
              </a:spcBef>
              <a:spcAft>
                <a:spcPts val="600"/>
              </a:spcAft>
              <a:buFont typeface="Arial" panose="020B0604020202020204" pitchFamily="34" charset="0"/>
              <a:buChar char="•"/>
            </a:pPr>
            <a:endParaRPr lang="en-US" sz="1600" dirty="0"/>
          </a:p>
          <a:p>
            <a:pPr marL="457200" lvl="0" indent="-228600" algn="just">
              <a:lnSpc>
                <a:spcPct val="90000"/>
              </a:lnSpc>
              <a:spcBef>
                <a:spcPts val="0"/>
              </a:spcBef>
              <a:spcAft>
                <a:spcPts val="600"/>
              </a:spcAft>
              <a:buSzPts val="1400"/>
              <a:buFont typeface="Arial" panose="020B0604020202020204" pitchFamily="34" charset="0"/>
              <a:buChar char="•"/>
            </a:pPr>
            <a:r>
              <a:rPr lang="en-US" sz="1600" dirty="0"/>
              <a:t>When we write text in HTML, we also have a number of other elements we can use to control the text or make it appear in a certain way.</a:t>
            </a:r>
          </a:p>
          <a:p>
            <a:pPr marL="0" lvl="0" indent="-228600" algn="just">
              <a:lnSpc>
                <a:spcPct val="90000"/>
              </a:lnSpc>
              <a:spcBef>
                <a:spcPts val="0"/>
              </a:spcBef>
              <a:spcAft>
                <a:spcPts val="600"/>
              </a:spcAft>
              <a:buFont typeface="Arial" panose="020B0604020202020204" pitchFamily="34" charset="0"/>
              <a:buChar char="•"/>
            </a:pPr>
            <a:endParaRPr lang="en-US" sz="1600" dirty="0"/>
          </a:p>
          <a:p>
            <a:pPr lvl="0" algn="just">
              <a:lnSpc>
                <a:spcPct val="90000"/>
              </a:lnSpc>
              <a:spcBef>
                <a:spcPts val="0"/>
              </a:spcBef>
              <a:spcAft>
                <a:spcPts val="600"/>
              </a:spcAft>
            </a:pPr>
            <a:r>
              <a:rPr lang="en-US" sz="1600" b="1" dirty="0"/>
              <a:t>Note</a:t>
            </a:r>
            <a:r>
              <a:rPr lang="en-US" sz="1600" dirty="0"/>
              <a:t>:</a:t>
            </a:r>
          </a:p>
          <a:p>
            <a:pPr marL="457200" lvl="0" indent="-228600" algn="just">
              <a:lnSpc>
                <a:spcPct val="90000"/>
              </a:lnSpc>
              <a:spcBef>
                <a:spcPts val="0"/>
              </a:spcBef>
              <a:spcAft>
                <a:spcPts val="600"/>
              </a:spcAft>
              <a:buSzPts val="1400"/>
              <a:buFont typeface="Arial" panose="020B0604020202020204" pitchFamily="34" charset="0"/>
              <a:buChar char="•"/>
            </a:pPr>
            <a:r>
              <a:rPr lang="en-US" sz="1600" dirty="0"/>
              <a:t>Because both the heading and paragraph are nested within the &lt;body&gt; element, they are visible on the web page.</a:t>
            </a:r>
          </a:p>
          <a:p>
            <a:pPr marL="457200" lvl="0" indent="-228600" algn="just">
              <a:lnSpc>
                <a:spcPct val="90000"/>
              </a:lnSpc>
              <a:spcBef>
                <a:spcPts val="0"/>
              </a:spcBef>
              <a:spcAft>
                <a:spcPts val="600"/>
              </a:spcAft>
              <a:buSzPts val="1400"/>
              <a:buFont typeface="Arial" panose="020B0604020202020204" pitchFamily="34" charset="0"/>
              <a:buChar char="•"/>
            </a:pPr>
            <a:r>
              <a:rPr lang="en-US" sz="1600" dirty="0"/>
              <a:t>When an element is placed inside of another element, also known as nested, it is a good idea to indent that element to keep the document structure well organized and legible. </a:t>
            </a:r>
          </a:p>
          <a:p>
            <a:pPr marL="457200" lvl="0" indent="-228600" algn="just">
              <a:lnSpc>
                <a:spcPct val="90000"/>
              </a:lnSpc>
              <a:spcBef>
                <a:spcPts val="0"/>
              </a:spcBef>
              <a:spcAft>
                <a:spcPts val="600"/>
              </a:spcAft>
              <a:buSzPts val="1400"/>
              <a:buFont typeface="Arial" panose="020B0604020202020204" pitchFamily="34" charset="0"/>
              <a:buChar char="•"/>
            </a:pPr>
            <a:r>
              <a:rPr lang="en-US" sz="1600" dirty="0"/>
              <a:t>In the previous code, both the &lt;head&gt; and &lt;body&gt; elements were nested and indented inside the &lt;html&gt; element. The pattern of indenting for elements continues as new elements are added inside the &lt;head&gt; and &lt;body&gt; elements.</a:t>
            </a:r>
            <a:endParaRPr lang="en-US" sz="1600" b="1" dirty="0"/>
          </a:p>
        </p:txBody>
      </p:sp>
      <p:sp>
        <p:nvSpPr>
          <p:cNvPr id="282" name="Rectangle 275">
            <a:extLst>
              <a:ext uri="{FF2B5EF4-FFF2-40B4-BE49-F238E27FC236}">
                <a16:creationId xmlns:a16="http://schemas.microsoft.com/office/drawing/2014/main" id="{EEBF1590-3B36-48EE-A89D-3B6F3CB256A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77">
            <a:extLst>
              <a:ext uri="{FF2B5EF4-FFF2-40B4-BE49-F238E27FC236}">
                <a16:creationId xmlns:a16="http://schemas.microsoft.com/office/drawing/2014/main" id="{AC8F6C8C-AB5A-4548-942D-E3FD40ACBC4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Google Shape;269;g158bda26af7_1_67"/>
          <p:cNvSpPr txBox="1">
            <a:spLocks noGrp="1"/>
          </p:cNvSpPr>
          <p:nvPr>
            <p:ph type="sldNum" sz="quarter" idx="12"/>
          </p:nvPr>
        </p:nvSpPr>
        <p:spPr>
          <a:xfrm>
            <a:off x="11704320" y="6455664"/>
            <a:ext cx="448056"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Clr>
                <a:srgbClr val="000000"/>
              </a:buClr>
              <a:buFont typeface="Arial"/>
              <a:buNone/>
            </a:pPr>
            <a:fld id="{00000000-1234-1234-1234-123412341234}" type="slidenum">
              <a:rPr lang="en-US" sz="1100">
                <a:solidFill>
                  <a:srgbClr val="FFFFFF"/>
                </a:solidFill>
              </a:rPr>
              <a:pPr lvl="0" indent="0">
                <a:spcBef>
                  <a:spcPts val="0"/>
                </a:spcBef>
                <a:spcAft>
                  <a:spcPts val="600"/>
                </a:spcAft>
                <a:buClr>
                  <a:srgbClr val="000000"/>
                </a:buClr>
                <a:buFont typeface="Arial"/>
                <a:buNone/>
              </a:pPr>
              <a:t>17</a:t>
            </a:fld>
            <a:endParaRPr lang="en-US" sz="1100">
              <a:solidFill>
                <a:srgbClr val="FFFFFF"/>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4"/>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3600"/>
              <a:buFont typeface="Arial"/>
              <a:buNone/>
            </a:pPr>
            <a:r>
              <a:rPr lang="en-US"/>
              <a:t>Other key elements</a:t>
            </a:r>
            <a:endParaRPr/>
          </a:p>
        </p:txBody>
      </p:sp>
      <p:sp>
        <p:nvSpPr>
          <p:cNvPr id="275" name="Google Shape;275;p1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MEAN</a:t>
            </a:r>
            <a:r>
              <a:rPr lang="en-US" b="1">
                <a:solidFill>
                  <a:schemeClr val="accent1"/>
                </a:solidFill>
              </a:rPr>
              <a:t>/</a:t>
            </a:r>
            <a:r>
              <a:rPr lang="en-US"/>
              <a:t>MERN Stack</a:t>
            </a:r>
            <a:endParaRPr/>
          </a:p>
        </p:txBody>
      </p:sp>
      <p:sp>
        <p:nvSpPr>
          <p:cNvPr id="278" name="Google Shape;278;p14"/>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graphicFrame>
        <p:nvGraphicFramePr>
          <p:cNvPr id="276" name="Google Shape;276;p14"/>
          <p:cNvGraphicFramePr/>
          <p:nvPr/>
        </p:nvGraphicFramePr>
        <p:xfrm>
          <a:off x="929425" y="559075"/>
          <a:ext cx="6554700" cy="5797200"/>
        </p:xfrm>
        <a:graphic>
          <a:graphicData uri="http://schemas.openxmlformats.org/drawingml/2006/table">
            <a:tbl>
              <a:tblPr bandRow="1">
                <a:noFill/>
                <a:tableStyleId>{B9C2588F-E5C1-40D7-BAC3-0F3EF6BD1EB5}</a:tableStyleId>
              </a:tblPr>
              <a:tblGrid>
                <a:gridCol w="907300">
                  <a:extLst>
                    <a:ext uri="{9D8B030D-6E8A-4147-A177-3AD203B41FA5}">
                      <a16:colId xmlns:a16="http://schemas.microsoft.com/office/drawing/2014/main" val="20000"/>
                    </a:ext>
                  </a:extLst>
                </a:gridCol>
                <a:gridCol w="1466900">
                  <a:extLst>
                    <a:ext uri="{9D8B030D-6E8A-4147-A177-3AD203B41FA5}">
                      <a16:colId xmlns:a16="http://schemas.microsoft.com/office/drawing/2014/main" val="20001"/>
                    </a:ext>
                  </a:extLst>
                </a:gridCol>
                <a:gridCol w="4180500">
                  <a:extLst>
                    <a:ext uri="{9D8B030D-6E8A-4147-A177-3AD203B41FA5}">
                      <a16:colId xmlns:a16="http://schemas.microsoft.com/office/drawing/2014/main" val="20002"/>
                    </a:ext>
                  </a:extLst>
                </a:gridCol>
              </a:tblGrid>
              <a:tr h="483100">
                <a:tc>
                  <a:txBody>
                    <a:bodyPr/>
                    <a:lstStyle/>
                    <a:p>
                      <a:pPr marL="0" lvl="0" indent="0" algn="l" rtl="0">
                        <a:spcBef>
                          <a:spcPts val="0"/>
                        </a:spcBef>
                        <a:spcAft>
                          <a:spcPts val="1200"/>
                        </a:spcAft>
                        <a:buNone/>
                      </a:pPr>
                      <a:r>
                        <a:rPr lang="en-US" sz="1200" b="1">
                          <a:solidFill>
                            <a:srgbClr val="333333"/>
                          </a:solidFill>
                        </a:rPr>
                        <a:t>Element</a:t>
                      </a:r>
                      <a:endParaRPr sz="1200" b="1">
                        <a:solidFill>
                          <a:srgbClr val="333333"/>
                        </a:solidFill>
                      </a:endParaRPr>
                    </a:p>
                  </a:txBody>
                  <a:tcPr marL="76200" marR="76200" marT="76200" marB="76200" anchor="ctr">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D9EDF7"/>
                    </a:solidFill>
                  </a:tcPr>
                </a:tc>
                <a:tc>
                  <a:txBody>
                    <a:bodyPr/>
                    <a:lstStyle/>
                    <a:p>
                      <a:pPr marL="0" lvl="0" indent="0" algn="l" rtl="0">
                        <a:spcBef>
                          <a:spcPts val="0"/>
                        </a:spcBef>
                        <a:spcAft>
                          <a:spcPts val="1200"/>
                        </a:spcAft>
                        <a:buNone/>
                      </a:pPr>
                      <a:r>
                        <a:rPr lang="en-US" sz="1200" b="1">
                          <a:solidFill>
                            <a:srgbClr val="333333"/>
                          </a:solidFill>
                        </a:rPr>
                        <a:t>Meaning</a:t>
                      </a:r>
                      <a:endParaRPr sz="1200" b="1">
                        <a:solidFill>
                          <a:srgbClr val="333333"/>
                        </a:solidFill>
                      </a:endParaRPr>
                    </a:p>
                  </a:txBody>
                  <a:tcPr marL="76200" marR="76200" marT="76200" marB="76200" anchor="ctr">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D9EDF7"/>
                    </a:solidFill>
                  </a:tcPr>
                </a:tc>
                <a:tc>
                  <a:txBody>
                    <a:bodyPr/>
                    <a:lstStyle/>
                    <a:p>
                      <a:pPr marL="0" lvl="0" indent="0" algn="l" rtl="0">
                        <a:spcBef>
                          <a:spcPts val="0"/>
                        </a:spcBef>
                        <a:spcAft>
                          <a:spcPts val="1200"/>
                        </a:spcAft>
                        <a:buNone/>
                      </a:pPr>
                      <a:r>
                        <a:rPr lang="en-US" sz="1200" b="1">
                          <a:solidFill>
                            <a:srgbClr val="333333"/>
                          </a:solidFill>
                        </a:rPr>
                        <a:t>Purpose</a:t>
                      </a:r>
                      <a:endParaRPr sz="1200" b="1">
                        <a:solidFill>
                          <a:srgbClr val="333333"/>
                        </a:solidFill>
                      </a:endParaRPr>
                    </a:p>
                  </a:txBody>
                  <a:tcPr marL="76200" marR="76200" marT="76200" marB="76200" anchor="ctr">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D9EDF7"/>
                    </a:solidFill>
                  </a:tcPr>
                </a:tc>
                <a:extLst>
                  <a:ext uri="{0D108BD9-81ED-4DB2-BD59-A6C34878D82A}">
                    <a16:rowId xmlns:a16="http://schemas.microsoft.com/office/drawing/2014/main" val="10000"/>
                  </a:ext>
                </a:extLst>
              </a:tr>
              <a:tr h="483100">
                <a:tc>
                  <a:txBody>
                    <a:bodyPr/>
                    <a:lstStyle/>
                    <a:p>
                      <a:pPr marL="0" lvl="0" indent="0" algn="l" rtl="0">
                        <a:spcBef>
                          <a:spcPts val="0"/>
                        </a:spcBef>
                        <a:spcAft>
                          <a:spcPts val="1200"/>
                        </a:spcAft>
                        <a:buNone/>
                      </a:pPr>
                      <a:r>
                        <a:rPr lang="en-US" sz="1200" b="1">
                          <a:solidFill>
                            <a:srgbClr val="333333"/>
                          </a:solidFill>
                        </a:rPr>
                        <a:t>&lt;b&gt;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lvl="0" indent="0" algn="l" rtl="0">
                        <a:spcBef>
                          <a:spcPts val="0"/>
                        </a:spcBef>
                        <a:spcAft>
                          <a:spcPts val="1200"/>
                        </a:spcAft>
                        <a:buNone/>
                      </a:pPr>
                      <a:r>
                        <a:rPr lang="en-US" sz="1200">
                          <a:solidFill>
                            <a:srgbClr val="333333"/>
                          </a:solidFill>
                        </a:rPr>
                        <a:t>Bold</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lvl="0" indent="0" algn="l" rtl="0">
                        <a:spcBef>
                          <a:spcPts val="0"/>
                        </a:spcBef>
                        <a:spcAft>
                          <a:spcPts val="1200"/>
                        </a:spcAft>
                        <a:buNone/>
                      </a:pPr>
                      <a:r>
                        <a:rPr lang="en-US" sz="1200">
                          <a:solidFill>
                            <a:srgbClr val="333333"/>
                          </a:solidFill>
                        </a:rPr>
                        <a:t>Highlight important information</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83100">
                <a:tc>
                  <a:txBody>
                    <a:bodyPr/>
                    <a:lstStyle/>
                    <a:p>
                      <a:pPr marL="0" lvl="0" indent="0" algn="l" rtl="0">
                        <a:spcBef>
                          <a:spcPts val="0"/>
                        </a:spcBef>
                        <a:spcAft>
                          <a:spcPts val="1200"/>
                        </a:spcAft>
                        <a:buNone/>
                      </a:pPr>
                      <a:r>
                        <a:rPr lang="en-US" sz="1200" b="1">
                          <a:solidFill>
                            <a:srgbClr val="333333"/>
                          </a:solidFill>
                        </a:rPr>
                        <a:t>&lt;strong&gt;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lvl="0" indent="0" algn="l" rtl="0">
                        <a:spcBef>
                          <a:spcPts val="0"/>
                        </a:spcBef>
                        <a:spcAft>
                          <a:spcPts val="1200"/>
                        </a:spcAft>
                        <a:buNone/>
                      </a:pPr>
                      <a:r>
                        <a:rPr lang="en-US" sz="1200">
                          <a:solidFill>
                            <a:srgbClr val="333333"/>
                          </a:solidFill>
                        </a:rPr>
                        <a:t>Strong</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lvl="0" indent="0" algn="l" rtl="0">
                        <a:spcBef>
                          <a:spcPts val="0"/>
                        </a:spcBef>
                        <a:spcAft>
                          <a:spcPts val="1200"/>
                        </a:spcAft>
                        <a:buNone/>
                      </a:pPr>
                      <a:r>
                        <a:rPr lang="en-US" sz="1200">
                          <a:solidFill>
                            <a:srgbClr val="333333"/>
                          </a:solidFill>
                        </a:rPr>
                        <a:t>Similarly to bold, to highlight key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extLst>
                  <a:ext uri="{0D108BD9-81ED-4DB2-BD59-A6C34878D82A}">
                    <a16:rowId xmlns:a16="http://schemas.microsoft.com/office/drawing/2014/main" val="10002"/>
                  </a:ext>
                </a:extLst>
              </a:tr>
              <a:tr h="483100">
                <a:tc>
                  <a:txBody>
                    <a:bodyPr/>
                    <a:lstStyle/>
                    <a:p>
                      <a:pPr marL="0" lvl="0" indent="0" algn="l" rtl="0">
                        <a:spcBef>
                          <a:spcPts val="0"/>
                        </a:spcBef>
                        <a:spcAft>
                          <a:spcPts val="1200"/>
                        </a:spcAft>
                        <a:buNone/>
                      </a:pPr>
                      <a:r>
                        <a:rPr lang="en-US" sz="1200" b="1">
                          <a:solidFill>
                            <a:srgbClr val="333333"/>
                          </a:solidFill>
                        </a:rPr>
                        <a:t>&lt;i&gt;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lvl="0" indent="0" algn="l" rtl="0">
                        <a:spcBef>
                          <a:spcPts val="0"/>
                        </a:spcBef>
                        <a:spcAft>
                          <a:spcPts val="1200"/>
                        </a:spcAft>
                        <a:buNone/>
                      </a:pPr>
                      <a:r>
                        <a:rPr lang="en-US" sz="1200">
                          <a:solidFill>
                            <a:srgbClr val="333333"/>
                          </a:solidFill>
                        </a:rPr>
                        <a:t>Italic</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lvl="0" indent="0" algn="l" rtl="0">
                        <a:spcBef>
                          <a:spcPts val="0"/>
                        </a:spcBef>
                        <a:spcAft>
                          <a:spcPts val="1200"/>
                        </a:spcAft>
                        <a:buNone/>
                      </a:pPr>
                      <a:r>
                        <a:rPr lang="en-US" sz="1200">
                          <a:solidFill>
                            <a:srgbClr val="333333"/>
                          </a:solidFill>
                        </a:rPr>
                        <a:t>To denote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83100">
                <a:tc>
                  <a:txBody>
                    <a:bodyPr/>
                    <a:lstStyle/>
                    <a:p>
                      <a:pPr marL="0" lvl="0" indent="0" algn="l" rtl="0">
                        <a:spcBef>
                          <a:spcPts val="0"/>
                        </a:spcBef>
                        <a:spcAft>
                          <a:spcPts val="1200"/>
                        </a:spcAft>
                        <a:buNone/>
                      </a:pPr>
                      <a:r>
                        <a:rPr lang="en-US" sz="1200" b="1">
                          <a:solidFill>
                            <a:srgbClr val="333333"/>
                          </a:solidFill>
                        </a:rPr>
                        <a:t>&lt;em&gt;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lvl="0" indent="0" algn="l" rtl="0">
                        <a:spcBef>
                          <a:spcPts val="0"/>
                        </a:spcBef>
                        <a:spcAft>
                          <a:spcPts val="1200"/>
                        </a:spcAft>
                        <a:buNone/>
                      </a:pPr>
                      <a:r>
                        <a:rPr lang="en-US" sz="1200">
                          <a:solidFill>
                            <a:srgbClr val="333333"/>
                          </a:solidFill>
                        </a:rPr>
                        <a:t>Emphasised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lvl="0" indent="0" algn="l" rtl="0">
                        <a:spcBef>
                          <a:spcPts val="0"/>
                        </a:spcBef>
                        <a:spcAft>
                          <a:spcPts val="1200"/>
                        </a:spcAft>
                        <a:buNone/>
                      </a:pPr>
                      <a:r>
                        <a:rPr lang="en-US" sz="1200">
                          <a:solidFill>
                            <a:srgbClr val="333333"/>
                          </a:solidFill>
                        </a:rPr>
                        <a:t>Usually used as image captions</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extLst>
                  <a:ext uri="{0D108BD9-81ED-4DB2-BD59-A6C34878D82A}">
                    <a16:rowId xmlns:a16="http://schemas.microsoft.com/office/drawing/2014/main" val="10004"/>
                  </a:ext>
                </a:extLst>
              </a:tr>
              <a:tr h="483100">
                <a:tc>
                  <a:txBody>
                    <a:bodyPr/>
                    <a:lstStyle/>
                    <a:p>
                      <a:pPr marL="0" lvl="0" indent="0" algn="l" rtl="0">
                        <a:spcBef>
                          <a:spcPts val="0"/>
                        </a:spcBef>
                        <a:spcAft>
                          <a:spcPts val="1200"/>
                        </a:spcAft>
                        <a:buNone/>
                      </a:pPr>
                      <a:r>
                        <a:rPr lang="en-US" sz="1200" b="1">
                          <a:solidFill>
                            <a:srgbClr val="333333"/>
                          </a:solidFill>
                        </a:rPr>
                        <a:t>&lt;mark&gt;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lvl="0" indent="0" algn="l" rtl="0">
                        <a:spcBef>
                          <a:spcPts val="0"/>
                        </a:spcBef>
                        <a:spcAft>
                          <a:spcPts val="1200"/>
                        </a:spcAft>
                        <a:buNone/>
                      </a:pPr>
                      <a:r>
                        <a:rPr lang="en-US" sz="1200">
                          <a:solidFill>
                            <a:srgbClr val="333333"/>
                          </a:solidFill>
                        </a:rPr>
                        <a:t>Marked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lvl="0" indent="0" algn="l" rtl="0">
                        <a:spcBef>
                          <a:spcPts val="0"/>
                        </a:spcBef>
                        <a:spcAft>
                          <a:spcPts val="1200"/>
                        </a:spcAft>
                        <a:buNone/>
                      </a:pPr>
                      <a:r>
                        <a:rPr lang="en-US" sz="1200">
                          <a:solidFill>
                            <a:srgbClr val="333333"/>
                          </a:solidFill>
                        </a:rPr>
                        <a:t>Highlight the background of the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83100">
                <a:tc>
                  <a:txBody>
                    <a:bodyPr/>
                    <a:lstStyle/>
                    <a:p>
                      <a:pPr marL="0" lvl="0" indent="0" algn="l" rtl="0">
                        <a:spcBef>
                          <a:spcPts val="0"/>
                        </a:spcBef>
                        <a:spcAft>
                          <a:spcPts val="1200"/>
                        </a:spcAft>
                        <a:buNone/>
                      </a:pPr>
                      <a:r>
                        <a:rPr lang="en-US" sz="1200" b="1">
                          <a:solidFill>
                            <a:srgbClr val="333333"/>
                          </a:solidFill>
                        </a:rPr>
                        <a:t>&lt;small&gt;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lvl="0" indent="0" algn="l" rtl="0">
                        <a:spcBef>
                          <a:spcPts val="0"/>
                        </a:spcBef>
                        <a:spcAft>
                          <a:spcPts val="1200"/>
                        </a:spcAft>
                        <a:buNone/>
                      </a:pPr>
                      <a:r>
                        <a:rPr lang="en-US" sz="1200">
                          <a:solidFill>
                            <a:srgbClr val="333333"/>
                          </a:solidFill>
                        </a:rPr>
                        <a:t>Small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lvl="0" indent="0" algn="l" rtl="0">
                        <a:spcBef>
                          <a:spcPts val="0"/>
                        </a:spcBef>
                        <a:spcAft>
                          <a:spcPts val="1200"/>
                        </a:spcAft>
                        <a:buNone/>
                      </a:pPr>
                      <a:r>
                        <a:rPr lang="en-US" sz="1200">
                          <a:solidFill>
                            <a:srgbClr val="333333"/>
                          </a:solidFill>
                        </a:rPr>
                        <a:t>To shrink the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extLst>
                  <a:ext uri="{0D108BD9-81ED-4DB2-BD59-A6C34878D82A}">
                    <a16:rowId xmlns:a16="http://schemas.microsoft.com/office/drawing/2014/main" val="10006"/>
                  </a:ext>
                </a:extLst>
              </a:tr>
              <a:tr h="483100">
                <a:tc>
                  <a:txBody>
                    <a:bodyPr/>
                    <a:lstStyle/>
                    <a:p>
                      <a:pPr marL="0" lvl="0" indent="0" algn="l" rtl="0">
                        <a:spcBef>
                          <a:spcPts val="0"/>
                        </a:spcBef>
                        <a:spcAft>
                          <a:spcPts val="1200"/>
                        </a:spcAft>
                        <a:buNone/>
                      </a:pPr>
                      <a:r>
                        <a:rPr lang="en-US" sz="1200" b="1">
                          <a:solidFill>
                            <a:srgbClr val="333333"/>
                          </a:solidFill>
                        </a:rPr>
                        <a:t>&lt;strike&gt;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lvl="0" indent="0" algn="l" rtl="0">
                        <a:spcBef>
                          <a:spcPts val="0"/>
                        </a:spcBef>
                        <a:spcAft>
                          <a:spcPts val="1200"/>
                        </a:spcAft>
                        <a:buNone/>
                      </a:pPr>
                      <a:r>
                        <a:rPr lang="en-US" sz="1200">
                          <a:solidFill>
                            <a:srgbClr val="333333"/>
                          </a:solidFill>
                        </a:rPr>
                        <a:t>Striked Out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lvl="0" indent="0" algn="l" rtl="0">
                        <a:spcBef>
                          <a:spcPts val="0"/>
                        </a:spcBef>
                        <a:spcAft>
                          <a:spcPts val="1200"/>
                        </a:spcAft>
                        <a:buNone/>
                      </a:pPr>
                      <a:r>
                        <a:rPr lang="en-US" sz="1200">
                          <a:solidFill>
                            <a:srgbClr val="333333"/>
                          </a:solidFill>
                        </a:rPr>
                        <a:t>To place a horizontal line across the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483100">
                <a:tc>
                  <a:txBody>
                    <a:bodyPr/>
                    <a:lstStyle/>
                    <a:p>
                      <a:pPr marL="0" lvl="0" indent="0" algn="l" rtl="0">
                        <a:spcBef>
                          <a:spcPts val="0"/>
                        </a:spcBef>
                        <a:spcAft>
                          <a:spcPts val="1200"/>
                        </a:spcAft>
                        <a:buNone/>
                      </a:pPr>
                      <a:r>
                        <a:rPr lang="en-US" sz="1200" b="1">
                          <a:solidFill>
                            <a:srgbClr val="333333"/>
                          </a:solidFill>
                        </a:rPr>
                        <a:t>&lt;u&gt;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lvl="0" indent="0" algn="l" rtl="0">
                        <a:spcBef>
                          <a:spcPts val="0"/>
                        </a:spcBef>
                        <a:spcAft>
                          <a:spcPts val="1200"/>
                        </a:spcAft>
                        <a:buNone/>
                      </a:pPr>
                      <a:r>
                        <a:rPr lang="en-US" sz="1200">
                          <a:solidFill>
                            <a:srgbClr val="333333"/>
                          </a:solidFill>
                        </a:rPr>
                        <a:t>Underlined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lvl="0" indent="0" algn="l" rtl="0">
                        <a:spcBef>
                          <a:spcPts val="0"/>
                        </a:spcBef>
                        <a:spcAft>
                          <a:spcPts val="1200"/>
                        </a:spcAft>
                        <a:buNone/>
                      </a:pPr>
                      <a:r>
                        <a:rPr lang="en-US" sz="1200">
                          <a:solidFill>
                            <a:srgbClr val="333333"/>
                          </a:solidFill>
                        </a:rPr>
                        <a:t>Used for links or text highlights</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extLst>
                  <a:ext uri="{0D108BD9-81ED-4DB2-BD59-A6C34878D82A}">
                    <a16:rowId xmlns:a16="http://schemas.microsoft.com/office/drawing/2014/main" val="10008"/>
                  </a:ext>
                </a:extLst>
              </a:tr>
              <a:tr h="483100">
                <a:tc>
                  <a:txBody>
                    <a:bodyPr/>
                    <a:lstStyle/>
                    <a:p>
                      <a:pPr marL="0" lvl="0" indent="0" algn="l" rtl="0">
                        <a:spcBef>
                          <a:spcPts val="0"/>
                        </a:spcBef>
                        <a:spcAft>
                          <a:spcPts val="1200"/>
                        </a:spcAft>
                        <a:buNone/>
                      </a:pPr>
                      <a:r>
                        <a:rPr lang="en-US" sz="1200" b="1">
                          <a:solidFill>
                            <a:srgbClr val="333333"/>
                          </a:solidFill>
                        </a:rPr>
                        <a:t>&lt;ins&gt;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lvl="0" indent="0" algn="l" rtl="0">
                        <a:spcBef>
                          <a:spcPts val="0"/>
                        </a:spcBef>
                        <a:spcAft>
                          <a:spcPts val="1200"/>
                        </a:spcAft>
                        <a:buNone/>
                      </a:pPr>
                      <a:r>
                        <a:rPr lang="en-US" sz="1200">
                          <a:solidFill>
                            <a:srgbClr val="333333"/>
                          </a:solidFill>
                        </a:rPr>
                        <a:t>Inserted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lvl="0" indent="0" algn="l" rtl="0">
                        <a:spcBef>
                          <a:spcPts val="0"/>
                        </a:spcBef>
                        <a:spcAft>
                          <a:spcPts val="1200"/>
                        </a:spcAft>
                        <a:buNone/>
                      </a:pPr>
                      <a:r>
                        <a:rPr lang="en-US" sz="1200">
                          <a:solidFill>
                            <a:srgbClr val="333333"/>
                          </a:solidFill>
                        </a:rPr>
                        <a:t>Displayed with an underline to show an inserted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483100">
                <a:tc>
                  <a:txBody>
                    <a:bodyPr/>
                    <a:lstStyle/>
                    <a:p>
                      <a:pPr marL="0" lvl="0" indent="0" algn="l" rtl="0">
                        <a:spcBef>
                          <a:spcPts val="0"/>
                        </a:spcBef>
                        <a:spcAft>
                          <a:spcPts val="1200"/>
                        </a:spcAft>
                        <a:buNone/>
                      </a:pPr>
                      <a:r>
                        <a:rPr lang="en-US" sz="1200" b="1">
                          <a:solidFill>
                            <a:srgbClr val="333333"/>
                          </a:solidFill>
                        </a:rPr>
                        <a:t>&lt;sub&gt;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lvl="0" indent="0" algn="l" rtl="0">
                        <a:spcBef>
                          <a:spcPts val="0"/>
                        </a:spcBef>
                        <a:spcAft>
                          <a:spcPts val="1200"/>
                        </a:spcAft>
                        <a:buNone/>
                      </a:pPr>
                      <a:r>
                        <a:rPr lang="en-US" sz="1200">
                          <a:solidFill>
                            <a:srgbClr val="333333"/>
                          </a:solidFill>
                        </a:rPr>
                        <a:t>Subscript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lvl="0" indent="0" algn="l" rtl="0">
                        <a:spcBef>
                          <a:spcPts val="0"/>
                        </a:spcBef>
                        <a:spcAft>
                          <a:spcPts val="1200"/>
                        </a:spcAft>
                        <a:buNone/>
                      </a:pPr>
                      <a:r>
                        <a:rPr lang="en-US" sz="1200">
                          <a:solidFill>
                            <a:srgbClr val="333333"/>
                          </a:solidFill>
                        </a:rPr>
                        <a:t>Typographical stylistic choice</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extLst>
                  <a:ext uri="{0D108BD9-81ED-4DB2-BD59-A6C34878D82A}">
                    <a16:rowId xmlns:a16="http://schemas.microsoft.com/office/drawing/2014/main" val="10010"/>
                  </a:ext>
                </a:extLst>
              </a:tr>
              <a:tr h="483100">
                <a:tc>
                  <a:txBody>
                    <a:bodyPr/>
                    <a:lstStyle/>
                    <a:p>
                      <a:pPr marL="0" lvl="0" indent="0" algn="l" rtl="0">
                        <a:spcBef>
                          <a:spcPts val="0"/>
                        </a:spcBef>
                        <a:spcAft>
                          <a:spcPts val="1200"/>
                        </a:spcAft>
                        <a:buNone/>
                      </a:pPr>
                      <a:r>
                        <a:rPr lang="en-US" sz="1200" b="1">
                          <a:solidFill>
                            <a:srgbClr val="333333"/>
                          </a:solidFill>
                        </a:rPr>
                        <a:t>&lt;sup&gt;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1200"/>
                        </a:spcAft>
                        <a:buNone/>
                      </a:pPr>
                      <a:r>
                        <a:rPr lang="en-US" sz="1200">
                          <a:solidFill>
                            <a:srgbClr val="333333"/>
                          </a:solidFill>
                        </a:rPr>
                        <a:t>Superscript Text</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1200"/>
                        </a:spcAft>
                        <a:buNone/>
                      </a:pPr>
                      <a:r>
                        <a:rPr lang="en-US" sz="1200">
                          <a:solidFill>
                            <a:srgbClr val="333333"/>
                          </a:solidFill>
                        </a:rPr>
                        <a:t>Another typographical presentation style</a:t>
                      </a:r>
                      <a:endParaRPr sz="1200">
                        <a:solidFill>
                          <a:srgbClr val="333333"/>
                        </a:solidFill>
                      </a:endParaRPr>
                    </a:p>
                  </a:txBody>
                  <a:tcPr marL="76200" marR="76200" marT="76200" marB="762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9525" cap="flat" cmpd="sng">
                      <a:solidFill>
                        <a:srgbClr val="DDDDDD"/>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bl>
          </a:graphicData>
        </a:graphic>
      </p:graphicFrame>
      <p:sp>
        <p:nvSpPr>
          <p:cNvPr id="277" name="Google Shape;277;p14"/>
          <p:cNvSpPr txBox="1"/>
          <p:nvPr/>
        </p:nvSpPr>
        <p:spPr>
          <a:xfrm>
            <a:off x="8479600" y="2922250"/>
            <a:ext cx="27432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i="1"/>
              <a:t>These tags must be opened and closed around the text in question.</a:t>
            </a:r>
            <a:endParaRPr i="1"/>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83"/>
        <p:cNvGrpSpPr/>
        <p:nvPr/>
      </p:nvGrpSpPr>
      <p:grpSpPr>
        <a:xfrm>
          <a:off x="0" y="0"/>
          <a:ext cx="0" cy="0"/>
          <a:chOff x="0" y="0"/>
          <a:chExt cx="0" cy="0"/>
        </a:xfrm>
      </p:grpSpPr>
      <p:sp>
        <p:nvSpPr>
          <p:cNvPr id="284" name="Google Shape;284;g158bda26af7_1_87"/>
          <p:cNvSpPr txBox="1">
            <a:spLocks noGrp="1"/>
          </p:cNvSpPr>
          <p:nvPr>
            <p:ph type="title"/>
          </p:nvPr>
        </p:nvSpPr>
        <p:spPr>
          <a:xfrm>
            <a:off x="1136428" y="627564"/>
            <a:ext cx="7474172" cy="1325563"/>
          </a:xfrm>
          <a:prstGeom prst="rect">
            <a:avLst/>
          </a:prstGeom>
        </p:spPr>
        <p:txBody>
          <a:bodyPr spcFirstLastPara="1" vert="horz" lIns="91440" tIns="45720" rIns="91440" bIns="45720" rtlCol="0" anchor="ctr" anchorCtr="0">
            <a:normAutofit/>
          </a:bodyPr>
          <a:lstStyle/>
          <a:p>
            <a:pPr marL="0" lvl="0" indent="0">
              <a:spcAft>
                <a:spcPts val="0"/>
              </a:spcAft>
            </a:pPr>
            <a:r>
              <a:rPr lang="en-US" kern="1200">
                <a:solidFill>
                  <a:schemeClr val="tx1"/>
                </a:solidFill>
                <a:latin typeface="+mj-lt"/>
                <a:ea typeface="+mj-ea"/>
                <a:cs typeface="+mj-cs"/>
              </a:rPr>
              <a:t>Basic Construction of an HTML Page:</a:t>
            </a:r>
          </a:p>
        </p:txBody>
      </p:sp>
      <p:sp>
        <p:nvSpPr>
          <p:cNvPr id="285" name="Google Shape;285;g158bda26af7_1_87"/>
          <p:cNvSpPr txBox="1"/>
          <p:nvPr/>
        </p:nvSpPr>
        <p:spPr>
          <a:xfrm>
            <a:off x="1136429" y="2278173"/>
            <a:ext cx="7439929" cy="3450613"/>
          </a:xfrm>
          <a:prstGeom prst="rect">
            <a:avLst/>
          </a:prstGeom>
        </p:spPr>
        <p:txBody>
          <a:bodyPr spcFirstLastPara="1" vert="horz" lIns="91440" tIns="45720" rIns="91440" bIns="45720" rtlCol="0" anchor="ctr" anchorCtr="0">
            <a:normAutofit/>
          </a:bodyPr>
          <a:lstStyle/>
          <a:p>
            <a:pPr lvl="0">
              <a:lnSpc>
                <a:spcPct val="90000"/>
              </a:lnSpc>
              <a:spcBef>
                <a:spcPts val="0"/>
              </a:spcBef>
              <a:spcAft>
                <a:spcPts val="600"/>
              </a:spcAft>
            </a:pPr>
            <a:r>
              <a:rPr lang="en-US" sz="2400" b="1" dirty="0"/>
              <a:t>Special Characters:</a:t>
            </a:r>
          </a:p>
          <a:p>
            <a:pPr marL="0" lvl="0" indent="-228600">
              <a:lnSpc>
                <a:spcPct val="90000"/>
              </a:lnSpc>
              <a:spcBef>
                <a:spcPts val="0"/>
              </a:spcBef>
              <a:spcAft>
                <a:spcPts val="600"/>
              </a:spcAft>
              <a:buFont typeface="Arial" panose="020B0604020202020204" pitchFamily="34" charset="0"/>
              <a:buChar char="•"/>
            </a:pPr>
            <a:endParaRPr lang="en-US" sz="2400" b="1" dirty="0"/>
          </a:p>
          <a:p>
            <a:pPr marL="0" lvl="0" indent="-228600">
              <a:lnSpc>
                <a:spcPct val="90000"/>
              </a:lnSpc>
              <a:spcBef>
                <a:spcPts val="0"/>
              </a:spcBef>
              <a:spcAft>
                <a:spcPts val="600"/>
              </a:spcAft>
              <a:buFont typeface="Arial" panose="020B0604020202020204" pitchFamily="34" charset="0"/>
              <a:buChar char="•"/>
            </a:pPr>
            <a:r>
              <a:rPr lang="en-US" sz="2400" dirty="0"/>
              <a:t>We can add special characters or symbol entities using Html as many mathematical, technical, and currency symbols, are not present on a normal keyboard.</a:t>
            </a:r>
          </a:p>
          <a:p>
            <a:pPr lvl="0">
              <a:lnSpc>
                <a:spcPct val="90000"/>
              </a:lnSpc>
              <a:spcBef>
                <a:spcPts val="0"/>
              </a:spcBef>
              <a:spcAft>
                <a:spcPts val="600"/>
              </a:spcAft>
            </a:pPr>
            <a:endParaRPr lang="en-US" sz="2400" dirty="0"/>
          </a:p>
        </p:txBody>
      </p:sp>
      <p:sp>
        <p:nvSpPr>
          <p:cNvPr id="292" name="Rectangle 291">
            <a:extLst>
              <a:ext uri="{FF2B5EF4-FFF2-40B4-BE49-F238E27FC236}">
                <a16:creationId xmlns:a16="http://schemas.microsoft.com/office/drawing/2014/main" id="{59A309A7-1751-4ABE-A3C1-EEC40366AD8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a:extLst>
              <a:ext uri="{FF2B5EF4-FFF2-40B4-BE49-F238E27FC236}">
                <a16:creationId xmlns:a16="http://schemas.microsoft.com/office/drawing/2014/main" id="{967D8EB6-EAE1-4F9C-B398-83321E28720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6" name="Google Shape;286;g158bda26af7_1_87"/>
          <p:cNvPicPr preferRelativeResize="0"/>
          <p:nvPr/>
        </p:nvPicPr>
        <p:blipFill>
          <a:blip r:embed="rId3"/>
          <a:stretch>
            <a:fillRect/>
          </a:stretch>
        </p:blipFill>
        <p:spPr>
          <a:xfrm>
            <a:off x="9254442" y="3394275"/>
            <a:ext cx="1462088" cy="69449"/>
          </a:xfrm>
          <a:prstGeom prst="rect">
            <a:avLst/>
          </a:prstGeom>
          <a:noFill/>
        </p:spPr>
      </p:pic>
      <p:sp>
        <p:nvSpPr>
          <p:cNvPr id="287" name="Google Shape;287;g158bda26af7_1_87"/>
          <p:cNvSpPr txBox="1">
            <a:spLocks noGrp="1"/>
          </p:cNvSpPr>
          <p:nvPr>
            <p:ph type="sldNum" sz="quarter" idx="12"/>
          </p:nvPr>
        </p:nvSpPr>
        <p:spPr>
          <a:xfrm>
            <a:off x="10341428" y="6356350"/>
            <a:ext cx="1012371"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Clr>
                <a:srgbClr val="000000"/>
              </a:buClr>
              <a:buFont typeface="Arial"/>
              <a:buNone/>
            </a:pPr>
            <a:fld id="{00000000-1234-1234-1234-123412341234}" type="slidenum">
              <a:rPr lang="en-US">
                <a:solidFill>
                  <a:srgbClr val="FFFFFF"/>
                </a:solidFill>
              </a:rPr>
              <a:pPr lvl="0" indent="0">
                <a:spcBef>
                  <a:spcPts val="0"/>
                </a:spcBef>
                <a:spcAft>
                  <a:spcPts val="600"/>
                </a:spcAft>
                <a:buClr>
                  <a:srgbClr val="000000"/>
                </a:buClr>
                <a:buFont typeface="Arial"/>
                <a:buNone/>
              </a:pPr>
              <a:t>19</a:t>
            </a:fld>
            <a:endParaRPr lang="en-US">
              <a:solidFill>
                <a:srgbClr val="FFFFFF"/>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g158bda26af7_1_100"/>
          <p:cNvSpPr txBox="1">
            <a:spLocks noGrp="1"/>
          </p:cNvSpPr>
          <p:nvPr>
            <p:ph type="title"/>
          </p:nvPr>
        </p:nvSpPr>
        <p:spPr>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400"/>
              <a:t>Basic Construction of an HTML Page:</a:t>
            </a:r>
            <a:endParaRPr sz="4400"/>
          </a:p>
        </p:txBody>
      </p:sp>
      <p:sp>
        <p:nvSpPr>
          <p:cNvPr id="296" name="Google Shape;296;g158bda26af7_1_100"/>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
        <p:nvSpPr>
          <p:cNvPr id="294" name="Google Shape;294;g158bda26af7_1_100"/>
          <p:cNvSpPr txBox="1"/>
          <p:nvPr/>
        </p:nvSpPr>
        <p:spPr>
          <a:xfrm>
            <a:off x="1097275" y="1951575"/>
            <a:ext cx="4409400" cy="2514504"/>
          </a:xfrm>
          <a:prstGeom prst="rect">
            <a:avLst/>
          </a:prstGeom>
          <a:noFill/>
          <a:ln>
            <a:noFill/>
          </a:ln>
        </p:spPr>
        <p:txBody>
          <a:bodyPr spcFirstLastPara="1" wrap="square" lIns="91425" tIns="91425" rIns="91425" bIns="91425" anchor="t" anchorCtr="0">
            <a:spAutoFit/>
          </a:bodyPr>
          <a:lstStyle/>
          <a:p>
            <a:pPr lvl="0">
              <a:lnSpc>
                <a:spcPct val="90000"/>
              </a:lnSpc>
              <a:spcBef>
                <a:spcPts val="0"/>
              </a:spcBef>
              <a:spcAft>
                <a:spcPts val="600"/>
              </a:spcAft>
            </a:pPr>
            <a:r>
              <a:rPr lang="en-US" sz="1800" b="1" dirty="0"/>
              <a:t>Special Characters:</a:t>
            </a:r>
          </a:p>
          <a:p>
            <a:pPr marL="0" lvl="0" indent="-228600">
              <a:lnSpc>
                <a:spcPct val="90000"/>
              </a:lnSpc>
              <a:spcBef>
                <a:spcPts val="0"/>
              </a:spcBef>
              <a:spcAft>
                <a:spcPts val="600"/>
              </a:spcAft>
              <a:buFont typeface="Arial" panose="020B0604020202020204" pitchFamily="34" charset="0"/>
              <a:buChar char="•"/>
            </a:pPr>
            <a:endParaRPr lang="en-US" sz="1800" b="1" dirty="0"/>
          </a:p>
          <a:p>
            <a:pPr marL="0" lvl="0" indent="-228600">
              <a:lnSpc>
                <a:spcPct val="90000"/>
              </a:lnSpc>
              <a:spcBef>
                <a:spcPts val="0"/>
              </a:spcBef>
              <a:spcAft>
                <a:spcPts val="600"/>
              </a:spcAft>
              <a:buFont typeface="Arial" panose="020B0604020202020204" pitchFamily="34" charset="0"/>
              <a:buChar char="•"/>
            </a:pPr>
            <a:r>
              <a:rPr lang="en-US" sz="1800" dirty="0"/>
              <a:t>We can add special characters or symbol entities using Html as many mathematical, technical, and currency symbols, are not present on a normal keyboard.</a:t>
            </a:r>
          </a:p>
          <a:p>
            <a:pPr lvl="0">
              <a:lnSpc>
                <a:spcPct val="90000"/>
              </a:lnSpc>
              <a:spcBef>
                <a:spcPts val="0"/>
              </a:spcBef>
              <a:spcAft>
                <a:spcPts val="600"/>
              </a:spcAft>
            </a:pPr>
            <a:r>
              <a:rPr lang="en-US" sz="1800" smtClean="0"/>
              <a:t> </a:t>
            </a:r>
            <a:endParaRPr dirty="0"/>
          </a:p>
          <a:p>
            <a:pPr marL="0" lvl="0" indent="0" algn="l" rtl="0">
              <a:spcBef>
                <a:spcPts val="0"/>
              </a:spcBef>
              <a:spcAft>
                <a:spcPts val="0"/>
              </a:spcAft>
              <a:buNone/>
            </a:pPr>
            <a:endParaRPr dirty="0"/>
          </a:p>
        </p:txBody>
      </p:sp>
      <p:graphicFrame>
        <p:nvGraphicFramePr>
          <p:cNvPr id="295" name="Google Shape;295;g158bda26af7_1_100"/>
          <p:cNvGraphicFramePr/>
          <p:nvPr/>
        </p:nvGraphicFramePr>
        <p:xfrm>
          <a:off x="6299075" y="1951575"/>
          <a:ext cx="5536300" cy="4229100"/>
        </p:xfrm>
        <a:graphic>
          <a:graphicData uri="http://schemas.openxmlformats.org/drawingml/2006/table">
            <a:tbl>
              <a:tblPr bandRow="1">
                <a:noFill/>
                <a:tableStyleId>{B9C2588F-E5C1-40D7-BAC3-0F3EF6BD1EB5}</a:tableStyleId>
              </a:tblPr>
              <a:tblGrid>
                <a:gridCol w="822475">
                  <a:extLst>
                    <a:ext uri="{9D8B030D-6E8A-4147-A177-3AD203B41FA5}">
                      <a16:colId xmlns:a16="http://schemas.microsoft.com/office/drawing/2014/main" val="20000"/>
                    </a:ext>
                  </a:extLst>
                </a:gridCol>
                <a:gridCol w="427750">
                  <a:extLst>
                    <a:ext uri="{9D8B030D-6E8A-4147-A177-3AD203B41FA5}">
                      <a16:colId xmlns:a16="http://schemas.microsoft.com/office/drawing/2014/main" val="20001"/>
                    </a:ext>
                  </a:extLst>
                </a:gridCol>
                <a:gridCol w="1196875">
                  <a:extLst>
                    <a:ext uri="{9D8B030D-6E8A-4147-A177-3AD203B41FA5}">
                      <a16:colId xmlns:a16="http://schemas.microsoft.com/office/drawing/2014/main" val="20002"/>
                    </a:ext>
                  </a:extLst>
                </a:gridCol>
                <a:gridCol w="3089200">
                  <a:extLst>
                    <a:ext uri="{9D8B030D-6E8A-4147-A177-3AD203B41FA5}">
                      <a16:colId xmlns:a16="http://schemas.microsoft.com/office/drawing/2014/main" val="20003"/>
                    </a:ext>
                  </a:extLst>
                </a:gridCol>
              </a:tblGrid>
              <a:tr h="200025">
                <a:tc gridSpan="2">
                  <a:txBody>
                    <a:bodyPr/>
                    <a:lstStyle/>
                    <a:p>
                      <a:pPr marL="0" lvl="0" indent="153035" algn="l" rtl="0">
                        <a:spcBef>
                          <a:spcPts val="0"/>
                        </a:spcBef>
                        <a:spcAft>
                          <a:spcPts val="0"/>
                        </a:spcAft>
                        <a:buNone/>
                      </a:pPr>
                      <a:r>
                        <a:rPr lang="en-US" sz="1200" b="1">
                          <a:latin typeface="Verdana"/>
                          <a:ea typeface="Verdana"/>
                          <a:cs typeface="Verdana"/>
                          <a:sym typeface="Verdana"/>
                        </a:rPr>
                        <a:t>Char</a:t>
                      </a:r>
                      <a:endParaRPr sz="1200" b="1">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w="12700" cap="flat" cmpd="sng">
                      <a:solidFill>
                        <a:srgbClr val="CCCCCC"/>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tc>
                  <a:txBody>
                    <a:bodyPr/>
                    <a:lstStyle/>
                    <a:p>
                      <a:pPr marL="0" lvl="0" indent="0" algn="l" rtl="0">
                        <a:spcBef>
                          <a:spcPts val="0"/>
                        </a:spcBef>
                        <a:spcAft>
                          <a:spcPts val="0"/>
                        </a:spcAft>
                        <a:buNone/>
                      </a:pPr>
                      <a:r>
                        <a:rPr lang="en-US" sz="1200" b="1">
                          <a:latin typeface="Verdana"/>
                          <a:ea typeface="Verdana"/>
                          <a:cs typeface="Verdana"/>
                          <a:sym typeface="Verdana"/>
                        </a:rPr>
                        <a:t>Entity</a:t>
                      </a:r>
                      <a:endParaRPr sz="1200" b="1">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12700" cap="flat" cmpd="sng">
                      <a:solidFill>
                        <a:srgbClr val="CCCCCC"/>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en-US" sz="1200" b="1">
                          <a:latin typeface="Verdana"/>
                          <a:ea typeface="Verdana"/>
                          <a:cs typeface="Verdana"/>
                          <a:sym typeface="Verdana"/>
                        </a:rPr>
                        <a:t>Description</a:t>
                      </a:r>
                      <a:endParaRPr sz="1200" b="1">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w="12700" cap="flat" cmpd="sng">
                      <a:solidFill>
                        <a:srgbClr val="CCCCCC"/>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00025">
                <a:tc>
                  <a:txBody>
                    <a:bodyPr/>
                    <a:lstStyle/>
                    <a:p>
                      <a:pPr marL="0" lvl="0" indent="153035" algn="l" rtl="0">
                        <a:spcBef>
                          <a:spcPts val="0"/>
                        </a:spcBef>
                        <a:spcAft>
                          <a:spcPts val="0"/>
                        </a:spcAft>
                        <a:buNone/>
                      </a:pPr>
                      <a:r>
                        <a:rPr lang="en-US" sz="1200" b="1">
                          <a:latin typeface="Verdana"/>
                          <a:ea typeface="Verdana"/>
                          <a:cs typeface="Verdana"/>
                          <a:sym typeface="Verdana"/>
                        </a:rPr>
                        <a:t> </a:t>
                      </a:r>
                      <a:endParaRPr sz="1200" b="1">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gridSpan="2">
                  <a:txBody>
                    <a:bodyPr/>
                    <a:lstStyle/>
                    <a:p>
                      <a:pPr marL="0" lvl="0" indent="0" algn="l" rtl="0">
                        <a:spcBef>
                          <a:spcPts val="0"/>
                        </a:spcBef>
                        <a:spcAft>
                          <a:spcPts val="0"/>
                        </a:spcAft>
                        <a:buNone/>
                      </a:pPr>
                      <a:r>
                        <a:rPr lang="en-US" sz="1200">
                          <a:latin typeface="Verdana"/>
                          <a:ea typeface="Verdana"/>
                          <a:cs typeface="Verdana"/>
                          <a:sym typeface="Verdana"/>
                        </a:rPr>
                        <a:t>&amp;nbsp;</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Non-breaking space</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00025">
                <a:tc>
                  <a:txBody>
                    <a:bodyPr/>
                    <a:lstStyle/>
                    <a:p>
                      <a:pPr marL="0" lvl="0" indent="152400" algn="l" rtl="0">
                        <a:spcBef>
                          <a:spcPts val="0"/>
                        </a:spcBef>
                        <a:spcAft>
                          <a:spcPts val="0"/>
                        </a:spcAft>
                        <a:buNone/>
                      </a:pPr>
                      <a:r>
                        <a:rPr lang="en-US" sz="1200">
                          <a:latin typeface="Cambria Math"/>
                          <a:ea typeface="Cambria Math"/>
                          <a:cs typeface="Cambria Math"/>
                          <a:sym typeface="Cambria Math"/>
                        </a:rPr>
                        <a:t>∀</a:t>
                      </a: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gridSpan="2">
                  <a:txBody>
                    <a:bodyPr/>
                    <a:lstStyle/>
                    <a:p>
                      <a:pPr marL="0" lvl="0" indent="0" algn="l" rtl="0">
                        <a:spcBef>
                          <a:spcPts val="0"/>
                        </a:spcBef>
                        <a:spcAft>
                          <a:spcPts val="0"/>
                        </a:spcAft>
                        <a:buNone/>
                      </a:pPr>
                      <a:r>
                        <a:rPr lang="en-US" sz="1200">
                          <a:latin typeface="Verdana"/>
                          <a:ea typeface="Verdana"/>
                          <a:cs typeface="Verdana"/>
                          <a:sym typeface="Verdana"/>
                        </a:rPr>
                        <a:t>&amp;forall;</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FOR ALL</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extLst>
                  <a:ext uri="{0D108BD9-81ED-4DB2-BD59-A6C34878D82A}">
                    <a16:rowId xmlns:a16="http://schemas.microsoft.com/office/drawing/2014/main" val="10002"/>
                  </a:ext>
                </a:extLst>
              </a:tr>
              <a:tr h="200025">
                <a:tc>
                  <a:txBody>
                    <a:bodyPr/>
                    <a:lstStyle/>
                    <a:p>
                      <a:pPr marL="0" lvl="0" indent="152400" algn="l" rtl="0">
                        <a:spcBef>
                          <a:spcPts val="0"/>
                        </a:spcBef>
                        <a:spcAft>
                          <a:spcPts val="0"/>
                        </a:spcAft>
                        <a:buNone/>
                      </a:pPr>
                      <a:r>
                        <a:rPr lang="en-US" sz="1200">
                          <a:latin typeface="Arimo"/>
                          <a:ea typeface="Arimo"/>
                          <a:cs typeface="Arimo"/>
                          <a:sym typeface="Arimo"/>
                        </a:rPr>
                        <a:t>∂</a:t>
                      </a: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gridSpan="2">
                  <a:txBody>
                    <a:bodyPr/>
                    <a:lstStyle/>
                    <a:p>
                      <a:pPr marL="0" lvl="0" indent="0" algn="l" rtl="0">
                        <a:spcBef>
                          <a:spcPts val="0"/>
                        </a:spcBef>
                        <a:spcAft>
                          <a:spcPts val="0"/>
                        </a:spcAft>
                        <a:buNone/>
                      </a:pPr>
                      <a:r>
                        <a:rPr lang="en-US" sz="1200">
                          <a:latin typeface="Verdana"/>
                          <a:ea typeface="Verdana"/>
                          <a:cs typeface="Verdana"/>
                          <a:sym typeface="Verdana"/>
                        </a:rPr>
                        <a:t>&amp;part;</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PARTIAL DIFFERENTIAL</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00025">
                <a:tc>
                  <a:txBody>
                    <a:bodyPr/>
                    <a:lstStyle/>
                    <a:p>
                      <a:pPr marL="0" lvl="0" indent="152400" algn="l" rtl="0">
                        <a:spcBef>
                          <a:spcPts val="0"/>
                        </a:spcBef>
                        <a:spcAft>
                          <a:spcPts val="0"/>
                        </a:spcAft>
                        <a:buNone/>
                      </a:pPr>
                      <a:r>
                        <a:rPr lang="en-US" sz="1200">
                          <a:latin typeface="Cambria Math"/>
                          <a:ea typeface="Cambria Math"/>
                          <a:cs typeface="Cambria Math"/>
                          <a:sym typeface="Cambria Math"/>
                        </a:rPr>
                        <a:t>∃</a:t>
                      </a: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gridSpan="2">
                  <a:txBody>
                    <a:bodyPr/>
                    <a:lstStyle/>
                    <a:p>
                      <a:pPr marL="0" lvl="0" indent="0" algn="l" rtl="0">
                        <a:spcBef>
                          <a:spcPts val="0"/>
                        </a:spcBef>
                        <a:spcAft>
                          <a:spcPts val="0"/>
                        </a:spcAft>
                        <a:buNone/>
                      </a:pPr>
                      <a:r>
                        <a:rPr lang="en-US" sz="1200">
                          <a:latin typeface="Verdana"/>
                          <a:ea typeface="Verdana"/>
                          <a:cs typeface="Verdana"/>
                          <a:sym typeface="Verdana"/>
                        </a:rPr>
                        <a:t>&amp;exist;</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THERE EXISTS</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extLst>
                  <a:ext uri="{0D108BD9-81ED-4DB2-BD59-A6C34878D82A}">
                    <a16:rowId xmlns:a16="http://schemas.microsoft.com/office/drawing/2014/main" val="10004"/>
                  </a:ext>
                </a:extLst>
              </a:tr>
              <a:tr h="552450">
                <a:tc>
                  <a:txBody>
                    <a:bodyPr/>
                    <a:lstStyle/>
                    <a:p>
                      <a:pPr marL="0" lvl="0" indent="152400" algn="l" rtl="0">
                        <a:spcBef>
                          <a:spcPts val="0"/>
                        </a:spcBef>
                        <a:spcAft>
                          <a:spcPts val="0"/>
                        </a:spcAft>
                        <a:buNone/>
                      </a:pPr>
                      <a:r>
                        <a:rPr lang="en-US" sz="1200">
                          <a:latin typeface="Cambria Math"/>
                          <a:ea typeface="Cambria Math"/>
                          <a:cs typeface="Cambria Math"/>
                          <a:sym typeface="Cambria Math"/>
                        </a:rPr>
                        <a:t>∅</a:t>
                      </a: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gridSpan="2">
                  <a:txBody>
                    <a:bodyPr/>
                    <a:lstStyle/>
                    <a:p>
                      <a:pPr marL="0" lvl="0" indent="0" algn="l" rtl="0">
                        <a:spcBef>
                          <a:spcPts val="0"/>
                        </a:spcBef>
                        <a:spcAft>
                          <a:spcPts val="0"/>
                        </a:spcAft>
                        <a:buNone/>
                      </a:pPr>
                      <a:r>
                        <a:rPr lang="en-US" sz="1200">
                          <a:latin typeface="Verdana"/>
                          <a:ea typeface="Verdana"/>
                          <a:cs typeface="Verdana"/>
                          <a:sym typeface="Verdana"/>
                        </a:rPr>
                        <a:t>&amp;empty;</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EMPTY SETS</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552450">
                <a:tc>
                  <a:txBody>
                    <a:bodyPr/>
                    <a:lstStyle/>
                    <a:p>
                      <a:pPr marL="0" lvl="0" indent="152400" algn="l" rtl="0">
                        <a:spcBef>
                          <a:spcPts val="0"/>
                        </a:spcBef>
                        <a:spcAft>
                          <a:spcPts val="0"/>
                        </a:spcAft>
                        <a:buNone/>
                      </a:pPr>
                      <a:r>
                        <a:rPr lang="en-US" sz="1200">
                          <a:latin typeface="Verdana"/>
                          <a:ea typeface="Verdana"/>
                          <a:cs typeface="Verdana"/>
                          <a:sym typeface="Verdana"/>
                        </a:rPr>
                        <a:t>Α</a:t>
                      </a: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gridSpan="2">
                  <a:txBody>
                    <a:bodyPr/>
                    <a:lstStyle/>
                    <a:p>
                      <a:pPr marL="0" lvl="0" indent="0" algn="l" rtl="0">
                        <a:spcBef>
                          <a:spcPts val="0"/>
                        </a:spcBef>
                        <a:spcAft>
                          <a:spcPts val="0"/>
                        </a:spcAft>
                        <a:buNone/>
                      </a:pPr>
                      <a:r>
                        <a:rPr lang="en-US" sz="1200">
                          <a:latin typeface="Verdana"/>
                          <a:ea typeface="Verdana"/>
                          <a:cs typeface="Verdana"/>
                          <a:sym typeface="Verdana"/>
                        </a:rPr>
                        <a:t>&amp;Alpha;</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GREEK CAPITAL LETTER ALPHA</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extLst>
                  <a:ext uri="{0D108BD9-81ED-4DB2-BD59-A6C34878D82A}">
                    <a16:rowId xmlns:a16="http://schemas.microsoft.com/office/drawing/2014/main" val="10006"/>
                  </a:ext>
                </a:extLst>
              </a:tr>
              <a:tr h="371475">
                <a:tc>
                  <a:txBody>
                    <a:bodyPr/>
                    <a:lstStyle/>
                    <a:p>
                      <a:pPr marL="0" lvl="0" indent="152400" algn="l" rtl="0">
                        <a:spcBef>
                          <a:spcPts val="0"/>
                        </a:spcBef>
                        <a:spcAft>
                          <a:spcPts val="0"/>
                        </a:spcAft>
                        <a:buNone/>
                      </a:pPr>
                      <a:r>
                        <a:rPr lang="en-US" sz="1200">
                          <a:latin typeface="Verdana"/>
                          <a:ea typeface="Verdana"/>
                          <a:cs typeface="Verdana"/>
                          <a:sym typeface="Verdana"/>
                        </a:rPr>
                        <a:t>Β</a:t>
                      </a: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gridSpan="2">
                  <a:txBody>
                    <a:bodyPr/>
                    <a:lstStyle/>
                    <a:p>
                      <a:pPr marL="0" lvl="0" indent="0" algn="l" rtl="0">
                        <a:spcBef>
                          <a:spcPts val="0"/>
                        </a:spcBef>
                        <a:spcAft>
                          <a:spcPts val="0"/>
                        </a:spcAft>
                        <a:buNone/>
                      </a:pPr>
                      <a:r>
                        <a:rPr lang="en-US" sz="1200">
                          <a:latin typeface="Verdana"/>
                          <a:ea typeface="Verdana"/>
                          <a:cs typeface="Verdana"/>
                          <a:sym typeface="Verdana"/>
                        </a:rPr>
                        <a:t>&amp;Beta;</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GREEK CAPITAL LETTER BETA</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71475">
                <a:tc>
                  <a:txBody>
                    <a:bodyPr/>
                    <a:lstStyle/>
                    <a:p>
                      <a:pPr marL="0" lvl="0" indent="152400" algn="l" rtl="0">
                        <a:spcBef>
                          <a:spcPts val="0"/>
                        </a:spcBef>
                        <a:spcAft>
                          <a:spcPts val="0"/>
                        </a:spcAft>
                        <a:buNone/>
                      </a:pPr>
                      <a:r>
                        <a:rPr lang="en-US" sz="1200">
                          <a:latin typeface="Verdana"/>
                          <a:ea typeface="Verdana"/>
                          <a:cs typeface="Verdana"/>
                          <a:sym typeface="Verdana"/>
                        </a:rPr>
                        <a:t>Γ</a:t>
                      </a: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gridSpan="2">
                  <a:txBody>
                    <a:bodyPr/>
                    <a:lstStyle/>
                    <a:p>
                      <a:pPr marL="0" lvl="0" indent="0" algn="l" rtl="0">
                        <a:spcBef>
                          <a:spcPts val="0"/>
                        </a:spcBef>
                        <a:spcAft>
                          <a:spcPts val="0"/>
                        </a:spcAft>
                        <a:buNone/>
                      </a:pPr>
                      <a:r>
                        <a:rPr lang="en-US" sz="1200">
                          <a:latin typeface="Verdana"/>
                          <a:ea typeface="Verdana"/>
                          <a:cs typeface="Verdana"/>
                          <a:sym typeface="Verdana"/>
                        </a:rPr>
                        <a:t>&amp;Gamma;</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GREEK CAPITAL LETTER GAMMA</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extLst>
                  <a:ext uri="{0D108BD9-81ED-4DB2-BD59-A6C34878D82A}">
                    <a16:rowId xmlns:a16="http://schemas.microsoft.com/office/drawing/2014/main" val="10008"/>
                  </a:ext>
                </a:extLst>
              </a:tr>
              <a:tr h="200025">
                <a:tc>
                  <a:txBody>
                    <a:bodyPr/>
                    <a:lstStyle/>
                    <a:p>
                      <a:pPr marL="0" lvl="0" indent="152400" algn="l" rtl="0">
                        <a:spcBef>
                          <a:spcPts val="0"/>
                        </a:spcBef>
                        <a:spcAft>
                          <a:spcPts val="0"/>
                        </a:spcAft>
                        <a:buNone/>
                      </a:pPr>
                      <a:r>
                        <a:rPr lang="en-US" sz="1200">
                          <a:latin typeface="Verdana"/>
                          <a:ea typeface="Verdana"/>
                          <a:cs typeface="Verdana"/>
                          <a:sym typeface="Verdana"/>
                        </a:rPr>
                        <a:t>Δ</a:t>
                      </a: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gridSpan="2">
                  <a:txBody>
                    <a:bodyPr/>
                    <a:lstStyle/>
                    <a:p>
                      <a:pPr marL="0" lvl="0" indent="0" algn="l" rtl="0">
                        <a:spcBef>
                          <a:spcPts val="0"/>
                        </a:spcBef>
                        <a:spcAft>
                          <a:spcPts val="0"/>
                        </a:spcAft>
                        <a:buNone/>
                      </a:pPr>
                      <a:r>
                        <a:rPr lang="en-US" sz="1200">
                          <a:latin typeface="Verdana"/>
                          <a:ea typeface="Verdana"/>
                          <a:cs typeface="Verdana"/>
                          <a:sym typeface="Verdana"/>
                        </a:rPr>
                        <a:t>&amp;Delta;</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GREEK CAPITAL LETTER DELTA</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00025">
                <a:tc>
                  <a:txBody>
                    <a:bodyPr/>
                    <a:lstStyle/>
                    <a:p>
                      <a:pPr marL="0" lvl="0" indent="152400" algn="l" rtl="0">
                        <a:spcBef>
                          <a:spcPts val="0"/>
                        </a:spcBef>
                        <a:spcAft>
                          <a:spcPts val="0"/>
                        </a:spcAft>
                        <a:buNone/>
                      </a:pPr>
                      <a:r>
                        <a:rPr lang="en-US" sz="1200">
                          <a:latin typeface="Verdana"/>
                          <a:ea typeface="Verdana"/>
                          <a:cs typeface="Verdana"/>
                          <a:sym typeface="Verdana"/>
                        </a:rPr>
                        <a:t>©</a:t>
                      </a: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gridSpan="2">
                  <a:txBody>
                    <a:bodyPr/>
                    <a:lstStyle/>
                    <a:p>
                      <a:pPr marL="0" lvl="0" indent="0" algn="l" rtl="0">
                        <a:spcBef>
                          <a:spcPts val="0"/>
                        </a:spcBef>
                        <a:spcAft>
                          <a:spcPts val="0"/>
                        </a:spcAft>
                        <a:buNone/>
                      </a:pPr>
                      <a:r>
                        <a:rPr lang="en-US" sz="1200">
                          <a:latin typeface="Verdana"/>
                          <a:ea typeface="Verdana"/>
                          <a:cs typeface="Verdana"/>
                          <a:sym typeface="Verdana"/>
                        </a:rPr>
                        <a:t>&amp;copy;</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COPYRIGHT SIGN</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extLst>
                  <a:ext uri="{0D108BD9-81ED-4DB2-BD59-A6C34878D82A}">
                    <a16:rowId xmlns:a16="http://schemas.microsoft.com/office/drawing/2014/main" val="10010"/>
                  </a:ext>
                </a:extLst>
              </a:tr>
              <a:tr h="200025">
                <a:tc>
                  <a:txBody>
                    <a:bodyPr/>
                    <a:lstStyle/>
                    <a:p>
                      <a:pPr marL="0" lvl="0" indent="152400" algn="l" rtl="0">
                        <a:spcBef>
                          <a:spcPts val="0"/>
                        </a:spcBef>
                        <a:spcAft>
                          <a:spcPts val="0"/>
                        </a:spcAft>
                        <a:buNone/>
                      </a:pPr>
                      <a:r>
                        <a:rPr lang="en-US" sz="1200">
                          <a:latin typeface="Verdana"/>
                          <a:ea typeface="Verdana"/>
                          <a:cs typeface="Verdana"/>
                          <a:sym typeface="Verdana"/>
                        </a:rPr>
                        <a:t>®</a:t>
                      </a: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gridSpan="2">
                  <a:txBody>
                    <a:bodyPr/>
                    <a:lstStyle/>
                    <a:p>
                      <a:pPr marL="0" lvl="0" indent="0" algn="l" rtl="0">
                        <a:spcBef>
                          <a:spcPts val="0"/>
                        </a:spcBef>
                        <a:spcAft>
                          <a:spcPts val="0"/>
                        </a:spcAft>
                        <a:buNone/>
                      </a:pPr>
                      <a:r>
                        <a:rPr lang="en-US" sz="1200" dirty="0">
                          <a:latin typeface="Verdana"/>
                          <a:ea typeface="Verdana"/>
                          <a:cs typeface="Verdana"/>
                          <a:sym typeface="Verdana"/>
                        </a:rPr>
                        <a:t>&amp;reg;</a:t>
                      </a:r>
                      <a:endParaRPr sz="1200" dirty="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REGISTERED SIGN</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200025">
                <a:tc>
                  <a:txBody>
                    <a:bodyPr/>
                    <a:lstStyle/>
                    <a:p>
                      <a:pPr marL="0" lvl="0" indent="152400" algn="l" rtl="0">
                        <a:spcBef>
                          <a:spcPts val="0"/>
                        </a:spcBef>
                        <a:spcAft>
                          <a:spcPts val="0"/>
                        </a:spcAft>
                        <a:buNone/>
                      </a:pPr>
                      <a:r>
                        <a:rPr lang="en-US" sz="1200">
                          <a:latin typeface="Verdana"/>
                          <a:ea typeface="Verdana"/>
                          <a:cs typeface="Verdana"/>
                          <a:sym typeface="Verdana"/>
                        </a:rPr>
                        <a:t>€</a:t>
                      </a: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gridSpan="2">
                  <a:txBody>
                    <a:bodyPr/>
                    <a:lstStyle/>
                    <a:p>
                      <a:pPr marL="0" lvl="0" indent="0" algn="l" rtl="0">
                        <a:spcBef>
                          <a:spcPts val="0"/>
                        </a:spcBef>
                        <a:spcAft>
                          <a:spcPts val="0"/>
                        </a:spcAft>
                        <a:buNone/>
                      </a:pPr>
                      <a:r>
                        <a:rPr lang="en-US" sz="1200" dirty="0">
                          <a:latin typeface="Verdana"/>
                          <a:ea typeface="Verdana"/>
                          <a:cs typeface="Verdana"/>
                          <a:sym typeface="Verdana"/>
                        </a:rPr>
                        <a:t>&amp;euro;</a:t>
                      </a:r>
                      <a:endParaRPr sz="1200" dirty="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EURO SIGN</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extLst>
                  <a:ext uri="{0D108BD9-81ED-4DB2-BD59-A6C34878D82A}">
                    <a16:rowId xmlns:a16="http://schemas.microsoft.com/office/drawing/2014/main" val="10012"/>
                  </a:ext>
                </a:extLst>
              </a:tr>
              <a:tr h="200025">
                <a:tc>
                  <a:txBody>
                    <a:bodyPr/>
                    <a:lstStyle/>
                    <a:p>
                      <a:pPr marL="0" lvl="0" indent="152400" algn="l" rtl="0">
                        <a:spcBef>
                          <a:spcPts val="0"/>
                        </a:spcBef>
                        <a:spcAft>
                          <a:spcPts val="0"/>
                        </a:spcAft>
                        <a:buNone/>
                      </a:pPr>
                      <a:r>
                        <a:rPr lang="en-US" sz="1200">
                          <a:latin typeface="Arimo"/>
                          <a:ea typeface="Arimo"/>
                          <a:cs typeface="Arimo"/>
                          <a:sym typeface="Arimo"/>
                        </a:rPr>
                        <a:t>™</a:t>
                      </a: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gridSpan="2">
                  <a:txBody>
                    <a:bodyPr/>
                    <a:lstStyle/>
                    <a:p>
                      <a:pPr marL="0" lvl="0" indent="0" algn="l" rtl="0">
                        <a:spcBef>
                          <a:spcPts val="0"/>
                        </a:spcBef>
                        <a:spcAft>
                          <a:spcPts val="0"/>
                        </a:spcAft>
                        <a:buNone/>
                      </a:pPr>
                      <a:r>
                        <a:rPr lang="en-US" sz="1200" dirty="0">
                          <a:latin typeface="Verdana"/>
                          <a:ea typeface="Verdana"/>
                          <a:cs typeface="Verdana"/>
                          <a:sym typeface="Verdana"/>
                        </a:rPr>
                        <a:t>&amp;trade;</a:t>
                      </a:r>
                      <a:endParaRPr sz="1200" dirty="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TRADEMARK</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90500">
                <a:tc>
                  <a:txBody>
                    <a:bodyPr/>
                    <a:lstStyle/>
                    <a:p>
                      <a:pPr marL="0" lvl="0" indent="152400" algn="l" rtl="0">
                        <a:spcBef>
                          <a:spcPts val="0"/>
                        </a:spcBef>
                        <a:spcAft>
                          <a:spcPts val="0"/>
                        </a:spcAft>
                        <a:buNone/>
                      </a:pPr>
                      <a:r>
                        <a:rPr lang="en-US" sz="1200">
                          <a:latin typeface="Verdana"/>
                          <a:ea typeface="Verdana"/>
                          <a:cs typeface="Verdana"/>
                          <a:sym typeface="Verdana"/>
                        </a:rPr>
                        <a:t>&gt;</a:t>
                      </a: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gridSpan="2">
                  <a:txBody>
                    <a:bodyPr/>
                    <a:lstStyle/>
                    <a:p>
                      <a:pPr marL="0" lvl="0" indent="0" algn="l" rtl="0">
                        <a:spcBef>
                          <a:spcPts val="0"/>
                        </a:spcBef>
                        <a:spcAft>
                          <a:spcPts val="0"/>
                        </a:spcAft>
                        <a:buNone/>
                      </a:pPr>
                      <a:r>
                        <a:rPr lang="en-US" sz="1200" dirty="0">
                          <a:latin typeface="Calibri"/>
                          <a:ea typeface="Calibri"/>
                          <a:cs typeface="Calibri"/>
                          <a:sym typeface="Calibri"/>
                        </a:rPr>
                        <a:t>&amp;</a:t>
                      </a:r>
                      <a:r>
                        <a:rPr lang="en-US" sz="1200" dirty="0" err="1">
                          <a:latin typeface="Calibri"/>
                          <a:ea typeface="Calibri"/>
                          <a:cs typeface="Calibri"/>
                          <a:sym typeface="Calibri"/>
                        </a:rPr>
                        <a:t>gt</a:t>
                      </a:r>
                      <a:r>
                        <a:rPr lang="en-US" sz="1200" dirty="0">
                          <a:latin typeface="Calibri"/>
                          <a:ea typeface="Calibri"/>
                          <a:cs typeface="Calibri"/>
                          <a:sym typeface="Calibri"/>
                        </a:rPr>
                        <a:t>; </a:t>
                      </a:r>
                      <a:endParaRPr sz="1200" dirty="0">
                        <a:latin typeface="Calibri"/>
                        <a:ea typeface="Calibri"/>
                        <a:cs typeface="Calibri"/>
                        <a:sym typeface="Calibri"/>
                      </a:endParaRPr>
                    </a:p>
                  </a:txBody>
                  <a:tcPr marL="73025" marR="73025" marT="0" marB="0" anchor="b">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US" sz="1200">
                          <a:latin typeface="Verdana"/>
                          <a:ea typeface="Verdana"/>
                          <a:cs typeface="Verdana"/>
                          <a:sym typeface="Verdana"/>
                        </a:rPr>
                        <a:t>Greater-than sign</a:t>
                      </a:r>
                      <a:endParaRPr sz="120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extLst>
                  <a:ext uri="{0D108BD9-81ED-4DB2-BD59-A6C34878D82A}">
                    <a16:rowId xmlns:a16="http://schemas.microsoft.com/office/drawing/2014/main" val="10014"/>
                  </a:ext>
                </a:extLst>
              </a:tr>
              <a:tr h="190500">
                <a:tc>
                  <a:txBody>
                    <a:bodyPr/>
                    <a:lstStyle/>
                    <a:p>
                      <a:pPr marL="0" lvl="0" indent="0" algn="l" rtl="0">
                        <a:spcBef>
                          <a:spcPts val="0"/>
                        </a:spcBef>
                        <a:spcAft>
                          <a:spcPts val="0"/>
                        </a:spcAft>
                        <a:buNone/>
                      </a:pPr>
                      <a:endParaRPr sz="1200">
                        <a:latin typeface="Verdana"/>
                        <a:ea typeface="Verdana"/>
                        <a:cs typeface="Verdana"/>
                        <a:sym typeface="Verdana"/>
                      </a:endParaRPr>
                    </a:p>
                  </a:txBody>
                  <a:tcPr marL="73025" marR="73025" marT="0" marB="0">
                    <a:lnL w="12700" cap="flat" cmpd="sng">
                      <a:solidFill>
                        <a:srgbClr val="CCCCCC"/>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tc gridSpan="2">
                  <a:txBody>
                    <a:bodyPr/>
                    <a:lstStyle/>
                    <a:p>
                      <a:pPr marL="0" lvl="0" indent="0" algn="l" rtl="0">
                        <a:spcBef>
                          <a:spcPts val="0"/>
                        </a:spcBef>
                        <a:spcAft>
                          <a:spcPts val="0"/>
                        </a:spcAft>
                        <a:buNone/>
                      </a:pPr>
                      <a:endParaRPr sz="1200" dirty="0">
                        <a:latin typeface="Calibri"/>
                        <a:ea typeface="Calibri"/>
                        <a:cs typeface="Calibri"/>
                        <a:sym typeface="Calibri"/>
                      </a:endParaRPr>
                    </a:p>
                  </a:txBody>
                  <a:tcPr marL="73025" marR="73025" marT="0" marB="0" anchor="b">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endParaRPr sz="1200" dirty="0">
                        <a:latin typeface="Verdana"/>
                        <a:ea typeface="Verdana"/>
                        <a:cs typeface="Verdana"/>
                        <a:sym typeface="Verdana"/>
                      </a:endParaRPr>
                    </a:p>
                  </a:txBody>
                  <a:tcPr marL="73025" marR="73025" marT="0" marB="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E7E9EB"/>
                    </a:solidFill>
                  </a:tcPr>
                </a:tc>
                <a:extLst>
                  <a:ext uri="{0D108BD9-81ED-4DB2-BD59-A6C34878D82A}">
                    <a16:rowId xmlns:a16="http://schemas.microsoft.com/office/drawing/2014/main" val="10015"/>
                  </a:ext>
                </a:extLst>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g158bda26af7_1_110"/>
          <p:cNvSpPr txBox="1">
            <a:spLocks noGrp="1"/>
          </p:cNvSpPr>
          <p:nvPr>
            <p:ph type="title"/>
          </p:nvPr>
        </p:nvSpPr>
        <p:spPr>
          <a:xfrm>
            <a:off x="1066805" y="20215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400"/>
              <a:t>Basic Construction of an HTML Page:</a:t>
            </a:r>
            <a:endParaRPr sz="4400"/>
          </a:p>
        </p:txBody>
      </p:sp>
      <p:sp>
        <p:nvSpPr>
          <p:cNvPr id="306" name="Google Shape;306;g158bda26af7_1_110"/>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
        <p:nvSpPr>
          <p:cNvPr id="303" name="Google Shape;303;g158bda26af7_1_110"/>
          <p:cNvSpPr txBox="1"/>
          <p:nvPr/>
        </p:nvSpPr>
        <p:spPr>
          <a:xfrm>
            <a:off x="1081075" y="1959425"/>
            <a:ext cx="101688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dirty="0"/>
              <a:t>Comments:</a:t>
            </a:r>
            <a:endParaRPr b="1" dirty="0"/>
          </a:p>
          <a:p>
            <a:pPr marL="0" lvl="0" indent="0" algn="l" rtl="0">
              <a:spcBef>
                <a:spcPts val="0"/>
              </a:spcBef>
              <a:spcAft>
                <a:spcPts val="0"/>
              </a:spcAft>
              <a:buNone/>
            </a:pPr>
            <a:endParaRPr dirty="0"/>
          </a:p>
          <a:p>
            <a:pPr marL="0" lvl="0" indent="0" algn="l" rtl="0">
              <a:spcBef>
                <a:spcPts val="0"/>
              </a:spcBef>
              <a:spcAft>
                <a:spcPts val="0"/>
              </a:spcAft>
              <a:buNone/>
            </a:pPr>
            <a:r>
              <a:rPr lang="en-US" dirty="0"/>
              <a:t>You can put comments between any tags in your HTML documents. Comments use the following syntax: </a:t>
            </a:r>
            <a:endParaRPr dirty="0"/>
          </a:p>
        </p:txBody>
      </p:sp>
      <p:pic>
        <p:nvPicPr>
          <p:cNvPr id="304" name="Google Shape;304;g158bda26af7_1_110"/>
          <p:cNvPicPr preferRelativeResize="0"/>
          <p:nvPr/>
        </p:nvPicPr>
        <p:blipFill>
          <a:blip r:embed="rId3">
            <a:alphaModFix/>
          </a:blip>
          <a:stretch>
            <a:fillRect/>
          </a:stretch>
        </p:blipFill>
        <p:spPr>
          <a:xfrm>
            <a:off x="1182425" y="3097197"/>
            <a:ext cx="9657640" cy="1808888"/>
          </a:xfrm>
          <a:prstGeom prst="rect">
            <a:avLst/>
          </a:prstGeom>
          <a:noFill/>
          <a:ln>
            <a:noFill/>
          </a:ln>
        </p:spPr>
      </p:pic>
      <p:sp>
        <p:nvSpPr>
          <p:cNvPr id="305" name="Google Shape;305;g158bda26af7_1_110"/>
          <p:cNvSpPr txBox="1"/>
          <p:nvPr/>
        </p:nvSpPr>
        <p:spPr>
          <a:xfrm>
            <a:off x="1182425" y="5050600"/>
            <a:ext cx="100584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Anything after will not be displayed. It can still be seen in the source code for the document, but it is not shown on screen. </a:t>
            </a:r>
            <a:endParaRPr/>
          </a:p>
          <a:p>
            <a:pPr marL="0" lvl="0" indent="0" algn="l" rtl="0">
              <a:spcBef>
                <a:spcPts val="0"/>
              </a:spcBef>
              <a:spcAft>
                <a:spcPts val="0"/>
              </a:spcAft>
              <a:buNone/>
            </a:pPr>
            <a:endParaRPr/>
          </a:p>
          <a:p>
            <a:pPr marL="0" lvl="0" indent="0" algn="l" rtl="0">
              <a:spcBef>
                <a:spcPts val="0"/>
              </a:spcBef>
              <a:spcAft>
                <a:spcPts val="0"/>
              </a:spcAft>
              <a:buNone/>
            </a:pPr>
            <a:r>
              <a:rPr lang="en-US" b="1"/>
              <a:t>Note: </a:t>
            </a:r>
            <a:endParaRPr b="1"/>
          </a:p>
          <a:p>
            <a:pPr marL="457200" lvl="0" indent="-317500" algn="l" rtl="0">
              <a:spcBef>
                <a:spcPts val="0"/>
              </a:spcBef>
              <a:spcAft>
                <a:spcPts val="0"/>
              </a:spcAft>
              <a:buSzPts val="1400"/>
              <a:buChar char="●"/>
            </a:pPr>
            <a:r>
              <a:rPr lang="en-US"/>
              <a:t>It is good practice to comment your code, especially in complex documents</a:t>
            </a:r>
            <a:endParaRPr/>
          </a:p>
          <a:p>
            <a:pPr marL="457200" lvl="0" indent="-317500" algn="l" rtl="0">
              <a:spcBef>
                <a:spcPts val="0"/>
              </a:spcBef>
              <a:spcAft>
                <a:spcPts val="0"/>
              </a:spcAft>
              <a:buSzPts val="1400"/>
              <a:buChar char="●"/>
            </a:pPr>
            <a:r>
              <a:rPr lang="en-US"/>
              <a:t>Comments help you and others understand your code.</a:t>
            </a:r>
            <a:endParaRPr/>
          </a:p>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g158bda26af7_1_131"/>
          <p:cNvSpPr txBox="1">
            <a:spLocks noGrp="1"/>
          </p:cNvSpPr>
          <p:nvPr>
            <p:ph type="title"/>
          </p:nvPr>
        </p:nvSpPr>
        <p:spPr>
          <a:xfrm>
            <a:off x="1066805" y="20215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400"/>
              <a:t>Basic Construction of an HTML Page:</a:t>
            </a:r>
            <a:endParaRPr sz="4400"/>
          </a:p>
        </p:txBody>
      </p:sp>
      <p:sp>
        <p:nvSpPr>
          <p:cNvPr id="315" name="Google Shape;315;g158bda26af7_1_131"/>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
        <p:nvSpPr>
          <p:cNvPr id="313" name="Google Shape;313;g158bda26af7_1_131"/>
          <p:cNvSpPr txBox="1"/>
          <p:nvPr/>
        </p:nvSpPr>
        <p:spPr>
          <a:xfrm>
            <a:off x="1185000" y="2236913"/>
            <a:ext cx="10168800" cy="169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t>Lists in HTML:</a:t>
            </a:r>
            <a:endParaRPr b="1"/>
          </a:p>
          <a:p>
            <a:pPr marL="0" lvl="0" indent="0" algn="l" rtl="0">
              <a:spcBef>
                <a:spcPts val="0"/>
              </a:spcBef>
              <a:spcAft>
                <a:spcPts val="0"/>
              </a:spcAft>
              <a:buNone/>
            </a:pPr>
            <a:r>
              <a:rPr lang="en-US"/>
              <a:t>Html has tags and attributes to create un-ordered and ordered lists.</a:t>
            </a:r>
            <a:endParaRPr/>
          </a:p>
          <a:p>
            <a:pPr marL="0" lvl="0" indent="0" algn="l" rtl="0">
              <a:spcBef>
                <a:spcPts val="0"/>
              </a:spcBef>
              <a:spcAft>
                <a:spcPts val="0"/>
              </a:spcAft>
              <a:buNone/>
            </a:pPr>
            <a:endParaRPr/>
          </a:p>
          <a:p>
            <a:pPr marL="457200" lvl="0" indent="-317500" algn="l" rtl="0">
              <a:spcBef>
                <a:spcPts val="0"/>
              </a:spcBef>
              <a:spcAft>
                <a:spcPts val="0"/>
              </a:spcAft>
              <a:buSzPts val="1400"/>
              <a:buAutoNum type="alphaUcPeriod"/>
            </a:pPr>
            <a:r>
              <a:rPr lang="en-US" b="1"/>
              <a:t>Un-ordered Lists:</a:t>
            </a:r>
            <a:endParaRPr b="1"/>
          </a:p>
          <a:p>
            <a:pPr marL="914400" lvl="0" indent="-317500" algn="l" rtl="0">
              <a:spcBef>
                <a:spcPts val="0"/>
              </a:spcBef>
              <a:spcAft>
                <a:spcPts val="0"/>
              </a:spcAft>
              <a:buSzPts val="1400"/>
              <a:buChar char="➔"/>
            </a:pPr>
            <a:r>
              <a:rPr lang="en-US"/>
              <a:t>Starting Tag   &lt;ul&gt;, Ending Tag &lt;/ul&gt; </a:t>
            </a:r>
            <a:endParaRPr/>
          </a:p>
          <a:p>
            <a:pPr marL="914400" lvl="0" indent="-317500" algn="l" rtl="0">
              <a:spcBef>
                <a:spcPts val="0"/>
              </a:spcBef>
              <a:spcAft>
                <a:spcPts val="0"/>
              </a:spcAft>
              <a:buSzPts val="1400"/>
              <a:buChar char="➔"/>
            </a:pPr>
            <a:r>
              <a:rPr lang="en-US"/>
              <a:t>List Items   &lt;li&gt;</a:t>
            </a:r>
            <a:endParaRPr/>
          </a:p>
          <a:p>
            <a:pPr marL="0" lvl="0" indent="0" algn="l" rtl="0">
              <a:spcBef>
                <a:spcPts val="0"/>
              </a:spcBef>
              <a:spcAft>
                <a:spcPts val="0"/>
              </a:spcAft>
              <a:buNone/>
            </a:pPr>
            <a:r>
              <a:rPr lang="en-US"/>
              <a:t>    								</a:t>
            </a:r>
            <a:r>
              <a:rPr lang="en-US" b="1"/>
              <a:t>Type (FILLROUND, SQUARE)</a:t>
            </a:r>
            <a:endParaRPr b="1"/>
          </a:p>
        </p:txBody>
      </p:sp>
      <p:pic>
        <p:nvPicPr>
          <p:cNvPr id="314" name="Google Shape;314;g158bda26af7_1_131"/>
          <p:cNvPicPr preferRelativeResize="0"/>
          <p:nvPr/>
        </p:nvPicPr>
        <p:blipFill>
          <a:blip r:embed="rId3">
            <a:alphaModFix/>
          </a:blip>
          <a:stretch>
            <a:fillRect/>
          </a:stretch>
        </p:blipFill>
        <p:spPr>
          <a:xfrm>
            <a:off x="1431300" y="4040525"/>
            <a:ext cx="10091434" cy="962225"/>
          </a:xfrm>
          <a:prstGeom prst="rect">
            <a:avLst/>
          </a:prstGeom>
          <a:noFill/>
          <a:ln>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g158bda26af7_1_121"/>
          <p:cNvSpPr txBox="1">
            <a:spLocks noGrp="1"/>
          </p:cNvSpPr>
          <p:nvPr>
            <p:ph type="title"/>
          </p:nvPr>
        </p:nvSpPr>
        <p:spPr>
          <a:xfrm>
            <a:off x="1066805" y="20215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400"/>
              <a:t>Basic Construction of an HTML Page:</a:t>
            </a:r>
            <a:endParaRPr sz="4400"/>
          </a:p>
        </p:txBody>
      </p:sp>
      <p:sp>
        <p:nvSpPr>
          <p:cNvPr id="324" name="Google Shape;324;g158bda26af7_1_121"/>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
        <p:nvSpPr>
          <p:cNvPr id="322" name="Google Shape;322;g158bda26af7_1_121"/>
          <p:cNvSpPr txBox="1"/>
          <p:nvPr/>
        </p:nvSpPr>
        <p:spPr>
          <a:xfrm>
            <a:off x="1066800" y="1993200"/>
            <a:ext cx="10058400" cy="2123628"/>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lphaUcPeriod" startAt="2"/>
            </a:pPr>
            <a:r>
              <a:rPr lang="en-US" b="1" dirty="0"/>
              <a:t>Ordered Lists:</a:t>
            </a:r>
            <a:endParaRPr b="1" dirty="0"/>
          </a:p>
          <a:p>
            <a:pPr marL="457200" lvl="0" indent="-317500" algn="l" rtl="0">
              <a:spcBef>
                <a:spcPts val="0"/>
              </a:spcBef>
              <a:spcAft>
                <a:spcPts val="0"/>
              </a:spcAft>
              <a:buSzPts val="1400"/>
              <a:buChar char="●"/>
            </a:pPr>
            <a:r>
              <a:rPr lang="en-US" dirty="0"/>
              <a:t>Starting Tag &lt;ol&gt;, Ending Tag &lt;/ol&gt;</a:t>
            </a:r>
            <a:endParaRPr dirty="0"/>
          </a:p>
          <a:p>
            <a:pPr marL="457200" lvl="0" indent="-317500" algn="l" rtl="0">
              <a:spcBef>
                <a:spcPts val="0"/>
              </a:spcBef>
              <a:spcAft>
                <a:spcPts val="0"/>
              </a:spcAft>
              <a:buSzPts val="1400"/>
              <a:buChar char="●"/>
            </a:pPr>
            <a:r>
              <a:rPr lang="en-US" dirty="0"/>
              <a:t>List Items &lt;li&gt;</a:t>
            </a:r>
            <a:endParaRPr dirty="0"/>
          </a:p>
          <a:p>
            <a:pPr marL="914400" lvl="1" indent="-317500" algn="l" rtl="0">
              <a:spcBef>
                <a:spcPts val="0"/>
              </a:spcBef>
              <a:spcAft>
                <a:spcPts val="0"/>
              </a:spcAft>
              <a:buSzPts val="1400"/>
              <a:buChar char="○"/>
            </a:pPr>
            <a:r>
              <a:rPr lang="en-US" dirty="0"/>
              <a:t>Type (“1”, “A”, “a”, ”I”, ”</a:t>
            </a:r>
            <a:r>
              <a:rPr lang="en-US" dirty="0" err="1"/>
              <a:t>i</a:t>
            </a:r>
            <a:r>
              <a:rPr lang="en-US" dirty="0"/>
              <a:t>”)</a:t>
            </a:r>
            <a:endParaRPr dirty="0"/>
          </a:p>
          <a:p>
            <a:pPr marL="914400" lvl="1" indent="-317500" algn="l" rtl="0">
              <a:spcBef>
                <a:spcPts val="0"/>
              </a:spcBef>
              <a:spcAft>
                <a:spcPts val="0"/>
              </a:spcAft>
              <a:buSzPts val="1400"/>
              <a:buChar char="○"/>
            </a:pPr>
            <a:r>
              <a:rPr lang="en-US" dirty="0"/>
              <a:t>Start (Alerts the numbering Sequence)</a:t>
            </a:r>
            <a:endParaRPr dirty="0"/>
          </a:p>
          <a:p>
            <a:pPr marL="914400" lvl="1" indent="-317500" algn="l" rtl="0">
              <a:spcBef>
                <a:spcPts val="0"/>
              </a:spcBef>
              <a:spcAft>
                <a:spcPts val="0"/>
              </a:spcAft>
              <a:buSzPts val="1400"/>
              <a:buChar char="○"/>
            </a:pPr>
            <a:r>
              <a:rPr lang="en-US" dirty="0"/>
              <a:t>Value (Changes the number sequence in the middle of an ordered list</a:t>
            </a:r>
            <a:r>
              <a:rPr lang="en-US" dirty="0" smtClean="0"/>
              <a:t>)</a:t>
            </a:r>
          </a:p>
          <a:p>
            <a:pPr marL="914400" lvl="1" indent="-317500" algn="l" rtl="0">
              <a:spcBef>
                <a:spcPts val="0"/>
              </a:spcBef>
              <a:spcAft>
                <a:spcPts val="0"/>
              </a:spcAft>
              <a:buSzPts val="1400"/>
              <a:buChar char="○"/>
            </a:pPr>
            <a:r>
              <a:rPr lang="en-US" dirty="0" err="1" smtClean="0"/>
              <a:t>reveresed</a:t>
            </a:r>
            <a:endParaRPr dirty="0"/>
          </a:p>
        </p:txBody>
      </p:sp>
      <p:pic>
        <p:nvPicPr>
          <p:cNvPr id="323" name="Google Shape;323;g158bda26af7_1_121"/>
          <p:cNvPicPr preferRelativeResize="0"/>
          <p:nvPr/>
        </p:nvPicPr>
        <p:blipFill>
          <a:blip r:embed="rId3">
            <a:alphaModFix/>
          </a:blip>
          <a:stretch>
            <a:fillRect/>
          </a:stretch>
        </p:blipFill>
        <p:spPr>
          <a:xfrm>
            <a:off x="1066800" y="4122393"/>
            <a:ext cx="10058400" cy="1238250"/>
          </a:xfrm>
          <a:prstGeom prst="rect">
            <a:avLst/>
          </a:prstGeom>
          <a:noFill/>
          <a:ln>
            <a:noFill/>
          </a:ln>
        </p:spPr>
      </p:pic>
    </p:spTree>
  </p:cSld>
  <p:clrMapOvr>
    <a:masterClrMapping/>
  </p:clrMapOvr>
  <p:timing>
    <p:tnLst>
      <p:par>
        <p:cTn id="1" dur="indefinite" restart="never" nodeType="tmRoot"/>
      </p:par>
    </p:tnLst>
  </p:timing>
</p:sld>
</file>

<file path=ppt/theme/_rels/theme3.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432</TotalTime>
  <Words>2065</Words>
  <Application>Microsoft Office PowerPoint</Application>
  <PresentationFormat>Widescreen</PresentationFormat>
  <Paragraphs>286</Paragraphs>
  <Slides>23</Slides>
  <Notes>17</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23</vt:i4>
      </vt:variant>
    </vt:vector>
  </HeadingPairs>
  <TitlesOfParts>
    <vt:vector size="35" baseType="lpstr">
      <vt:lpstr>Cambria Math</vt:lpstr>
      <vt:lpstr>Verdana</vt:lpstr>
      <vt:lpstr>Arimo</vt:lpstr>
      <vt:lpstr>Arial</vt:lpstr>
      <vt:lpstr>Tw Cen MT Condensed</vt:lpstr>
      <vt:lpstr>Calibri</vt:lpstr>
      <vt:lpstr>Calibri Light</vt:lpstr>
      <vt:lpstr>Tw Cen MT</vt:lpstr>
      <vt:lpstr>Wingdings 3</vt:lpstr>
      <vt:lpstr>Office Theme</vt:lpstr>
      <vt:lpstr>Retrospect</vt:lpstr>
      <vt:lpstr>Integral</vt:lpstr>
      <vt:lpstr>Learn HTML</vt:lpstr>
      <vt:lpstr>Learning Objectives:</vt:lpstr>
      <vt:lpstr>Internet and Web</vt:lpstr>
      <vt:lpstr>Internet, Web, HTML, HTTP</vt:lpstr>
      <vt:lpstr>Internet, Web, HTML, HTTP</vt:lpstr>
      <vt:lpstr>Now a day</vt:lpstr>
      <vt:lpstr>Introduction to HTML</vt:lpstr>
      <vt:lpstr>What is HTML?</vt:lpstr>
      <vt:lpstr>What is HTML?</vt:lpstr>
      <vt:lpstr>How HTML works</vt:lpstr>
      <vt:lpstr>Tags</vt:lpstr>
      <vt:lpstr>Elements</vt:lpstr>
      <vt:lpstr>Attributes</vt:lpstr>
      <vt:lpstr>Basic Construction of an HTML Page:</vt:lpstr>
      <vt:lpstr>Basic Construction of an HTML Page:</vt:lpstr>
      <vt:lpstr>Basic Construction of an HTML Page:</vt:lpstr>
      <vt:lpstr>Basic Construction of an HTML Page:</vt:lpstr>
      <vt:lpstr>Other key elements</vt:lpstr>
      <vt:lpstr>Basic Construction of an HTML Page:</vt:lpstr>
      <vt:lpstr>Basic Construction of an HTML Page:</vt:lpstr>
      <vt:lpstr>Basic Construction of an HTML Page:</vt:lpstr>
      <vt:lpstr>Basic Construction of an HTML Page:</vt:lpstr>
      <vt:lpstr>Basic Construction of an HTML Page: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 HTML</dc:title>
  <dc:creator>P@SHA;TechLift</dc:creator>
  <cp:lastModifiedBy>Aqib Rehman</cp:lastModifiedBy>
  <cp:revision>28</cp:revision>
  <dcterms:created xsi:type="dcterms:W3CDTF">2022-05-13T01:00:56Z</dcterms:created>
  <dcterms:modified xsi:type="dcterms:W3CDTF">2025-08-18T07:58:44Z</dcterms:modified>
</cp:coreProperties>
</file>