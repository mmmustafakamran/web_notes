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14" r:id="rId1"/>
  </p:sldMasterIdLst>
  <p:notesMasterIdLst>
    <p:notesMasterId r:id="rId17"/>
  </p:notesMasterIdLst>
  <p:sldIdLst>
    <p:sldId id="285" r:id="rId2"/>
    <p:sldId id="286" r:id="rId3"/>
    <p:sldId id="287" r:id="rId4"/>
    <p:sldId id="288" r:id="rId5"/>
    <p:sldId id="289" r:id="rId6"/>
    <p:sldId id="290" r:id="rId7"/>
    <p:sldId id="291" r:id="rId8"/>
    <p:sldId id="292" r:id="rId9"/>
    <p:sldId id="293" r:id="rId10"/>
    <p:sldId id="294" r:id="rId11"/>
    <p:sldId id="295" r:id="rId12"/>
    <p:sldId id="296" r:id="rId13"/>
    <p:sldId id="297" r:id="rId14"/>
    <p:sldId id="298" r:id="rId15"/>
    <p:sldId id="299"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Calibri Light" panose="020F0302020204030204" pitchFamily="34" charset="0"/>
      <p:regular r:id="rId22"/>
      <p: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i1LM3DGN3HbFUz3GmoC/2VRIVq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06C726-DFFB-4A9A-B0E4-71AC2CEA8273}" v="5" dt="2023-02-06T05:46:19.352"/>
  </p1510:revLst>
</p1510:revInfo>
</file>

<file path=ppt/tableStyles.xml><?xml version="1.0" encoding="utf-8"?>
<a:tblStyleLst xmlns:a="http://schemas.openxmlformats.org/drawingml/2006/main" def="{206E0B07-D9C2-472B-8B26-E2571CC8E861}">
  <a:tblStyle styleId="{206E0B07-D9C2-472B-8B26-E2571CC8E86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9C2588F-E5C1-40D7-BAC3-0F3EF6BD1EB5}"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2" autoAdjust="0"/>
    <p:restoredTop sz="94660"/>
  </p:normalViewPr>
  <p:slideViewPr>
    <p:cSldViewPr snapToGrid="0">
      <p:cViewPr varScale="1">
        <p:scale>
          <a:sx n="71" d="100"/>
          <a:sy n="71" d="100"/>
        </p:scale>
        <p:origin x="3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72"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4.fntdata"/><Relationship Id="rId68"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67" Type="http://schemas.openxmlformats.org/officeDocument/2006/relationships/presProps" Target="presProps.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6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1706C726-DFFB-4A9A-B0E4-71AC2CEA8273}"/>
    <pc:docChg chg="undo redo custSel addSld delSld modSld sldOrd modMainMaster">
      <pc:chgData name="Asif Muhammad" userId="6b0af2cb-2f76-400b-94d9-178b55ef4f85" providerId="ADAL" clId="{1706C726-DFFB-4A9A-B0E4-71AC2CEA8273}" dt="2023-02-08T07:11:14.588" v="1035" actId="403"/>
      <pc:docMkLst>
        <pc:docMk/>
      </pc:docMkLst>
      <pc:sldChg chg="del">
        <pc:chgData name="Asif Muhammad" userId="6b0af2cb-2f76-400b-94d9-178b55ef4f85" providerId="ADAL" clId="{1706C726-DFFB-4A9A-B0E4-71AC2CEA8273}" dt="2023-02-06T05:14:15.929" v="0" actId="47"/>
        <pc:sldMkLst>
          <pc:docMk/>
          <pc:sldMk cId="0" sldId="256"/>
        </pc:sldMkLst>
      </pc:sldChg>
      <pc:sldChg chg="delSp modSp mod">
        <pc:chgData name="Asif Muhammad" userId="6b0af2cb-2f76-400b-94d9-178b55ef4f85" providerId="ADAL" clId="{1706C726-DFFB-4A9A-B0E4-71AC2CEA8273}" dt="2023-02-06T05:28:23.066" v="52"/>
        <pc:sldMkLst>
          <pc:docMk/>
          <pc:sldMk cId="0" sldId="257"/>
        </pc:sldMkLst>
        <pc:spChg chg="mod">
          <ac:chgData name="Asif Muhammad" userId="6b0af2cb-2f76-400b-94d9-178b55ef4f85" providerId="ADAL" clId="{1706C726-DFFB-4A9A-B0E4-71AC2CEA8273}" dt="2023-02-06T05:28:23.066" v="52"/>
          <ac:spMkLst>
            <pc:docMk/>
            <pc:sldMk cId="0" sldId="257"/>
            <ac:spMk id="155" creationId="{00000000-0000-0000-0000-000000000000}"/>
          </ac:spMkLst>
        </pc:spChg>
        <pc:spChg chg="del">
          <ac:chgData name="Asif Muhammad" userId="6b0af2cb-2f76-400b-94d9-178b55ef4f85" providerId="ADAL" clId="{1706C726-DFFB-4A9A-B0E4-71AC2CEA8273}" dt="2023-02-06T05:14:22.870" v="1" actId="478"/>
          <ac:spMkLst>
            <pc:docMk/>
            <pc:sldMk cId="0" sldId="257"/>
            <ac:spMk id="156" creationId="{00000000-0000-0000-0000-000000000000}"/>
          </ac:spMkLst>
        </pc:spChg>
        <pc:spChg chg="mod">
          <ac:chgData name="Asif Muhammad" userId="6b0af2cb-2f76-400b-94d9-178b55ef4f85" providerId="ADAL" clId="{1706C726-DFFB-4A9A-B0E4-71AC2CEA8273}" dt="2023-02-06T05:28:23.066" v="52"/>
          <ac:spMkLst>
            <pc:docMk/>
            <pc:sldMk cId="0" sldId="257"/>
            <ac:spMk id="157" creationId="{00000000-0000-0000-0000-000000000000}"/>
          </ac:spMkLst>
        </pc:spChg>
      </pc:sldChg>
      <pc:sldChg chg="modSp del">
        <pc:chgData name="Asif Muhammad" userId="6b0af2cb-2f76-400b-94d9-178b55ef4f85" providerId="ADAL" clId="{1706C726-DFFB-4A9A-B0E4-71AC2CEA8273}" dt="2023-02-06T05:18:31.152" v="5" actId="47"/>
        <pc:sldMkLst>
          <pc:docMk/>
          <pc:sldMk cId="0" sldId="258"/>
        </pc:sldMkLst>
        <pc:spChg chg="mod">
          <ac:chgData name="Asif Muhammad" userId="6b0af2cb-2f76-400b-94d9-178b55ef4f85" providerId="ADAL" clId="{1706C726-DFFB-4A9A-B0E4-71AC2CEA8273}" dt="2023-02-06T05:15:39.185" v="2"/>
          <ac:spMkLst>
            <pc:docMk/>
            <pc:sldMk cId="0" sldId="258"/>
            <ac:spMk id="162" creationId="{00000000-0000-0000-0000-000000000000}"/>
          </ac:spMkLst>
        </pc:spChg>
        <pc:spChg chg="mod">
          <ac:chgData name="Asif Muhammad" userId="6b0af2cb-2f76-400b-94d9-178b55ef4f85" providerId="ADAL" clId="{1706C726-DFFB-4A9A-B0E4-71AC2CEA8273}" dt="2023-02-06T05:15:39.185" v="2"/>
          <ac:spMkLst>
            <pc:docMk/>
            <pc:sldMk cId="0" sldId="258"/>
            <ac:spMk id="163" creationId="{00000000-0000-0000-0000-000000000000}"/>
          </ac:spMkLst>
        </pc:spChg>
        <pc:spChg chg="mod">
          <ac:chgData name="Asif Muhammad" userId="6b0af2cb-2f76-400b-94d9-178b55ef4f85" providerId="ADAL" clId="{1706C726-DFFB-4A9A-B0E4-71AC2CEA8273}" dt="2023-02-06T05:15:39.185" v="2"/>
          <ac:spMkLst>
            <pc:docMk/>
            <pc:sldMk cId="0" sldId="258"/>
            <ac:spMk id="164" creationId="{00000000-0000-0000-0000-000000000000}"/>
          </ac:spMkLst>
        </pc:spChg>
      </pc:sldChg>
      <pc:sldChg chg="delSp modSp mod ord">
        <pc:chgData name="Asif Muhammad" userId="6b0af2cb-2f76-400b-94d9-178b55ef4f85" providerId="ADAL" clId="{1706C726-DFFB-4A9A-B0E4-71AC2CEA8273}" dt="2023-02-06T06:54:10.682" v="581"/>
        <pc:sldMkLst>
          <pc:docMk/>
          <pc:sldMk cId="0" sldId="259"/>
        </pc:sldMkLst>
        <pc:spChg chg="mod">
          <ac:chgData name="Asif Muhammad" userId="6b0af2cb-2f76-400b-94d9-178b55ef4f85" providerId="ADAL" clId="{1706C726-DFFB-4A9A-B0E4-71AC2CEA8273}" dt="2023-02-06T05:28:23.066" v="52"/>
          <ac:spMkLst>
            <pc:docMk/>
            <pc:sldMk cId="0" sldId="259"/>
            <ac:spMk id="169" creationId="{00000000-0000-0000-0000-000000000000}"/>
          </ac:spMkLst>
        </pc:spChg>
        <pc:spChg chg="mod">
          <ac:chgData name="Asif Muhammad" userId="6b0af2cb-2f76-400b-94d9-178b55ef4f85" providerId="ADAL" clId="{1706C726-DFFB-4A9A-B0E4-71AC2CEA8273}" dt="2023-02-06T05:19:25.390" v="15" actId="6549"/>
          <ac:spMkLst>
            <pc:docMk/>
            <pc:sldMk cId="0" sldId="259"/>
            <ac:spMk id="170" creationId="{00000000-0000-0000-0000-000000000000}"/>
          </ac:spMkLst>
        </pc:spChg>
        <pc:spChg chg="del mod">
          <ac:chgData name="Asif Muhammad" userId="6b0af2cb-2f76-400b-94d9-178b55ef4f85" providerId="ADAL" clId="{1706C726-DFFB-4A9A-B0E4-71AC2CEA8273}" dt="2023-02-06T05:18:41.022" v="6" actId="478"/>
          <ac:spMkLst>
            <pc:docMk/>
            <pc:sldMk cId="0" sldId="259"/>
            <ac:spMk id="171" creationId="{00000000-0000-0000-0000-000000000000}"/>
          </ac:spMkLst>
        </pc:spChg>
        <pc:spChg chg="mod">
          <ac:chgData name="Asif Muhammad" userId="6b0af2cb-2f76-400b-94d9-178b55ef4f85" providerId="ADAL" clId="{1706C726-DFFB-4A9A-B0E4-71AC2CEA8273}" dt="2023-02-06T05:28:23.066" v="52"/>
          <ac:spMkLst>
            <pc:docMk/>
            <pc:sldMk cId="0" sldId="259"/>
            <ac:spMk id="172" creationId="{00000000-0000-0000-0000-000000000000}"/>
          </ac:spMkLst>
        </pc:spChg>
      </pc:sldChg>
      <pc:sldChg chg="delSp modSp del mod">
        <pc:chgData name="Asif Muhammad" userId="6b0af2cb-2f76-400b-94d9-178b55ef4f85" providerId="ADAL" clId="{1706C726-DFFB-4A9A-B0E4-71AC2CEA8273}" dt="2023-02-06T05:20:02.772" v="16" actId="47"/>
        <pc:sldMkLst>
          <pc:docMk/>
          <pc:sldMk cId="0" sldId="260"/>
        </pc:sldMkLst>
        <pc:spChg chg="del mod">
          <ac:chgData name="Asif Muhammad" userId="6b0af2cb-2f76-400b-94d9-178b55ef4f85" providerId="ADAL" clId="{1706C726-DFFB-4A9A-B0E4-71AC2CEA8273}" dt="2023-02-06T05:18:55.276" v="7" actId="478"/>
          <ac:spMkLst>
            <pc:docMk/>
            <pc:sldMk cId="0" sldId="260"/>
            <ac:spMk id="177" creationId="{00000000-0000-0000-0000-000000000000}"/>
          </ac:spMkLst>
        </pc:spChg>
        <pc:spChg chg="mod">
          <ac:chgData name="Asif Muhammad" userId="6b0af2cb-2f76-400b-94d9-178b55ef4f85" providerId="ADAL" clId="{1706C726-DFFB-4A9A-B0E4-71AC2CEA8273}" dt="2023-02-06T05:15:39.185" v="2"/>
          <ac:spMkLst>
            <pc:docMk/>
            <pc:sldMk cId="0" sldId="260"/>
            <ac:spMk id="180" creationId="{00000000-0000-0000-0000-000000000000}"/>
          </ac:spMkLst>
        </pc:spChg>
      </pc:sldChg>
      <pc:sldChg chg="modSp del">
        <pc:chgData name="Asif Muhammad" userId="6b0af2cb-2f76-400b-94d9-178b55ef4f85" providerId="ADAL" clId="{1706C726-DFFB-4A9A-B0E4-71AC2CEA8273}" dt="2023-02-06T05:20:04.735" v="17" actId="47"/>
        <pc:sldMkLst>
          <pc:docMk/>
          <pc:sldMk cId="0" sldId="261"/>
        </pc:sldMkLst>
        <pc:spChg chg="mod">
          <ac:chgData name="Asif Muhammad" userId="6b0af2cb-2f76-400b-94d9-178b55ef4f85" providerId="ADAL" clId="{1706C726-DFFB-4A9A-B0E4-71AC2CEA8273}" dt="2023-02-06T05:15:39.185" v="2"/>
          <ac:spMkLst>
            <pc:docMk/>
            <pc:sldMk cId="0" sldId="261"/>
            <ac:spMk id="185" creationId="{00000000-0000-0000-0000-000000000000}"/>
          </ac:spMkLst>
        </pc:spChg>
        <pc:spChg chg="mod">
          <ac:chgData name="Asif Muhammad" userId="6b0af2cb-2f76-400b-94d9-178b55ef4f85" providerId="ADAL" clId="{1706C726-DFFB-4A9A-B0E4-71AC2CEA8273}" dt="2023-02-06T05:15:39.185" v="2"/>
          <ac:spMkLst>
            <pc:docMk/>
            <pc:sldMk cId="0" sldId="261"/>
            <ac:spMk id="186" creationId="{00000000-0000-0000-0000-000000000000}"/>
          </ac:spMkLst>
        </pc:spChg>
        <pc:spChg chg="mod">
          <ac:chgData name="Asif Muhammad" userId="6b0af2cb-2f76-400b-94d9-178b55ef4f85" providerId="ADAL" clId="{1706C726-DFFB-4A9A-B0E4-71AC2CEA8273}" dt="2023-02-06T05:15:39.185" v="2"/>
          <ac:spMkLst>
            <pc:docMk/>
            <pc:sldMk cId="0" sldId="261"/>
            <ac:spMk id="188" creationId="{00000000-0000-0000-0000-000000000000}"/>
          </ac:spMkLst>
        </pc:spChg>
      </pc:sldChg>
      <pc:sldChg chg="modSp mod">
        <pc:chgData name="Asif Muhammad" userId="6b0af2cb-2f76-400b-94d9-178b55ef4f85" providerId="ADAL" clId="{1706C726-DFFB-4A9A-B0E4-71AC2CEA8273}" dt="2023-02-06T05:28:23.066" v="52"/>
        <pc:sldMkLst>
          <pc:docMk/>
          <pc:sldMk cId="0" sldId="262"/>
        </pc:sldMkLst>
        <pc:spChg chg="mod">
          <ac:chgData name="Asif Muhammad" userId="6b0af2cb-2f76-400b-94d9-178b55ef4f85" providerId="ADAL" clId="{1706C726-DFFB-4A9A-B0E4-71AC2CEA8273}" dt="2023-02-06T05:28:23.066" v="52"/>
          <ac:spMkLst>
            <pc:docMk/>
            <pc:sldMk cId="0" sldId="262"/>
            <ac:spMk id="193" creationId="{00000000-0000-0000-0000-000000000000}"/>
          </ac:spMkLst>
        </pc:spChg>
        <pc:spChg chg="mod">
          <ac:chgData name="Asif Muhammad" userId="6b0af2cb-2f76-400b-94d9-178b55ef4f85" providerId="ADAL" clId="{1706C726-DFFB-4A9A-B0E4-71AC2CEA8273}" dt="2023-02-06T05:28:23.066" v="52"/>
          <ac:spMkLst>
            <pc:docMk/>
            <pc:sldMk cId="0" sldId="262"/>
            <ac:spMk id="194" creationId="{00000000-0000-0000-0000-000000000000}"/>
          </ac:spMkLst>
        </pc:spChg>
        <pc:spChg chg="mod">
          <ac:chgData name="Asif Muhammad" userId="6b0af2cb-2f76-400b-94d9-178b55ef4f85" providerId="ADAL" clId="{1706C726-DFFB-4A9A-B0E4-71AC2CEA8273}" dt="2023-02-06T05:28:23.066" v="52"/>
          <ac:spMkLst>
            <pc:docMk/>
            <pc:sldMk cId="0" sldId="262"/>
            <ac:spMk id="195" creationId="{00000000-0000-0000-0000-000000000000}"/>
          </ac:spMkLst>
        </pc:spChg>
      </pc:sldChg>
      <pc:sldChg chg="addSp delSp modSp mod setBg setClrOvrMap">
        <pc:chgData name="Asif Muhammad" userId="6b0af2cb-2f76-400b-94d9-178b55ef4f85" providerId="ADAL" clId="{1706C726-DFFB-4A9A-B0E4-71AC2CEA8273}" dt="2023-02-06T05:51:18.738" v="521" actId="20577"/>
        <pc:sldMkLst>
          <pc:docMk/>
          <pc:sldMk cId="0" sldId="263"/>
        </pc:sldMkLst>
        <pc:spChg chg="mod">
          <ac:chgData name="Asif Muhammad" userId="6b0af2cb-2f76-400b-94d9-178b55ef4f85" providerId="ADAL" clId="{1706C726-DFFB-4A9A-B0E4-71AC2CEA8273}" dt="2023-02-06T05:48:33.159" v="483" actId="26606"/>
          <ac:spMkLst>
            <pc:docMk/>
            <pc:sldMk cId="0" sldId="263"/>
            <ac:spMk id="201" creationId="{00000000-0000-0000-0000-000000000000}"/>
          </ac:spMkLst>
        </pc:spChg>
        <pc:spChg chg="add del mod">
          <ac:chgData name="Asif Muhammad" userId="6b0af2cb-2f76-400b-94d9-178b55ef4f85" providerId="ADAL" clId="{1706C726-DFFB-4A9A-B0E4-71AC2CEA8273}" dt="2023-02-06T05:30:36.575" v="76" actId="26606"/>
          <ac:spMkLst>
            <pc:docMk/>
            <pc:sldMk cId="0" sldId="263"/>
            <ac:spMk id="202" creationId="{00000000-0000-0000-0000-000000000000}"/>
          </ac:spMkLst>
        </pc:spChg>
        <pc:spChg chg="mod ord">
          <ac:chgData name="Asif Muhammad" userId="6b0af2cb-2f76-400b-94d9-178b55ef4f85" providerId="ADAL" clId="{1706C726-DFFB-4A9A-B0E4-71AC2CEA8273}" dt="2023-02-06T05:48:25.334" v="480" actId="26606"/>
          <ac:spMkLst>
            <pc:docMk/>
            <pc:sldMk cId="0" sldId="263"/>
            <ac:spMk id="203" creationId="{00000000-0000-0000-0000-000000000000}"/>
          </ac:spMkLst>
        </pc:spChg>
        <pc:spChg chg="add del">
          <ac:chgData name="Asif Muhammad" userId="6b0af2cb-2f76-400b-94d9-178b55ef4f85" providerId="ADAL" clId="{1706C726-DFFB-4A9A-B0E4-71AC2CEA8273}" dt="2023-02-06T05:30:11.009" v="69" actId="26606"/>
          <ac:spMkLst>
            <pc:docMk/>
            <pc:sldMk cId="0" sldId="263"/>
            <ac:spMk id="208" creationId="{907EF6B7-1338-4443-8C46-6A318D952DFD}"/>
          </ac:spMkLst>
        </pc:spChg>
        <pc:spChg chg="add del">
          <ac:chgData name="Asif Muhammad" userId="6b0af2cb-2f76-400b-94d9-178b55ef4f85" providerId="ADAL" clId="{1706C726-DFFB-4A9A-B0E4-71AC2CEA8273}" dt="2023-02-06T05:30:11.009" v="69" actId="26606"/>
          <ac:spMkLst>
            <pc:docMk/>
            <pc:sldMk cId="0" sldId="263"/>
            <ac:spMk id="210" creationId="{DAAE4CDD-124C-4DCF-9584-B6033B545DD5}"/>
          </ac:spMkLst>
        </pc:spChg>
        <pc:spChg chg="add del">
          <ac:chgData name="Asif Muhammad" userId="6b0af2cb-2f76-400b-94d9-178b55ef4f85" providerId="ADAL" clId="{1706C726-DFFB-4A9A-B0E4-71AC2CEA8273}" dt="2023-02-06T05:30:05.761" v="65" actId="26606"/>
          <ac:spMkLst>
            <pc:docMk/>
            <pc:sldMk cId="0" sldId="263"/>
            <ac:spMk id="211" creationId="{D4974D33-8DC5-464E-8C6D-BE58F0669C17}"/>
          </ac:spMkLst>
        </pc:spChg>
        <pc:spChg chg="add del">
          <ac:chgData name="Asif Muhammad" userId="6b0af2cb-2f76-400b-94d9-178b55ef4f85" providerId="ADAL" clId="{1706C726-DFFB-4A9A-B0E4-71AC2CEA8273}" dt="2023-02-06T05:30:05.761" v="65" actId="26606"/>
          <ac:spMkLst>
            <pc:docMk/>
            <pc:sldMk cId="0" sldId="263"/>
            <ac:spMk id="212" creationId="{F13C74B1-5B17-4795-BED0-7140497B445A}"/>
          </ac:spMkLst>
        </pc:spChg>
        <pc:spChg chg="add del">
          <ac:chgData name="Asif Muhammad" userId="6b0af2cb-2f76-400b-94d9-178b55ef4f85" providerId="ADAL" clId="{1706C726-DFFB-4A9A-B0E4-71AC2CEA8273}" dt="2023-02-06T05:30:16.649" v="71" actId="26606"/>
          <ac:spMkLst>
            <pc:docMk/>
            <pc:sldMk cId="0" sldId="263"/>
            <ac:spMk id="214" creationId="{D3F51FEB-38FB-4F6C-9F7B-2F2AFAB65463}"/>
          </ac:spMkLst>
        </pc:spChg>
        <pc:spChg chg="add del">
          <ac:chgData name="Asif Muhammad" userId="6b0af2cb-2f76-400b-94d9-178b55ef4f85" providerId="ADAL" clId="{1706C726-DFFB-4A9A-B0E4-71AC2CEA8273}" dt="2023-02-06T05:30:07.902" v="67" actId="26606"/>
          <ac:spMkLst>
            <pc:docMk/>
            <pc:sldMk cId="0" sldId="263"/>
            <ac:spMk id="215" creationId="{2C61293E-6EBE-43EF-A52C-9BEBFD7679D4}"/>
          </ac:spMkLst>
        </pc:spChg>
        <pc:spChg chg="add del">
          <ac:chgData name="Asif Muhammad" userId="6b0af2cb-2f76-400b-94d9-178b55ef4f85" providerId="ADAL" clId="{1706C726-DFFB-4A9A-B0E4-71AC2CEA8273}" dt="2023-02-06T05:30:07.902" v="67" actId="26606"/>
          <ac:spMkLst>
            <pc:docMk/>
            <pc:sldMk cId="0" sldId="263"/>
            <ac:spMk id="217" creationId="{21540236-BFD5-4A9D-8840-4703E7F76825}"/>
          </ac:spMkLst>
        </pc:spChg>
        <pc:spChg chg="add del">
          <ac:chgData name="Asif Muhammad" userId="6b0af2cb-2f76-400b-94d9-178b55ef4f85" providerId="ADAL" clId="{1706C726-DFFB-4A9A-B0E4-71AC2CEA8273}" dt="2023-02-06T05:30:11.009" v="69" actId="26606"/>
          <ac:spMkLst>
            <pc:docMk/>
            <pc:sldMk cId="0" sldId="263"/>
            <ac:spMk id="219" creationId="{081E4A58-353D-44AE-B2FC-2A74E2E400F7}"/>
          </ac:spMkLst>
        </pc:spChg>
        <pc:spChg chg="add del">
          <ac:chgData name="Asif Muhammad" userId="6b0af2cb-2f76-400b-94d9-178b55ef4f85" providerId="ADAL" clId="{1706C726-DFFB-4A9A-B0E4-71AC2CEA8273}" dt="2023-02-06T05:30:16.649" v="71" actId="26606"/>
          <ac:spMkLst>
            <pc:docMk/>
            <pc:sldMk cId="0" sldId="263"/>
            <ac:spMk id="221" creationId="{2B566528-1B12-4246-9431-5C2D7D081168}"/>
          </ac:spMkLst>
        </pc:spChg>
        <pc:spChg chg="add del">
          <ac:chgData name="Asif Muhammad" userId="6b0af2cb-2f76-400b-94d9-178b55ef4f85" providerId="ADAL" clId="{1706C726-DFFB-4A9A-B0E4-71AC2CEA8273}" dt="2023-02-06T05:30:16.649" v="71" actId="26606"/>
          <ac:spMkLst>
            <pc:docMk/>
            <pc:sldMk cId="0" sldId="263"/>
            <ac:spMk id="222" creationId="{2E80C965-DB6D-4F81-9E9E-B027384D0BD6}"/>
          </ac:spMkLst>
        </pc:spChg>
        <pc:spChg chg="add del">
          <ac:chgData name="Asif Muhammad" userId="6b0af2cb-2f76-400b-94d9-178b55ef4f85" providerId="ADAL" clId="{1706C726-DFFB-4A9A-B0E4-71AC2CEA8273}" dt="2023-02-06T05:30:16.649" v="71" actId="26606"/>
          <ac:spMkLst>
            <pc:docMk/>
            <pc:sldMk cId="0" sldId="263"/>
            <ac:spMk id="223" creationId="{A580F890-B085-4E95-96AA-55AEBEC5CE6E}"/>
          </ac:spMkLst>
        </pc:spChg>
        <pc:spChg chg="add del">
          <ac:chgData name="Asif Muhammad" userId="6b0af2cb-2f76-400b-94d9-178b55ef4f85" providerId="ADAL" clId="{1706C726-DFFB-4A9A-B0E4-71AC2CEA8273}" dt="2023-02-06T05:30:16.649" v="71" actId="26606"/>
          <ac:spMkLst>
            <pc:docMk/>
            <pc:sldMk cId="0" sldId="263"/>
            <ac:spMk id="224" creationId="{1E547BA6-BAE0-43BB-A7CA-60F69CE252F0}"/>
          </ac:spMkLst>
        </pc:spChg>
        <pc:spChg chg="add del">
          <ac:chgData name="Asif Muhammad" userId="6b0af2cb-2f76-400b-94d9-178b55ef4f85" providerId="ADAL" clId="{1706C726-DFFB-4A9A-B0E4-71AC2CEA8273}" dt="2023-02-06T05:30:31.251" v="73" actId="26606"/>
          <ac:spMkLst>
            <pc:docMk/>
            <pc:sldMk cId="0" sldId="263"/>
            <ac:spMk id="226" creationId="{100EDD19-6802-4EC3-95CE-CFFAB042CFD6}"/>
          </ac:spMkLst>
        </pc:spChg>
        <pc:spChg chg="add del">
          <ac:chgData name="Asif Muhammad" userId="6b0af2cb-2f76-400b-94d9-178b55ef4f85" providerId="ADAL" clId="{1706C726-DFFB-4A9A-B0E4-71AC2CEA8273}" dt="2023-02-06T05:30:31.251" v="73" actId="26606"/>
          <ac:spMkLst>
            <pc:docMk/>
            <pc:sldMk cId="0" sldId="263"/>
            <ac:spMk id="227" creationId="{DB17E863-922E-4C26-BD64-E8FD41D28661}"/>
          </ac:spMkLst>
        </pc:spChg>
        <pc:spChg chg="add del">
          <ac:chgData name="Asif Muhammad" userId="6b0af2cb-2f76-400b-94d9-178b55ef4f85" providerId="ADAL" clId="{1706C726-DFFB-4A9A-B0E4-71AC2CEA8273}" dt="2023-02-06T05:48:33.159" v="483" actId="26606"/>
          <ac:spMkLst>
            <pc:docMk/>
            <pc:sldMk cId="0" sldId="263"/>
            <ac:spMk id="231" creationId="{100EDD19-6802-4EC3-95CE-CFFAB042CFD6}"/>
          </ac:spMkLst>
        </pc:spChg>
        <pc:spChg chg="add del">
          <ac:chgData name="Asif Muhammad" userId="6b0af2cb-2f76-400b-94d9-178b55ef4f85" providerId="ADAL" clId="{1706C726-DFFB-4A9A-B0E4-71AC2CEA8273}" dt="2023-02-06T05:48:33.159" v="483" actId="26606"/>
          <ac:spMkLst>
            <pc:docMk/>
            <pc:sldMk cId="0" sldId="263"/>
            <ac:spMk id="232" creationId="{DB17E863-922E-4C26-BD64-E8FD41D28661}"/>
          </ac:spMkLst>
        </pc:spChg>
        <pc:spChg chg="add mod">
          <ac:chgData name="Asif Muhammad" userId="6b0af2cb-2f76-400b-94d9-178b55ef4f85" providerId="ADAL" clId="{1706C726-DFFB-4A9A-B0E4-71AC2CEA8273}" dt="2023-02-06T05:51:18.738" v="521" actId="20577"/>
          <ac:spMkLst>
            <pc:docMk/>
            <pc:sldMk cId="0" sldId="263"/>
            <ac:spMk id="233" creationId="{00000000-0000-0000-0000-000000000000}"/>
          </ac:spMkLst>
        </pc:spChg>
        <pc:spChg chg="add del">
          <ac:chgData name="Asif Muhammad" userId="6b0af2cb-2f76-400b-94d9-178b55ef4f85" providerId="ADAL" clId="{1706C726-DFFB-4A9A-B0E4-71AC2CEA8273}" dt="2023-02-06T05:48:08.428" v="472" actId="26606"/>
          <ac:spMkLst>
            <pc:docMk/>
            <pc:sldMk cId="0" sldId="263"/>
            <ac:spMk id="238" creationId="{100EDD19-6802-4EC3-95CE-CFFAB042CFD6}"/>
          </ac:spMkLst>
        </pc:spChg>
        <pc:spChg chg="add del">
          <ac:chgData name="Asif Muhammad" userId="6b0af2cb-2f76-400b-94d9-178b55ef4f85" providerId="ADAL" clId="{1706C726-DFFB-4A9A-B0E4-71AC2CEA8273}" dt="2023-02-06T05:48:06.439" v="470" actId="26606"/>
          <ac:spMkLst>
            <pc:docMk/>
            <pc:sldMk cId="0" sldId="263"/>
            <ac:spMk id="239" creationId="{79BB35BC-D5C2-4C8B-A22A-A71E6191913B}"/>
          </ac:spMkLst>
        </pc:spChg>
        <pc:spChg chg="add del">
          <ac:chgData name="Asif Muhammad" userId="6b0af2cb-2f76-400b-94d9-178b55ef4f85" providerId="ADAL" clId="{1706C726-DFFB-4A9A-B0E4-71AC2CEA8273}" dt="2023-02-06T05:48:08.428" v="472" actId="26606"/>
          <ac:spMkLst>
            <pc:docMk/>
            <pc:sldMk cId="0" sldId="263"/>
            <ac:spMk id="240" creationId="{DB17E863-922E-4C26-BD64-E8FD41D28661}"/>
          </ac:spMkLst>
        </pc:spChg>
        <pc:spChg chg="add del">
          <ac:chgData name="Asif Muhammad" userId="6b0af2cb-2f76-400b-94d9-178b55ef4f85" providerId="ADAL" clId="{1706C726-DFFB-4A9A-B0E4-71AC2CEA8273}" dt="2023-02-06T05:48:10.749" v="474" actId="26606"/>
          <ac:spMkLst>
            <pc:docMk/>
            <pc:sldMk cId="0" sldId="263"/>
            <ac:spMk id="241" creationId="{21540236-BFD5-4A9D-8840-4703E7F76825}"/>
          </ac:spMkLst>
        </pc:spChg>
        <pc:spChg chg="add del">
          <ac:chgData name="Asif Muhammad" userId="6b0af2cb-2f76-400b-94d9-178b55ef4f85" providerId="ADAL" clId="{1706C726-DFFB-4A9A-B0E4-71AC2CEA8273}" dt="2023-02-06T05:48:10.749" v="474" actId="26606"/>
          <ac:spMkLst>
            <pc:docMk/>
            <pc:sldMk cId="0" sldId="263"/>
            <ac:spMk id="242" creationId="{2C61293E-6EBE-43EF-A52C-9BEBFD7679D4}"/>
          </ac:spMkLst>
        </pc:spChg>
        <pc:spChg chg="add del">
          <ac:chgData name="Asif Muhammad" userId="6b0af2cb-2f76-400b-94d9-178b55ef4f85" providerId="ADAL" clId="{1706C726-DFFB-4A9A-B0E4-71AC2CEA8273}" dt="2023-02-06T05:48:13.284" v="476" actId="26606"/>
          <ac:spMkLst>
            <pc:docMk/>
            <pc:sldMk cId="0" sldId="263"/>
            <ac:spMk id="245" creationId="{F13C74B1-5B17-4795-BED0-7140497B445A}"/>
          </ac:spMkLst>
        </pc:spChg>
        <pc:spChg chg="add del">
          <ac:chgData name="Asif Muhammad" userId="6b0af2cb-2f76-400b-94d9-178b55ef4f85" providerId="ADAL" clId="{1706C726-DFFB-4A9A-B0E4-71AC2CEA8273}" dt="2023-02-06T05:48:13.284" v="476" actId="26606"/>
          <ac:spMkLst>
            <pc:docMk/>
            <pc:sldMk cId="0" sldId="263"/>
            <ac:spMk id="246" creationId="{D4974D33-8DC5-464E-8C6D-BE58F0669C17}"/>
          </ac:spMkLst>
        </pc:spChg>
        <pc:spChg chg="add del">
          <ac:chgData name="Asif Muhammad" userId="6b0af2cb-2f76-400b-94d9-178b55ef4f85" providerId="ADAL" clId="{1706C726-DFFB-4A9A-B0E4-71AC2CEA8273}" dt="2023-02-06T05:48:19.805" v="478" actId="26606"/>
          <ac:spMkLst>
            <pc:docMk/>
            <pc:sldMk cId="0" sldId="263"/>
            <ac:spMk id="249" creationId="{79BB35BC-D5C2-4C8B-A22A-A71E6191913B}"/>
          </ac:spMkLst>
        </pc:spChg>
        <pc:spChg chg="add del">
          <ac:chgData name="Asif Muhammad" userId="6b0af2cb-2f76-400b-94d9-178b55ef4f85" providerId="ADAL" clId="{1706C726-DFFB-4A9A-B0E4-71AC2CEA8273}" dt="2023-02-06T05:48:25.334" v="480" actId="26606"/>
          <ac:spMkLst>
            <pc:docMk/>
            <pc:sldMk cId="0" sldId="263"/>
            <ac:spMk id="252" creationId="{CB5DFCDA-694D-4637-8E9B-038575194349}"/>
          </ac:spMkLst>
        </pc:spChg>
        <pc:spChg chg="add del">
          <ac:chgData name="Asif Muhammad" userId="6b0af2cb-2f76-400b-94d9-178b55ef4f85" providerId="ADAL" clId="{1706C726-DFFB-4A9A-B0E4-71AC2CEA8273}" dt="2023-02-06T05:48:25.334" v="480" actId="26606"/>
          <ac:spMkLst>
            <pc:docMk/>
            <pc:sldMk cId="0" sldId="263"/>
            <ac:spMk id="253" creationId="{E4DB276E-BFF1-43F5-AB90-7ABA4B9A919A}"/>
          </ac:spMkLst>
        </pc:spChg>
        <pc:spChg chg="add del">
          <ac:chgData name="Asif Muhammad" userId="6b0af2cb-2f76-400b-94d9-178b55ef4f85" providerId="ADAL" clId="{1706C726-DFFB-4A9A-B0E4-71AC2CEA8273}" dt="2023-02-06T05:48:33.149" v="482" actId="26606"/>
          <ac:spMkLst>
            <pc:docMk/>
            <pc:sldMk cId="0" sldId="263"/>
            <ac:spMk id="255" creationId="{777A147A-9ED8-46B4-8660-1B3C2AA880B5}"/>
          </ac:spMkLst>
        </pc:spChg>
        <pc:spChg chg="add del">
          <ac:chgData name="Asif Muhammad" userId="6b0af2cb-2f76-400b-94d9-178b55ef4f85" providerId="ADAL" clId="{1706C726-DFFB-4A9A-B0E4-71AC2CEA8273}" dt="2023-02-06T05:48:33.149" v="482" actId="26606"/>
          <ac:spMkLst>
            <pc:docMk/>
            <pc:sldMk cId="0" sldId="263"/>
            <ac:spMk id="256" creationId="{5D6C15A0-C087-4593-8414-2B4EC1CDC3DE}"/>
          </ac:spMkLst>
        </pc:spChg>
        <pc:spChg chg="add">
          <ac:chgData name="Asif Muhammad" userId="6b0af2cb-2f76-400b-94d9-178b55ef4f85" providerId="ADAL" clId="{1706C726-DFFB-4A9A-B0E4-71AC2CEA8273}" dt="2023-02-06T05:48:33.159" v="483" actId="26606"/>
          <ac:spMkLst>
            <pc:docMk/>
            <pc:sldMk cId="0" sldId="263"/>
            <ac:spMk id="258" creationId="{C05CBC3C-2E5A-4839-8B9B-2E5A6ADF0F58}"/>
          </ac:spMkLst>
        </pc:spChg>
        <pc:spChg chg="add">
          <ac:chgData name="Asif Muhammad" userId="6b0af2cb-2f76-400b-94d9-178b55ef4f85" providerId="ADAL" clId="{1706C726-DFFB-4A9A-B0E4-71AC2CEA8273}" dt="2023-02-06T05:48:33.159" v="483" actId="26606"/>
          <ac:spMkLst>
            <pc:docMk/>
            <pc:sldMk cId="0" sldId="263"/>
            <ac:spMk id="259" creationId="{827FF362-FC97-4BF5-949B-D4ADFA26E457}"/>
          </ac:spMkLst>
        </pc:spChg>
        <pc:graphicFrameChg chg="add del">
          <ac:chgData name="Asif Muhammad" userId="6b0af2cb-2f76-400b-94d9-178b55ef4f85" providerId="ADAL" clId="{1706C726-DFFB-4A9A-B0E4-71AC2CEA8273}" dt="2023-02-06T05:30:36.560" v="75" actId="26606"/>
          <ac:graphicFrameMkLst>
            <pc:docMk/>
            <pc:sldMk cId="0" sldId="263"/>
            <ac:graphicFrameMk id="229" creationId="{3F922F56-1473-E84F-F9C8-3DF78BFC7A10}"/>
          </ac:graphicFrameMkLst>
        </pc:graphicFrameChg>
        <pc:picChg chg="add del">
          <ac:chgData name="Asif Muhammad" userId="6b0af2cb-2f76-400b-94d9-178b55ef4f85" providerId="ADAL" clId="{1706C726-DFFB-4A9A-B0E4-71AC2CEA8273}" dt="2023-02-06T05:30:01.878" v="63" actId="26606"/>
          <ac:picMkLst>
            <pc:docMk/>
            <pc:sldMk cId="0" sldId="263"/>
            <ac:picMk id="205" creationId="{C36D2872-B762-CE02-AAD6-142DE5EB81B0}"/>
          </ac:picMkLst>
        </pc:picChg>
        <pc:picChg chg="add del">
          <ac:chgData name="Asif Muhammad" userId="6b0af2cb-2f76-400b-94d9-178b55ef4f85" providerId="ADAL" clId="{1706C726-DFFB-4A9A-B0E4-71AC2CEA8273}" dt="2023-02-06T05:30:05.761" v="65" actId="26606"/>
          <ac:picMkLst>
            <pc:docMk/>
            <pc:sldMk cId="0" sldId="263"/>
            <ac:picMk id="213" creationId="{C50FE8A0-F93C-95A6-C5C8-AAB3B842CB38}"/>
          </ac:picMkLst>
        </pc:picChg>
        <pc:picChg chg="add del">
          <ac:chgData name="Asif Muhammad" userId="6b0af2cb-2f76-400b-94d9-178b55ef4f85" providerId="ADAL" clId="{1706C726-DFFB-4A9A-B0E4-71AC2CEA8273}" dt="2023-02-06T05:30:07.902" v="67" actId="26606"/>
          <ac:picMkLst>
            <pc:docMk/>
            <pc:sldMk cId="0" sldId="263"/>
            <ac:picMk id="216" creationId="{2C50C4A5-D581-F764-1C4E-D6334D084D3B}"/>
          </ac:picMkLst>
        </pc:picChg>
        <pc:picChg chg="add del">
          <ac:chgData name="Asif Muhammad" userId="6b0af2cb-2f76-400b-94d9-178b55ef4f85" providerId="ADAL" clId="{1706C726-DFFB-4A9A-B0E4-71AC2CEA8273}" dt="2023-02-06T05:48:06.439" v="470" actId="26606"/>
          <ac:picMkLst>
            <pc:docMk/>
            <pc:sldMk cId="0" sldId="263"/>
            <ac:picMk id="235" creationId="{CC0EF60A-CA23-5684-5DF5-56B42347F006}"/>
          </ac:picMkLst>
        </pc:picChg>
        <pc:picChg chg="add del">
          <ac:chgData name="Asif Muhammad" userId="6b0af2cb-2f76-400b-94d9-178b55ef4f85" providerId="ADAL" clId="{1706C726-DFFB-4A9A-B0E4-71AC2CEA8273}" dt="2023-02-06T05:48:10.749" v="474" actId="26606"/>
          <ac:picMkLst>
            <pc:docMk/>
            <pc:sldMk cId="0" sldId="263"/>
            <ac:picMk id="243" creationId="{A7374991-CB7B-42D5-969C-F066619A5474}"/>
          </ac:picMkLst>
        </pc:picChg>
        <pc:picChg chg="add del">
          <ac:chgData name="Asif Muhammad" userId="6b0af2cb-2f76-400b-94d9-178b55ef4f85" providerId="ADAL" clId="{1706C726-DFFB-4A9A-B0E4-71AC2CEA8273}" dt="2023-02-06T05:48:13.284" v="476" actId="26606"/>
          <ac:picMkLst>
            <pc:docMk/>
            <pc:sldMk cId="0" sldId="263"/>
            <ac:picMk id="247" creationId="{70673536-B7DA-6D02-6372-82867E4649E0}"/>
          </ac:picMkLst>
        </pc:picChg>
        <pc:picChg chg="add del">
          <ac:chgData name="Asif Muhammad" userId="6b0af2cb-2f76-400b-94d9-178b55ef4f85" providerId="ADAL" clId="{1706C726-DFFB-4A9A-B0E4-71AC2CEA8273}" dt="2023-02-06T05:48:19.805" v="478" actId="26606"/>
          <ac:picMkLst>
            <pc:docMk/>
            <pc:sldMk cId="0" sldId="263"/>
            <ac:picMk id="250" creationId="{CC0EF60A-CA23-5684-5DF5-56B42347F006}"/>
          </ac:picMkLst>
        </pc:picChg>
        <pc:cxnChg chg="add del">
          <ac:chgData name="Asif Muhammad" userId="6b0af2cb-2f76-400b-94d9-178b55ef4f85" providerId="ADAL" clId="{1706C726-DFFB-4A9A-B0E4-71AC2CEA8273}" dt="2023-02-06T05:30:01.878" v="63" actId="26606"/>
          <ac:cxnSpMkLst>
            <pc:docMk/>
            <pc:sldMk cId="0" sldId="263"/>
            <ac:cxnSpMk id="209" creationId="{A7F400EE-A8A5-48AF-B4D6-291B52C6F0B0}"/>
          </ac:cxnSpMkLst>
        </pc:cxnChg>
      </pc:sldChg>
      <pc:sldChg chg="addSp modSp mod setBg">
        <pc:chgData name="Asif Muhammad" userId="6b0af2cb-2f76-400b-94d9-178b55ef4f85" providerId="ADAL" clId="{1706C726-DFFB-4A9A-B0E4-71AC2CEA8273}" dt="2023-02-06T06:58:09.614" v="593" actId="12"/>
        <pc:sldMkLst>
          <pc:docMk/>
          <pc:sldMk cId="0" sldId="264"/>
        </pc:sldMkLst>
        <pc:spChg chg="mod">
          <ac:chgData name="Asif Muhammad" userId="6b0af2cb-2f76-400b-94d9-178b55ef4f85" providerId="ADAL" clId="{1706C726-DFFB-4A9A-B0E4-71AC2CEA8273}" dt="2023-02-06T05:59:47.090" v="543" actId="26606"/>
          <ac:spMkLst>
            <pc:docMk/>
            <pc:sldMk cId="0" sldId="264"/>
            <ac:spMk id="209" creationId="{00000000-0000-0000-0000-000000000000}"/>
          </ac:spMkLst>
        </pc:spChg>
        <pc:spChg chg="mod">
          <ac:chgData name="Asif Muhammad" userId="6b0af2cb-2f76-400b-94d9-178b55ef4f85" providerId="ADAL" clId="{1706C726-DFFB-4A9A-B0E4-71AC2CEA8273}" dt="2023-02-06T05:59:47.090" v="543" actId="26606"/>
          <ac:spMkLst>
            <pc:docMk/>
            <pc:sldMk cId="0" sldId="264"/>
            <ac:spMk id="210" creationId="{00000000-0000-0000-0000-000000000000}"/>
          </ac:spMkLst>
        </pc:spChg>
        <pc:spChg chg="add">
          <ac:chgData name="Asif Muhammad" userId="6b0af2cb-2f76-400b-94d9-178b55ef4f85" providerId="ADAL" clId="{1706C726-DFFB-4A9A-B0E4-71AC2CEA8273}" dt="2023-02-06T05:59:47.090" v="543" actId="26606"/>
          <ac:spMkLst>
            <pc:docMk/>
            <pc:sldMk cId="0" sldId="264"/>
            <ac:spMk id="218" creationId="{7F57BEA8-497D-4AA8-8A18-BDCD696B25FE}"/>
          </ac:spMkLst>
        </pc:spChg>
        <pc:graphicFrameChg chg="add mod modGraphic">
          <ac:chgData name="Asif Muhammad" userId="6b0af2cb-2f76-400b-94d9-178b55ef4f85" providerId="ADAL" clId="{1706C726-DFFB-4A9A-B0E4-71AC2CEA8273}" dt="2023-02-06T06:58:09.614" v="593" actId="12"/>
          <ac:graphicFrameMkLst>
            <pc:docMk/>
            <pc:sldMk cId="0" sldId="264"/>
            <ac:graphicFrameMk id="211" creationId="{00000000-0000-0000-0000-000000000000}"/>
          </ac:graphicFrameMkLst>
        </pc:graphicFrameChg>
        <pc:cxnChg chg="add">
          <ac:chgData name="Asif Muhammad" userId="6b0af2cb-2f76-400b-94d9-178b55ef4f85" providerId="ADAL" clId="{1706C726-DFFB-4A9A-B0E4-71AC2CEA8273}" dt="2023-02-06T05:59:47.090" v="543" actId="26606"/>
          <ac:cxnSpMkLst>
            <pc:docMk/>
            <pc:sldMk cId="0" sldId="264"/>
            <ac:cxnSpMk id="216" creationId="{D2E961F1-4A28-4A5F-BBD4-6E400E5E6C75}"/>
          </ac:cxnSpMkLst>
        </pc:cxnChg>
        <pc:cxnChg chg="add">
          <ac:chgData name="Asif Muhammad" userId="6b0af2cb-2f76-400b-94d9-178b55ef4f85" providerId="ADAL" clId="{1706C726-DFFB-4A9A-B0E4-71AC2CEA8273}" dt="2023-02-06T05:59:47.090" v="543" actId="26606"/>
          <ac:cxnSpMkLst>
            <pc:docMk/>
            <pc:sldMk cId="0" sldId="264"/>
            <ac:cxnSpMk id="220" creationId="{A82415D3-DDE5-4D63-8CB3-23A5EC581B27}"/>
          </ac:cxnSpMkLst>
        </pc:cxnChg>
        <pc:cxnChg chg="add">
          <ac:chgData name="Asif Muhammad" userId="6b0af2cb-2f76-400b-94d9-178b55ef4f85" providerId="ADAL" clId="{1706C726-DFFB-4A9A-B0E4-71AC2CEA8273}" dt="2023-02-06T05:59:47.090" v="543" actId="26606"/>
          <ac:cxnSpMkLst>
            <pc:docMk/>
            <pc:sldMk cId="0" sldId="264"/>
            <ac:cxnSpMk id="222" creationId="{AD7193FB-6AE6-4B3B-8F89-56B55DD63B4D}"/>
          </ac:cxnSpMkLst>
        </pc:cxnChg>
      </pc:sldChg>
      <pc:sldChg chg="addSp modSp mod setBg">
        <pc:chgData name="Asif Muhammad" userId="6b0af2cb-2f76-400b-94d9-178b55ef4f85" providerId="ADAL" clId="{1706C726-DFFB-4A9A-B0E4-71AC2CEA8273}" dt="2023-02-06T06:59:24.446" v="600" actId="27636"/>
        <pc:sldMkLst>
          <pc:docMk/>
          <pc:sldMk cId="0" sldId="265"/>
        </pc:sldMkLst>
        <pc:spChg chg="mod">
          <ac:chgData name="Asif Muhammad" userId="6b0af2cb-2f76-400b-94d9-178b55ef4f85" providerId="ADAL" clId="{1706C726-DFFB-4A9A-B0E4-71AC2CEA8273}" dt="2023-02-06T06:00:31.995" v="545" actId="26606"/>
          <ac:spMkLst>
            <pc:docMk/>
            <pc:sldMk cId="0" sldId="265"/>
            <ac:spMk id="217" creationId="{00000000-0000-0000-0000-000000000000}"/>
          </ac:spMkLst>
        </pc:spChg>
        <pc:spChg chg="mod">
          <ac:chgData name="Asif Muhammad" userId="6b0af2cb-2f76-400b-94d9-178b55ef4f85" providerId="ADAL" clId="{1706C726-DFFB-4A9A-B0E4-71AC2CEA8273}" dt="2023-02-06T06:59:24.446" v="600" actId="27636"/>
          <ac:spMkLst>
            <pc:docMk/>
            <pc:sldMk cId="0" sldId="265"/>
            <ac:spMk id="218" creationId="{00000000-0000-0000-0000-000000000000}"/>
          </ac:spMkLst>
        </pc:spChg>
        <pc:spChg chg="mod ord">
          <ac:chgData name="Asif Muhammad" userId="6b0af2cb-2f76-400b-94d9-178b55ef4f85" providerId="ADAL" clId="{1706C726-DFFB-4A9A-B0E4-71AC2CEA8273}" dt="2023-02-06T06:00:31.995" v="545" actId="26606"/>
          <ac:spMkLst>
            <pc:docMk/>
            <pc:sldMk cId="0" sldId="265"/>
            <ac:spMk id="219" creationId="{00000000-0000-0000-0000-000000000000}"/>
          </ac:spMkLst>
        </pc:spChg>
        <pc:spChg chg="add">
          <ac:chgData name="Asif Muhammad" userId="6b0af2cb-2f76-400b-94d9-178b55ef4f85" providerId="ADAL" clId="{1706C726-DFFB-4A9A-B0E4-71AC2CEA8273}" dt="2023-02-06T06:00:31.995" v="545" actId="26606"/>
          <ac:spMkLst>
            <pc:docMk/>
            <pc:sldMk cId="0" sldId="265"/>
            <ac:spMk id="225" creationId="{2C61293E-6EBE-43EF-A52C-9BEBFD7679D4}"/>
          </ac:spMkLst>
        </pc:spChg>
        <pc:spChg chg="add">
          <ac:chgData name="Asif Muhammad" userId="6b0af2cb-2f76-400b-94d9-178b55ef4f85" providerId="ADAL" clId="{1706C726-DFFB-4A9A-B0E4-71AC2CEA8273}" dt="2023-02-06T06:00:31.995" v="545" actId="26606"/>
          <ac:spMkLst>
            <pc:docMk/>
            <pc:sldMk cId="0" sldId="265"/>
            <ac:spMk id="227" creationId="{3FCFB1DE-0B7E-48CC-BA90-B2AB0889F9D6}"/>
          </ac:spMkLst>
        </pc:spChg>
        <pc:picChg chg="add mod">
          <ac:chgData name="Asif Muhammad" userId="6b0af2cb-2f76-400b-94d9-178b55ef4f85" providerId="ADAL" clId="{1706C726-DFFB-4A9A-B0E4-71AC2CEA8273}" dt="2023-02-06T06:00:42.988" v="546" actId="27614"/>
          <ac:picMkLst>
            <pc:docMk/>
            <pc:sldMk cId="0" sldId="265"/>
            <ac:picMk id="221" creationId="{FDD2EB1D-98E1-D389-1E69-7CAAD51BB238}"/>
          </ac:picMkLst>
        </pc:picChg>
      </pc:sldChg>
      <pc:sldChg chg="addSp delSp modSp mod setBg">
        <pc:chgData name="Asif Muhammad" userId="6b0af2cb-2f76-400b-94d9-178b55ef4f85" providerId="ADAL" clId="{1706C726-DFFB-4A9A-B0E4-71AC2CEA8273}" dt="2023-02-06T07:04:27.325" v="617" actId="27636"/>
        <pc:sldMkLst>
          <pc:docMk/>
          <pc:sldMk cId="0" sldId="266"/>
        </pc:sldMkLst>
        <pc:spChg chg="mod">
          <ac:chgData name="Asif Muhammad" userId="6b0af2cb-2f76-400b-94d9-178b55ef4f85" providerId="ADAL" clId="{1706C726-DFFB-4A9A-B0E4-71AC2CEA8273}" dt="2023-02-06T06:19:11.408" v="562" actId="26606"/>
          <ac:spMkLst>
            <pc:docMk/>
            <pc:sldMk cId="0" sldId="266"/>
            <ac:spMk id="225" creationId="{00000000-0000-0000-0000-000000000000}"/>
          </ac:spMkLst>
        </pc:spChg>
        <pc:spChg chg="mod">
          <ac:chgData name="Asif Muhammad" userId="6b0af2cb-2f76-400b-94d9-178b55ef4f85" providerId="ADAL" clId="{1706C726-DFFB-4A9A-B0E4-71AC2CEA8273}" dt="2023-02-06T07:04:27.325" v="617" actId="27636"/>
          <ac:spMkLst>
            <pc:docMk/>
            <pc:sldMk cId="0" sldId="266"/>
            <ac:spMk id="226" creationId="{00000000-0000-0000-0000-000000000000}"/>
          </ac:spMkLst>
        </pc:spChg>
        <pc:spChg chg="mod ord">
          <ac:chgData name="Asif Muhammad" userId="6b0af2cb-2f76-400b-94d9-178b55ef4f85" providerId="ADAL" clId="{1706C726-DFFB-4A9A-B0E4-71AC2CEA8273}" dt="2023-02-06T06:19:11.408" v="562" actId="26606"/>
          <ac:spMkLst>
            <pc:docMk/>
            <pc:sldMk cId="0" sldId="266"/>
            <ac:spMk id="227" creationId="{00000000-0000-0000-0000-000000000000}"/>
          </ac:spMkLst>
        </pc:spChg>
        <pc:spChg chg="add del">
          <ac:chgData name="Asif Muhammad" userId="6b0af2cb-2f76-400b-94d9-178b55ef4f85" providerId="ADAL" clId="{1706C726-DFFB-4A9A-B0E4-71AC2CEA8273}" dt="2023-02-06T06:19:06.021" v="557" actId="26606"/>
          <ac:spMkLst>
            <pc:docMk/>
            <pc:sldMk cId="0" sldId="266"/>
            <ac:spMk id="233" creationId="{F13C74B1-5B17-4795-BED0-7140497B445A}"/>
          </ac:spMkLst>
        </pc:spChg>
        <pc:spChg chg="add">
          <ac:chgData name="Asif Muhammad" userId="6b0af2cb-2f76-400b-94d9-178b55ef4f85" providerId="ADAL" clId="{1706C726-DFFB-4A9A-B0E4-71AC2CEA8273}" dt="2023-02-06T06:19:11.408" v="562" actId="26606"/>
          <ac:spMkLst>
            <pc:docMk/>
            <pc:sldMk cId="0" sldId="266"/>
            <ac:spMk id="234" creationId="{59A309A7-1751-4ABE-A3C1-EEC40366AD89}"/>
          </ac:spMkLst>
        </pc:spChg>
        <pc:spChg chg="add del">
          <ac:chgData name="Asif Muhammad" userId="6b0af2cb-2f76-400b-94d9-178b55ef4f85" providerId="ADAL" clId="{1706C726-DFFB-4A9A-B0E4-71AC2CEA8273}" dt="2023-02-06T06:19:06.021" v="557" actId="26606"/>
          <ac:spMkLst>
            <pc:docMk/>
            <pc:sldMk cId="0" sldId="266"/>
            <ac:spMk id="235" creationId="{D4974D33-8DC5-464E-8C6D-BE58F0669C17}"/>
          </ac:spMkLst>
        </pc:spChg>
        <pc:spChg chg="add">
          <ac:chgData name="Asif Muhammad" userId="6b0af2cb-2f76-400b-94d9-178b55ef4f85" providerId="ADAL" clId="{1706C726-DFFB-4A9A-B0E4-71AC2CEA8273}" dt="2023-02-06T06:19:11.408" v="562" actId="26606"/>
          <ac:spMkLst>
            <pc:docMk/>
            <pc:sldMk cId="0" sldId="266"/>
            <ac:spMk id="236" creationId="{967D8EB6-EAE1-4F9C-B398-83321E287204}"/>
          </ac:spMkLst>
        </pc:spChg>
        <pc:spChg chg="add del">
          <ac:chgData name="Asif Muhammad" userId="6b0af2cb-2f76-400b-94d9-178b55ef4f85" providerId="ADAL" clId="{1706C726-DFFB-4A9A-B0E4-71AC2CEA8273}" dt="2023-02-06T06:19:11.392" v="561" actId="26606"/>
          <ac:spMkLst>
            <pc:docMk/>
            <pc:sldMk cId="0" sldId="266"/>
            <ac:spMk id="240" creationId="{04812C46-200A-4DEB-A05E-3ED6C68C2387}"/>
          </ac:spMkLst>
        </pc:spChg>
        <pc:spChg chg="add del">
          <ac:chgData name="Asif Muhammad" userId="6b0af2cb-2f76-400b-94d9-178b55ef4f85" providerId="ADAL" clId="{1706C726-DFFB-4A9A-B0E4-71AC2CEA8273}" dt="2023-02-06T06:19:11.392" v="561" actId="26606"/>
          <ac:spMkLst>
            <pc:docMk/>
            <pc:sldMk cId="0" sldId="266"/>
            <ac:spMk id="242" creationId="{D1EA859B-E555-4109-94F3-6700E046E008}"/>
          </ac:spMkLst>
        </pc:spChg>
        <pc:picChg chg="add del">
          <ac:chgData name="Asif Muhammad" userId="6b0af2cb-2f76-400b-94d9-178b55ef4f85" providerId="ADAL" clId="{1706C726-DFFB-4A9A-B0E4-71AC2CEA8273}" dt="2023-02-06T06:19:06.021" v="557" actId="26606"/>
          <ac:picMkLst>
            <pc:docMk/>
            <pc:sldMk cId="0" sldId="266"/>
            <ac:picMk id="229" creationId="{2FF14342-3328-939E-8A20-C8C29B0699F3}"/>
          </ac:picMkLst>
        </pc:picChg>
        <pc:picChg chg="add">
          <ac:chgData name="Asif Muhammad" userId="6b0af2cb-2f76-400b-94d9-178b55ef4f85" providerId="ADAL" clId="{1706C726-DFFB-4A9A-B0E4-71AC2CEA8273}" dt="2023-02-06T06:19:11.408" v="562" actId="26606"/>
          <ac:picMkLst>
            <pc:docMk/>
            <pc:sldMk cId="0" sldId="266"/>
            <ac:picMk id="231" creationId="{DE8E30FA-2211-B895-D021-72238D8C268B}"/>
          </ac:picMkLst>
        </pc:picChg>
        <pc:picChg chg="add del">
          <ac:chgData name="Asif Muhammad" userId="6b0af2cb-2f76-400b-94d9-178b55ef4f85" providerId="ADAL" clId="{1706C726-DFFB-4A9A-B0E4-71AC2CEA8273}" dt="2023-02-06T06:19:09.138" v="559" actId="26606"/>
          <ac:picMkLst>
            <pc:docMk/>
            <pc:sldMk cId="0" sldId="266"/>
            <ac:picMk id="237" creationId="{5C6B5B11-C6B2-6741-22F4-0D1DB5C6CB5E}"/>
          </ac:picMkLst>
        </pc:picChg>
        <pc:picChg chg="add del">
          <ac:chgData name="Asif Muhammad" userId="6b0af2cb-2f76-400b-94d9-178b55ef4f85" providerId="ADAL" clId="{1706C726-DFFB-4A9A-B0E4-71AC2CEA8273}" dt="2023-02-06T06:19:11.392" v="561" actId="26606"/>
          <ac:picMkLst>
            <pc:docMk/>
            <pc:sldMk cId="0" sldId="266"/>
            <ac:picMk id="241" creationId="{90A25F5F-D0E0-AB2A-BD25-966A5CCBE28E}"/>
          </ac:picMkLst>
        </pc:picChg>
        <pc:cxnChg chg="add del">
          <ac:chgData name="Asif Muhammad" userId="6b0af2cb-2f76-400b-94d9-178b55ef4f85" providerId="ADAL" clId="{1706C726-DFFB-4A9A-B0E4-71AC2CEA8273}" dt="2023-02-06T06:19:09.138" v="559" actId="26606"/>
          <ac:cxnSpMkLst>
            <pc:docMk/>
            <pc:sldMk cId="0" sldId="266"/>
            <ac:cxnSpMk id="238" creationId="{A7F400EE-A8A5-48AF-B4D6-291B52C6F0B0}"/>
          </ac:cxnSpMkLst>
        </pc:cxnChg>
      </pc:sldChg>
      <pc:sldChg chg="addSp delSp modSp mod setBg setClrOvrMap">
        <pc:chgData name="Asif Muhammad" userId="6b0af2cb-2f76-400b-94d9-178b55ef4f85" providerId="ADAL" clId="{1706C726-DFFB-4A9A-B0E4-71AC2CEA8273}" dt="2023-02-06T07:06:34.454" v="661" actId="123"/>
        <pc:sldMkLst>
          <pc:docMk/>
          <pc:sldMk cId="0" sldId="267"/>
        </pc:sldMkLst>
        <pc:spChg chg="mod">
          <ac:chgData name="Asif Muhammad" userId="6b0af2cb-2f76-400b-94d9-178b55ef4f85" providerId="ADAL" clId="{1706C726-DFFB-4A9A-B0E4-71AC2CEA8273}" dt="2023-02-06T06:19:55.659" v="571" actId="26606"/>
          <ac:spMkLst>
            <pc:docMk/>
            <pc:sldMk cId="0" sldId="267"/>
            <ac:spMk id="233" creationId="{00000000-0000-0000-0000-000000000000}"/>
          </ac:spMkLst>
        </pc:spChg>
        <pc:spChg chg="mod">
          <ac:chgData name="Asif Muhammad" userId="6b0af2cb-2f76-400b-94d9-178b55ef4f85" providerId="ADAL" clId="{1706C726-DFFB-4A9A-B0E4-71AC2CEA8273}" dt="2023-02-06T07:06:34.454" v="661" actId="123"/>
          <ac:spMkLst>
            <pc:docMk/>
            <pc:sldMk cId="0" sldId="267"/>
            <ac:spMk id="234" creationId="{00000000-0000-0000-0000-000000000000}"/>
          </ac:spMkLst>
        </pc:spChg>
        <pc:spChg chg="mod ord">
          <ac:chgData name="Asif Muhammad" userId="6b0af2cb-2f76-400b-94d9-178b55ef4f85" providerId="ADAL" clId="{1706C726-DFFB-4A9A-B0E4-71AC2CEA8273}" dt="2023-02-06T06:19:55.659" v="571" actId="26606"/>
          <ac:spMkLst>
            <pc:docMk/>
            <pc:sldMk cId="0" sldId="267"/>
            <ac:spMk id="235" creationId="{00000000-0000-0000-0000-000000000000}"/>
          </ac:spMkLst>
        </pc:spChg>
        <pc:spChg chg="add del">
          <ac:chgData name="Asif Muhammad" userId="6b0af2cb-2f76-400b-94d9-178b55ef4f85" providerId="ADAL" clId="{1706C726-DFFB-4A9A-B0E4-71AC2CEA8273}" dt="2023-02-06T06:19:34.945" v="564" actId="26606"/>
          <ac:spMkLst>
            <pc:docMk/>
            <pc:sldMk cId="0" sldId="267"/>
            <ac:spMk id="240" creationId="{827B839B-9ADE-406B-8590-F1CAEDED45A1}"/>
          </ac:spMkLst>
        </pc:spChg>
        <pc:spChg chg="add del">
          <ac:chgData name="Asif Muhammad" userId="6b0af2cb-2f76-400b-94d9-178b55ef4f85" providerId="ADAL" clId="{1706C726-DFFB-4A9A-B0E4-71AC2CEA8273}" dt="2023-02-06T06:19:42.577" v="566" actId="26606"/>
          <ac:spMkLst>
            <pc:docMk/>
            <pc:sldMk cId="0" sldId="267"/>
            <ac:spMk id="241" creationId="{D009D6D5-DAC2-4A8B-A17A-E206B9012D09}"/>
          </ac:spMkLst>
        </pc:spChg>
        <pc:spChg chg="add del">
          <ac:chgData name="Asif Muhammad" userId="6b0af2cb-2f76-400b-94d9-178b55ef4f85" providerId="ADAL" clId="{1706C726-DFFB-4A9A-B0E4-71AC2CEA8273}" dt="2023-02-06T06:19:34.945" v="564" actId="26606"/>
          <ac:spMkLst>
            <pc:docMk/>
            <pc:sldMk cId="0" sldId="267"/>
            <ac:spMk id="242" creationId="{CFE45BF0-46DB-408C-B5F7-7B11716805D4}"/>
          </ac:spMkLst>
        </pc:spChg>
        <pc:spChg chg="add del">
          <ac:chgData name="Asif Muhammad" userId="6b0af2cb-2f76-400b-94d9-178b55ef4f85" providerId="ADAL" clId="{1706C726-DFFB-4A9A-B0E4-71AC2CEA8273}" dt="2023-02-06T06:19:43.693" v="568" actId="26606"/>
          <ac:spMkLst>
            <pc:docMk/>
            <pc:sldMk cId="0" sldId="267"/>
            <ac:spMk id="243" creationId="{EA67B5B4-3A24-436E-B663-1B2EBFF8A0CD}"/>
          </ac:spMkLst>
        </pc:spChg>
        <pc:spChg chg="add del">
          <ac:chgData name="Asif Muhammad" userId="6b0af2cb-2f76-400b-94d9-178b55ef4f85" providerId="ADAL" clId="{1706C726-DFFB-4A9A-B0E4-71AC2CEA8273}" dt="2023-02-06T06:19:34.945" v="564" actId="26606"/>
          <ac:spMkLst>
            <pc:docMk/>
            <pc:sldMk cId="0" sldId="267"/>
            <ac:spMk id="244" creationId="{2AEBC8F2-97B1-41B4-93F1-2D289E197FBA}"/>
          </ac:spMkLst>
        </pc:spChg>
        <pc:spChg chg="add del">
          <ac:chgData name="Asif Muhammad" userId="6b0af2cb-2f76-400b-94d9-178b55ef4f85" providerId="ADAL" clId="{1706C726-DFFB-4A9A-B0E4-71AC2CEA8273}" dt="2023-02-06T06:19:43.693" v="568" actId="26606"/>
          <ac:spMkLst>
            <pc:docMk/>
            <pc:sldMk cId="0" sldId="267"/>
            <ac:spMk id="245" creationId="{987FDF89-C993-41F4-A1B8-DBAFF16008A9}"/>
          </ac:spMkLst>
        </pc:spChg>
        <pc:spChg chg="add del">
          <ac:chgData name="Asif Muhammad" userId="6b0af2cb-2f76-400b-94d9-178b55ef4f85" providerId="ADAL" clId="{1706C726-DFFB-4A9A-B0E4-71AC2CEA8273}" dt="2023-02-06T06:19:34.945" v="564" actId="26606"/>
          <ac:spMkLst>
            <pc:docMk/>
            <pc:sldMk cId="0" sldId="267"/>
            <ac:spMk id="246" creationId="{472E3A19-F5D5-48FC-BB9C-48C2F68F598B}"/>
          </ac:spMkLst>
        </pc:spChg>
        <pc:spChg chg="add del">
          <ac:chgData name="Asif Muhammad" userId="6b0af2cb-2f76-400b-94d9-178b55ef4f85" providerId="ADAL" clId="{1706C726-DFFB-4A9A-B0E4-71AC2CEA8273}" dt="2023-02-06T06:19:43.693" v="568" actId="26606"/>
          <ac:spMkLst>
            <pc:docMk/>
            <pc:sldMk cId="0" sldId="267"/>
            <ac:spMk id="247" creationId="{D1D7179B-FF7C-482F-B3D9-2BE9ED1139F9}"/>
          </ac:spMkLst>
        </pc:spChg>
        <pc:spChg chg="add del">
          <ac:chgData name="Asif Muhammad" userId="6b0af2cb-2f76-400b-94d9-178b55ef4f85" providerId="ADAL" clId="{1706C726-DFFB-4A9A-B0E4-71AC2CEA8273}" dt="2023-02-06T06:19:34.945" v="564" actId="26606"/>
          <ac:spMkLst>
            <pc:docMk/>
            <pc:sldMk cId="0" sldId="267"/>
            <ac:spMk id="248" creationId="{7A62E32F-BB65-43A8-8EB5-92346890E549}"/>
          </ac:spMkLst>
        </pc:spChg>
        <pc:spChg chg="add del">
          <ac:chgData name="Asif Muhammad" userId="6b0af2cb-2f76-400b-94d9-178b55ef4f85" providerId="ADAL" clId="{1706C726-DFFB-4A9A-B0E4-71AC2CEA8273}" dt="2023-02-06T06:19:55.643" v="570" actId="26606"/>
          <ac:spMkLst>
            <pc:docMk/>
            <pc:sldMk cId="0" sldId="267"/>
            <ac:spMk id="249" creationId="{907EF6B7-1338-4443-8C46-6A318D952DFD}"/>
          </ac:spMkLst>
        </pc:spChg>
        <pc:spChg chg="add del">
          <ac:chgData name="Asif Muhammad" userId="6b0af2cb-2f76-400b-94d9-178b55ef4f85" providerId="ADAL" clId="{1706C726-DFFB-4A9A-B0E4-71AC2CEA8273}" dt="2023-02-06T06:19:34.945" v="564" actId="26606"/>
          <ac:spMkLst>
            <pc:docMk/>
            <pc:sldMk cId="0" sldId="267"/>
            <ac:spMk id="250" creationId="{14E91B64-9FCC-451E-AFB4-A827D6329367}"/>
          </ac:spMkLst>
        </pc:spChg>
        <pc:spChg chg="add del">
          <ac:chgData name="Asif Muhammad" userId="6b0af2cb-2f76-400b-94d9-178b55ef4f85" providerId="ADAL" clId="{1706C726-DFFB-4A9A-B0E4-71AC2CEA8273}" dt="2023-02-06T06:19:55.643" v="570" actId="26606"/>
          <ac:spMkLst>
            <pc:docMk/>
            <pc:sldMk cId="0" sldId="267"/>
            <ac:spMk id="251" creationId="{DAAE4CDD-124C-4DCF-9584-B6033B545DD5}"/>
          </ac:spMkLst>
        </pc:spChg>
        <pc:spChg chg="add del">
          <ac:chgData name="Asif Muhammad" userId="6b0af2cb-2f76-400b-94d9-178b55ef4f85" providerId="ADAL" clId="{1706C726-DFFB-4A9A-B0E4-71AC2CEA8273}" dt="2023-02-06T06:19:55.643" v="570" actId="26606"/>
          <ac:spMkLst>
            <pc:docMk/>
            <pc:sldMk cId="0" sldId="267"/>
            <ac:spMk id="252" creationId="{081E4A58-353D-44AE-B2FC-2A74E2E400F7}"/>
          </ac:spMkLst>
        </pc:spChg>
        <pc:spChg chg="add">
          <ac:chgData name="Asif Muhammad" userId="6b0af2cb-2f76-400b-94d9-178b55ef4f85" providerId="ADAL" clId="{1706C726-DFFB-4A9A-B0E4-71AC2CEA8273}" dt="2023-02-06T06:19:55.659" v="571" actId="26606"/>
          <ac:spMkLst>
            <pc:docMk/>
            <pc:sldMk cId="0" sldId="267"/>
            <ac:spMk id="254" creationId="{1B15ED52-F352-441B-82BF-E0EA34836D08}"/>
          </ac:spMkLst>
        </pc:spChg>
        <pc:spChg chg="add">
          <ac:chgData name="Asif Muhammad" userId="6b0af2cb-2f76-400b-94d9-178b55ef4f85" providerId="ADAL" clId="{1706C726-DFFB-4A9A-B0E4-71AC2CEA8273}" dt="2023-02-06T06:19:55.659" v="571" actId="26606"/>
          <ac:spMkLst>
            <pc:docMk/>
            <pc:sldMk cId="0" sldId="267"/>
            <ac:spMk id="255" creationId="{3B2E3793-BFE6-45A2-9B7B-E18844431C99}"/>
          </ac:spMkLst>
        </pc:spChg>
        <pc:spChg chg="add">
          <ac:chgData name="Asif Muhammad" userId="6b0af2cb-2f76-400b-94d9-178b55ef4f85" providerId="ADAL" clId="{1706C726-DFFB-4A9A-B0E4-71AC2CEA8273}" dt="2023-02-06T06:19:55.659" v="571" actId="26606"/>
          <ac:spMkLst>
            <pc:docMk/>
            <pc:sldMk cId="0" sldId="267"/>
            <ac:spMk id="256" creationId="{BC4C4868-CB8F-4AF9-9CDB-8108F2C19B67}"/>
          </ac:spMkLst>
        </pc:spChg>
        <pc:spChg chg="add">
          <ac:chgData name="Asif Muhammad" userId="6b0af2cb-2f76-400b-94d9-178b55ef4f85" providerId="ADAL" clId="{1706C726-DFFB-4A9A-B0E4-71AC2CEA8273}" dt="2023-02-06T06:19:55.659" v="571" actId="26606"/>
          <ac:spMkLst>
            <pc:docMk/>
            <pc:sldMk cId="0" sldId="267"/>
            <ac:spMk id="257" creationId="{375E0459-6403-40CD-989D-56A4407CA12E}"/>
          </ac:spMkLst>
        </pc:spChg>
        <pc:spChg chg="add">
          <ac:chgData name="Asif Muhammad" userId="6b0af2cb-2f76-400b-94d9-178b55ef4f85" providerId="ADAL" clId="{1706C726-DFFB-4A9A-B0E4-71AC2CEA8273}" dt="2023-02-06T06:19:55.659" v="571" actId="26606"/>
          <ac:spMkLst>
            <pc:docMk/>
            <pc:sldMk cId="0" sldId="267"/>
            <ac:spMk id="258" creationId="{53E5B1A8-3AC9-4BD1-9BBC-78CA94F2D1BA}"/>
          </ac:spMkLst>
        </pc:spChg>
        <pc:picChg chg="add del">
          <ac:chgData name="Asif Muhammad" userId="6b0af2cb-2f76-400b-94d9-178b55ef4f85" providerId="ADAL" clId="{1706C726-DFFB-4A9A-B0E4-71AC2CEA8273}" dt="2023-02-06T06:19:42.577" v="566" actId="26606"/>
          <ac:picMkLst>
            <pc:docMk/>
            <pc:sldMk cId="0" sldId="267"/>
            <ac:picMk id="237" creationId="{EB9121A3-D450-64BA-B87C-2E24175B57CB}"/>
          </ac:picMkLst>
        </pc:picChg>
      </pc:sldChg>
      <pc:sldChg chg="addSp modSp mod setBg">
        <pc:chgData name="Asif Muhammad" userId="6b0af2cb-2f76-400b-94d9-178b55ef4f85" providerId="ADAL" clId="{1706C726-DFFB-4A9A-B0E4-71AC2CEA8273}" dt="2023-02-06T07:10:10.335" v="667" actId="27636"/>
        <pc:sldMkLst>
          <pc:docMk/>
          <pc:sldMk cId="0" sldId="268"/>
        </pc:sldMkLst>
        <pc:spChg chg="mod">
          <ac:chgData name="Asif Muhammad" userId="6b0af2cb-2f76-400b-94d9-178b55ef4f85" providerId="ADAL" clId="{1706C726-DFFB-4A9A-B0E4-71AC2CEA8273}" dt="2023-02-06T06:20:09.030" v="572" actId="26606"/>
          <ac:spMkLst>
            <pc:docMk/>
            <pc:sldMk cId="0" sldId="268"/>
            <ac:spMk id="241" creationId="{00000000-0000-0000-0000-000000000000}"/>
          </ac:spMkLst>
        </pc:spChg>
        <pc:spChg chg="mod">
          <ac:chgData name="Asif Muhammad" userId="6b0af2cb-2f76-400b-94d9-178b55ef4f85" providerId="ADAL" clId="{1706C726-DFFB-4A9A-B0E4-71AC2CEA8273}" dt="2023-02-06T07:10:10.335" v="667" actId="27636"/>
          <ac:spMkLst>
            <pc:docMk/>
            <pc:sldMk cId="0" sldId="268"/>
            <ac:spMk id="242" creationId="{00000000-0000-0000-0000-000000000000}"/>
          </ac:spMkLst>
        </pc:spChg>
        <pc:spChg chg="mod ord">
          <ac:chgData name="Asif Muhammad" userId="6b0af2cb-2f76-400b-94d9-178b55ef4f85" providerId="ADAL" clId="{1706C726-DFFB-4A9A-B0E4-71AC2CEA8273}" dt="2023-02-06T06:20:09.030" v="572" actId="26606"/>
          <ac:spMkLst>
            <pc:docMk/>
            <pc:sldMk cId="0" sldId="268"/>
            <ac:spMk id="243" creationId="{00000000-0000-0000-0000-000000000000}"/>
          </ac:spMkLst>
        </pc:spChg>
        <pc:spChg chg="add">
          <ac:chgData name="Asif Muhammad" userId="6b0af2cb-2f76-400b-94d9-178b55ef4f85" providerId="ADAL" clId="{1706C726-DFFB-4A9A-B0E4-71AC2CEA8273}" dt="2023-02-06T06:20:09.030" v="572" actId="26606"/>
          <ac:spMkLst>
            <pc:docMk/>
            <pc:sldMk cId="0" sldId="268"/>
            <ac:spMk id="248" creationId="{1B15ED52-F352-441B-82BF-E0EA34836D08}"/>
          </ac:spMkLst>
        </pc:spChg>
        <pc:spChg chg="add">
          <ac:chgData name="Asif Muhammad" userId="6b0af2cb-2f76-400b-94d9-178b55ef4f85" providerId="ADAL" clId="{1706C726-DFFB-4A9A-B0E4-71AC2CEA8273}" dt="2023-02-06T06:20:09.030" v="572" actId="26606"/>
          <ac:spMkLst>
            <pc:docMk/>
            <pc:sldMk cId="0" sldId="268"/>
            <ac:spMk id="250" creationId="{3B2E3793-BFE6-45A2-9B7B-E18844431C99}"/>
          </ac:spMkLst>
        </pc:spChg>
        <pc:spChg chg="add">
          <ac:chgData name="Asif Muhammad" userId="6b0af2cb-2f76-400b-94d9-178b55ef4f85" providerId="ADAL" clId="{1706C726-DFFB-4A9A-B0E4-71AC2CEA8273}" dt="2023-02-06T06:20:09.030" v="572" actId="26606"/>
          <ac:spMkLst>
            <pc:docMk/>
            <pc:sldMk cId="0" sldId="268"/>
            <ac:spMk id="252" creationId="{BC4C4868-CB8F-4AF9-9CDB-8108F2C19B67}"/>
          </ac:spMkLst>
        </pc:spChg>
        <pc:spChg chg="add">
          <ac:chgData name="Asif Muhammad" userId="6b0af2cb-2f76-400b-94d9-178b55ef4f85" providerId="ADAL" clId="{1706C726-DFFB-4A9A-B0E4-71AC2CEA8273}" dt="2023-02-06T06:20:09.030" v="572" actId="26606"/>
          <ac:spMkLst>
            <pc:docMk/>
            <pc:sldMk cId="0" sldId="268"/>
            <ac:spMk id="254" creationId="{375E0459-6403-40CD-989D-56A4407CA12E}"/>
          </ac:spMkLst>
        </pc:spChg>
        <pc:spChg chg="add">
          <ac:chgData name="Asif Muhammad" userId="6b0af2cb-2f76-400b-94d9-178b55ef4f85" providerId="ADAL" clId="{1706C726-DFFB-4A9A-B0E4-71AC2CEA8273}" dt="2023-02-06T06:20:09.030" v="572" actId="26606"/>
          <ac:spMkLst>
            <pc:docMk/>
            <pc:sldMk cId="0" sldId="268"/>
            <ac:spMk id="256" creationId="{53E5B1A8-3AC9-4BD1-9BBC-78CA94F2D1BA}"/>
          </ac:spMkLst>
        </pc:spChg>
      </pc:sldChg>
      <pc:sldChg chg="addSp modSp mod setBg">
        <pc:chgData name="Asif Muhammad" userId="6b0af2cb-2f76-400b-94d9-178b55ef4f85" providerId="ADAL" clId="{1706C726-DFFB-4A9A-B0E4-71AC2CEA8273}" dt="2023-02-06T07:10:51.469" v="677" actId="20577"/>
        <pc:sldMkLst>
          <pc:docMk/>
          <pc:sldMk cId="0" sldId="269"/>
        </pc:sldMkLst>
        <pc:spChg chg="mod">
          <ac:chgData name="Asif Muhammad" userId="6b0af2cb-2f76-400b-94d9-178b55ef4f85" providerId="ADAL" clId="{1706C726-DFFB-4A9A-B0E4-71AC2CEA8273}" dt="2023-02-06T06:20:19.683" v="573" actId="26606"/>
          <ac:spMkLst>
            <pc:docMk/>
            <pc:sldMk cId="0" sldId="269"/>
            <ac:spMk id="249" creationId="{00000000-0000-0000-0000-000000000000}"/>
          </ac:spMkLst>
        </pc:spChg>
        <pc:spChg chg="mod">
          <ac:chgData name="Asif Muhammad" userId="6b0af2cb-2f76-400b-94d9-178b55ef4f85" providerId="ADAL" clId="{1706C726-DFFB-4A9A-B0E4-71AC2CEA8273}" dt="2023-02-06T07:10:51.469" v="677" actId="20577"/>
          <ac:spMkLst>
            <pc:docMk/>
            <pc:sldMk cId="0" sldId="269"/>
            <ac:spMk id="250" creationId="{00000000-0000-0000-0000-000000000000}"/>
          </ac:spMkLst>
        </pc:spChg>
        <pc:spChg chg="mod ord">
          <ac:chgData name="Asif Muhammad" userId="6b0af2cb-2f76-400b-94d9-178b55ef4f85" providerId="ADAL" clId="{1706C726-DFFB-4A9A-B0E4-71AC2CEA8273}" dt="2023-02-06T06:20:19.683" v="573" actId="26606"/>
          <ac:spMkLst>
            <pc:docMk/>
            <pc:sldMk cId="0" sldId="269"/>
            <ac:spMk id="251" creationId="{00000000-0000-0000-0000-000000000000}"/>
          </ac:spMkLst>
        </pc:spChg>
        <pc:spChg chg="add">
          <ac:chgData name="Asif Muhammad" userId="6b0af2cb-2f76-400b-94d9-178b55ef4f85" providerId="ADAL" clId="{1706C726-DFFB-4A9A-B0E4-71AC2CEA8273}" dt="2023-02-06T06:20:19.683" v="573" actId="26606"/>
          <ac:spMkLst>
            <pc:docMk/>
            <pc:sldMk cId="0" sldId="269"/>
            <ac:spMk id="256" creationId="{827B839B-9ADE-406B-8590-F1CAEDED45A1}"/>
          </ac:spMkLst>
        </pc:spChg>
        <pc:spChg chg="add">
          <ac:chgData name="Asif Muhammad" userId="6b0af2cb-2f76-400b-94d9-178b55ef4f85" providerId="ADAL" clId="{1706C726-DFFB-4A9A-B0E4-71AC2CEA8273}" dt="2023-02-06T06:20:19.683" v="573" actId="26606"/>
          <ac:spMkLst>
            <pc:docMk/>
            <pc:sldMk cId="0" sldId="269"/>
            <ac:spMk id="258" creationId="{CFE45BF0-46DB-408C-B5F7-7B11716805D4}"/>
          </ac:spMkLst>
        </pc:spChg>
        <pc:spChg chg="add">
          <ac:chgData name="Asif Muhammad" userId="6b0af2cb-2f76-400b-94d9-178b55ef4f85" providerId="ADAL" clId="{1706C726-DFFB-4A9A-B0E4-71AC2CEA8273}" dt="2023-02-06T06:20:19.683" v="573" actId="26606"/>
          <ac:spMkLst>
            <pc:docMk/>
            <pc:sldMk cId="0" sldId="269"/>
            <ac:spMk id="260" creationId="{2AEBC8F2-97B1-41B4-93F1-2D289E197FBA}"/>
          </ac:spMkLst>
        </pc:spChg>
        <pc:spChg chg="add">
          <ac:chgData name="Asif Muhammad" userId="6b0af2cb-2f76-400b-94d9-178b55ef4f85" providerId="ADAL" clId="{1706C726-DFFB-4A9A-B0E4-71AC2CEA8273}" dt="2023-02-06T06:20:19.683" v="573" actId="26606"/>
          <ac:spMkLst>
            <pc:docMk/>
            <pc:sldMk cId="0" sldId="269"/>
            <ac:spMk id="262" creationId="{472E3A19-F5D5-48FC-BB9C-48C2F68F598B}"/>
          </ac:spMkLst>
        </pc:spChg>
        <pc:spChg chg="add">
          <ac:chgData name="Asif Muhammad" userId="6b0af2cb-2f76-400b-94d9-178b55ef4f85" providerId="ADAL" clId="{1706C726-DFFB-4A9A-B0E4-71AC2CEA8273}" dt="2023-02-06T06:20:19.683" v="573" actId="26606"/>
          <ac:spMkLst>
            <pc:docMk/>
            <pc:sldMk cId="0" sldId="269"/>
            <ac:spMk id="264" creationId="{7A62E32F-BB65-43A8-8EB5-92346890E549}"/>
          </ac:spMkLst>
        </pc:spChg>
        <pc:spChg chg="add">
          <ac:chgData name="Asif Muhammad" userId="6b0af2cb-2f76-400b-94d9-178b55ef4f85" providerId="ADAL" clId="{1706C726-DFFB-4A9A-B0E4-71AC2CEA8273}" dt="2023-02-06T06:20:19.683" v="573" actId="26606"/>
          <ac:spMkLst>
            <pc:docMk/>
            <pc:sldMk cId="0" sldId="269"/>
            <ac:spMk id="266" creationId="{14E91B64-9FCC-451E-AFB4-A827D6329367}"/>
          </ac:spMkLst>
        </pc:spChg>
      </pc:sldChg>
      <pc:sldChg chg="delSp modSp mod">
        <pc:chgData name="Asif Muhammad" userId="6b0af2cb-2f76-400b-94d9-178b55ef4f85" providerId="ADAL" clId="{1706C726-DFFB-4A9A-B0E4-71AC2CEA8273}" dt="2023-02-06T07:12:53.891" v="707" actId="20577"/>
        <pc:sldMkLst>
          <pc:docMk/>
          <pc:sldMk cId="0" sldId="270"/>
        </pc:sldMkLst>
        <pc:spChg chg="mod">
          <ac:chgData name="Asif Muhammad" userId="6b0af2cb-2f76-400b-94d9-178b55ef4f85" providerId="ADAL" clId="{1706C726-DFFB-4A9A-B0E4-71AC2CEA8273}" dt="2023-02-06T05:28:23.498" v="55" actId="27636"/>
          <ac:spMkLst>
            <pc:docMk/>
            <pc:sldMk cId="0" sldId="270"/>
            <ac:spMk id="257" creationId="{00000000-0000-0000-0000-000000000000}"/>
          </ac:spMkLst>
        </pc:spChg>
        <pc:spChg chg="mod">
          <ac:chgData name="Asif Muhammad" userId="6b0af2cb-2f76-400b-94d9-178b55ef4f85" providerId="ADAL" clId="{1706C726-DFFB-4A9A-B0E4-71AC2CEA8273}" dt="2023-02-06T07:12:53.891" v="707" actId="20577"/>
          <ac:spMkLst>
            <pc:docMk/>
            <pc:sldMk cId="0" sldId="270"/>
            <ac:spMk id="258" creationId="{00000000-0000-0000-0000-000000000000}"/>
          </ac:spMkLst>
        </pc:spChg>
        <pc:spChg chg="del mod">
          <ac:chgData name="Asif Muhammad" userId="6b0af2cb-2f76-400b-94d9-178b55ef4f85" providerId="ADAL" clId="{1706C726-DFFB-4A9A-B0E4-71AC2CEA8273}" dt="2023-02-06T07:12:28.917" v="685" actId="478"/>
          <ac:spMkLst>
            <pc:docMk/>
            <pc:sldMk cId="0" sldId="270"/>
            <ac:spMk id="260" creationId="{00000000-0000-0000-0000-000000000000}"/>
          </ac:spMkLst>
        </pc:spChg>
        <pc:spChg chg="mod">
          <ac:chgData name="Asif Muhammad" userId="6b0af2cb-2f76-400b-94d9-178b55ef4f85" providerId="ADAL" clId="{1706C726-DFFB-4A9A-B0E4-71AC2CEA8273}" dt="2023-02-06T05:28:23.066" v="52"/>
          <ac:spMkLst>
            <pc:docMk/>
            <pc:sldMk cId="0" sldId="270"/>
            <ac:spMk id="261" creationId="{00000000-0000-0000-0000-000000000000}"/>
          </ac:spMkLst>
        </pc:spChg>
        <pc:picChg chg="del mod">
          <ac:chgData name="Asif Muhammad" userId="6b0af2cb-2f76-400b-94d9-178b55ef4f85" providerId="ADAL" clId="{1706C726-DFFB-4A9A-B0E4-71AC2CEA8273}" dt="2023-02-06T07:11:31.118" v="679" actId="478"/>
          <ac:picMkLst>
            <pc:docMk/>
            <pc:sldMk cId="0" sldId="270"/>
            <ac:picMk id="259" creationId="{00000000-0000-0000-0000-000000000000}"/>
          </ac:picMkLst>
        </pc:picChg>
      </pc:sldChg>
      <pc:sldChg chg="addSp delSp modSp mod setBg">
        <pc:chgData name="Asif Muhammad" userId="6b0af2cb-2f76-400b-94d9-178b55ef4f85" providerId="ADAL" clId="{1706C726-DFFB-4A9A-B0E4-71AC2CEA8273}" dt="2023-02-08T07:01:54.250" v="968" actId="5793"/>
        <pc:sldMkLst>
          <pc:docMk/>
          <pc:sldMk cId="0" sldId="271"/>
        </pc:sldMkLst>
        <pc:spChg chg="mod">
          <ac:chgData name="Asif Muhammad" userId="6b0af2cb-2f76-400b-94d9-178b55ef4f85" providerId="ADAL" clId="{1706C726-DFFB-4A9A-B0E4-71AC2CEA8273}" dt="2023-02-06T06:21:17.704" v="578" actId="26606"/>
          <ac:spMkLst>
            <pc:docMk/>
            <pc:sldMk cId="0" sldId="271"/>
            <ac:spMk id="267" creationId="{00000000-0000-0000-0000-000000000000}"/>
          </ac:spMkLst>
        </pc:spChg>
        <pc:spChg chg="mod">
          <ac:chgData name="Asif Muhammad" userId="6b0af2cb-2f76-400b-94d9-178b55ef4f85" providerId="ADAL" clId="{1706C726-DFFB-4A9A-B0E4-71AC2CEA8273}" dt="2023-02-08T07:01:54.250" v="968" actId="5793"/>
          <ac:spMkLst>
            <pc:docMk/>
            <pc:sldMk cId="0" sldId="271"/>
            <ac:spMk id="268" creationId="{00000000-0000-0000-0000-000000000000}"/>
          </ac:spMkLst>
        </pc:spChg>
        <pc:spChg chg="mod ord">
          <ac:chgData name="Asif Muhammad" userId="6b0af2cb-2f76-400b-94d9-178b55ef4f85" providerId="ADAL" clId="{1706C726-DFFB-4A9A-B0E4-71AC2CEA8273}" dt="2023-02-06T06:21:17.704" v="578" actId="26606"/>
          <ac:spMkLst>
            <pc:docMk/>
            <pc:sldMk cId="0" sldId="271"/>
            <ac:spMk id="269" creationId="{00000000-0000-0000-0000-000000000000}"/>
          </ac:spMkLst>
        </pc:spChg>
        <pc:spChg chg="add del">
          <ac:chgData name="Asif Muhammad" userId="6b0af2cb-2f76-400b-94d9-178b55ef4f85" providerId="ADAL" clId="{1706C726-DFFB-4A9A-B0E4-71AC2CEA8273}" dt="2023-02-06T06:21:17.689" v="577" actId="26606"/>
          <ac:spMkLst>
            <pc:docMk/>
            <pc:sldMk cId="0" sldId="271"/>
            <ac:spMk id="274" creationId="{6A1473A6-3F22-483E-8A30-80B9D2B14592}"/>
          </ac:spMkLst>
        </pc:spChg>
        <pc:spChg chg="add">
          <ac:chgData name="Asif Muhammad" userId="6b0af2cb-2f76-400b-94d9-178b55ef4f85" providerId="ADAL" clId="{1706C726-DFFB-4A9A-B0E4-71AC2CEA8273}" dt="2023-02-06T06:21:17.704" v="578" actId="26606"/>
          <ac:spMkLst>
            <pc:docMk/>
            <pc:sldMk cId="0" sldId="271"/>
            <ac:spMk id="281" creationId="{979E27D9-03C7-44E2-9FF8-15D0C8506AF7}"/>
          </ac:spMkLst>
        </pc:spChg>
        <pc:spChg chg="add">
          <ac:chgData name="Asif Muhammad" userId="6b0af2cb-2f76-400b-94d9-178b55ef4f85" providerId="ADAL" clId="{1706C726-DFFB-4A9A-B0E4-71AC2CEA8273}" dt="2023-02-06T06:21:17.704" v="578" actId="26606"/>
          <ac:spMkLst>
            <pc:docMk/>
            <pc:sldMk cId="0" sldId="271"/>
            <ac:spMk id="282" creationId="{EEBF1590-3B36-48EE-A89D-3B6F3CB256AB}"/>
          </ac:spMkLst>
        </pc:spChg>
        <pc:spChg chg="add">
          <ac:chgData name="Asif Muhammad" userId="6b0af2cb-2f76-400b-94d9-178b55ef4f85" providerId="ADAL" clId="{1706C726-DFFB-4A9A-B0E4-71AC2CEA8273}" dt="2023-02-06T06:21:17.704" v="578" actId="26606"/>
          <ac:spMkLst>
            <pc:docMk/>
            <pc:sldMk cId="0" sldId="271"/>
            <ac:spMk id="283" creationId="{AC8F6C8C-AB5A-4548-942D-E3FD40ACBC49}"/>
          </ac:spMkLst>
        </pc:spChg>
        <pc:grpChg chg="add del">
          <ac:chgData name="Asif Muhammad" userId="6b0af2cb-2f76-400b-94d9-178b55ef4f85" providerId="ADAL" clId="{1706C726-DFFB-4A9A-B0E4-71AC2CEA8273}" dt="2023-02-06T06:21:17.689" v="577" actId="26606"/>
          <ac:grpSpMkLst>
            <pc:docMk/>
            <pc:sldMk cId="0" sldId="271"/>
            <ac:grpSpMk id="276" creationId="{AA1375E3-3E53-4D75-BAB7-E5929BFCB25F}"/>
          </ac:grpSpMkLst>
        </pc:grpChg>
      </pc:sldChg>
      <pc:sldChg chg="modSp">
        <pc:chgData name="Asif Muhammad" userId="6b0af2cb-2f76-400b-94d9-178b55ef4f85" providerId="ADAL" clId="{1706C726-DFFB-4A9A-B0E4-71AC2CEA8273}" dt="2023-02-06T05:28:23.066" v="52"/>
        <pc:sldMkLst>
          <pc:docMk/>
          <pc:sldMk cId="0" sldId="272"/>
        </pc:sldMkLst>
        <pc:spChg chg="mod">
          <ac:chgData name="Asif Muhammad" userId="6b0af2cb-2f76-400b-94d9-178b55ef4f85" providerId="ADAL" clId="{1706C726-DFFB-4A9A-B0E4-71AC2CEA8273}" dt="2023-02-06T05:28:23.066" v="52"/>
          <ac:spMkLst>
            <pc:docMk/>
            <pc:sldMk cId="0" sldId="272"/>
            <ac:spMk id="274" creationId="{00000000-0000-0000-0000-000000000000}"/>
          </ac:spMkLst>
        </pc:spChg>
        <pc:spChg chg="mod">
          <ac:chgData name="Asif Muhammad" userId="6b0af2cb-2f76-400b-94d9-178b55ef4f85" providerId="ADAL" clId="{1706C726-DFFB-4A9A-B0E4-71AC2CEA8273}" dt="2023-02-06T05:28:23.066" v="52"/>
          <ac:spMkLst>
            <pc:docMk/>
            <pc:sldMk cId="0" sldId="272"/>
            <ac:spMk id="275" creationId="{00000000-0000-0000-0000-000000000000}"/>
          </ac:spMkLst>
        </pc:spChg>
        <pc:spChg chg="mod">
          <ac:chgData name="Asif Muhammad" userId="6b0af2cb-2f76-400b-94d9-178b55ef4f85" providerId="ADAL" clId="{1706C726-DFFB-4A9A-B0E4-71AC2CEA8273}" dt="2023-02-06T05:28:23.066" v="52"/>
          <ac:spMkLst>
            <pc:docMk/>
            <pc:sldMk cId="0" sldId="272"/>
            <ac:spMk id="278" creationId="{00000000-0000-0000-0000-000000000000}"/>
          </ac:spMkLst>
        </pc:spChg>
      </pc:sldChg>
      <pc:sldChg chg="addSp modSp mod setBg">
        <pc:chgData name="Asif Muhammad" userId="6b0af2cb-2f76-400b-94d9-178b55ef4f85" providerId="ADAL" clId="{1706C726-DFFB-4A9A-B0E4-71AC2CEA8273}" dt="2023-02-06T07:16:19.785" v="737" actId="5793"/>
        <pc:sldMkLst>
          <pc:docMk/>
          <pc:sldMk cId="0" sldId="273"/>
        </pc:sldMkLst>
        <pc:spChg chg="mod">
          <ac:chgData name="Asif Muhammad" userId="6b0af2cb-2f76-400b-94d9-178b55ef4f85" providerId="ADAL" clId="{1706C726-DFFB-4A9A-B0E4-71AC2CEA8273}" dt="2023-02-06T06:21:52.258" v="579" actId="26606"/>
          <ac:spMkLst>
            <pc:docMk/>
            <pc:sldMk cId="0" sldId="273"/>
            <ac:spMk id="284" creationId="{00000000-0000-0000-0000-000000000000}"/>
          </ac:spMkLst>
        </pc:spChg>
        <pc:spChg chg="mod">
          <ac:chgData name="Asif Muhammad" userId="6b0af2cb-2f76-400b-94d9-178b55ef4f85" providerId="ADAL" clId="{1706C726-DFFB-4A9A-B0E4-71AC2CEA8273}" dt="2023-02-06T07:16:19.785" v="737" actId="5793"/>
          <ac:spMkLst>
            <pc:docMk/>
            <pc:sldMk cId="0" sldId="273"/>
            <ac:spMk id="285" creationId="{00000000-0000-0000-0000-000000000000}"/>
          </ac:spMkLst>
        </pc:spChg>
        <pc:spChg chg="mod ord">
          <ac:chgData name="Asif Muhammad" userId="6b0af2cb-2f76-400b-94d9-178b55ef4f85" providerId="ADAL" clId="{1706C726-DFFB-4A9A-B0E4-71AC2CEA8273}" dt="2023-02-06T06:21:52.258" v="579" actId="26606"/>
          <ac:spMkLst>
            <pc:docMk/>
            <pc:sldMk cId="0" sldId="273"/>
            <ac:spMk id="287" creationId="{00000000-0000-0000-0000-000000000000}"/>
          </ac:spMkLst>
        </pc:spChg>
        <pc:spChg chg="add">
          <ac:chgData name="Asif Muhammad" userId="6b0af2cb-2f76-400b-94d9-178b55ef4f85" providerId="ADAL" clId="{1706C726-DFFB-4A9A-B0E4-71AC2CEA8273}" dt="2023-02-06T06:21:52.258" v="579" actId="26606"/>
          <ac:spMkLst>
            <pc:docMk/>
            <pc:sldMk cId="0" sldId="273"/>
            <ac:spMk id="292" creationId="{59A309A7-1751-4ABE-A3C1-EEC40366AD89}"/>
          </ac:spMkLst>
        </pc:spChg>
        <pc:spChg chg="add">
          <ac:chgData name="Asif Muhammad" userId="6b0af2cb-2f76-400b-94d9-178b55ef4f85" providerId="ADAL" clId="{1706C726-DFFB-4A9A-B0E4-71AC2CEA8273}" dt="2023-02-06T06:21:52.258" v="579" actId="26606"/>
          <ac:spMkLst>
            <pc:docMk/>
            <pc:sldMk cId="0" sldId="273"/>
            <ac:spMk id="294" creationId="{967D8EB6-EAE1-4F9C-B398-83321E287204}"/>
          </ac:spMkLst>
        </pc:spChg>
        <pc:picChg chg="mod">
          <ac:chgData name="Asif Muhammad" userId="6b0af2cb-2f76-400b-94d9-178b55ef4f85" providerId="ADAL" clId="{1706C726-DFFB-4A9A-B0E4-71AC2CEA8273}" dt="2023-02-06T06:21:52.258" v="579" actId="26606"/>
          <ac:picMkLst>
            <pc:docMk/>
            <pc:sldMk cId="0" sldId="273"/>
            <ac:picMk id="286" creationId="{00000000-0000-0000-0000-000000000000}"/>
          </ac:picMkLst>
        </pc:picChg>
      </pc:sldChg>
      <pc:sldChg chg="modSp mod">
        <pc:chgData name="Asif Muhammad" userId="6b0af2cb-2f76-400b-94d9-178b55ef4f85" providerId="ADAL" clId="{1706C726-DFFB-4A9A-B0E4-71AC2CEA8273}" dt="2023-02-06T07:19:12.063" v="740" actId="6549"/>
        <pc:sldMkLst>
          <pc:docMk/>
          <pc:sldMk cId="0" sldId="274"/>
        </pc:sldMkLst>
        <pc:spChg chg="mod">
          <ac:chgData name="Asif Muhammad" userId="6b0af2cb-2f76-400b-94d9-178b55ef4f85" providerId="ADAL" clId="{1706C726-DFFB-4A9A-B0E4-71AC2CEA8273}" dt="2023-02-06T05:28:23.520" v="58" actId="27636"/>
          <ac:spMkLst>
            <pc:docMk/>
            <pc:sldMk cId="0" sldId="274"/>
            <ac:spMk id="293" creationId="{00000000-0000-0000-0000-000000000000}"/>
          </ac:spMkLst>
        </pc:spChg>
        <pc:spChg chg="mod">
          <ac:chgData name="Asif Muhammad" userId="6b0af2cb-2f76-400b-94d9-178b55ef4f85" providerId="ADAL" clId="{1706C726-DFFB-4A9A-B0E4-71AC2CEA8273}" dt="2023-02-06T07:19:12.063" v="740" actId="6549"/>
          <ac:spMkLst>
            <pc:docMk/>
            <pc:sldMk cId="0" sldId="274"/>
            <ac:spMk id="294" creationId="{00000000-0000-0000-0000-000000000000}"/>
          </ac:spMkLst>
        </pc:spChg>
        <pc:spChg chg="mod">
          <ac:chgData name="Asif Muhammad" userId="6b0af2cb-2f76-400b-94d9-178b55ef4f85" providerId="ADAL" clId="{1706C726-DFFB-4A9A-B0E4-71AC2CEA8273}" dt="2023-02-06T05:28:23.066" v="52"/>
          <ac:spMkLst>
            <pc:docMk/>
            <pc:sldMk cId="0" sldId="274"/>
            <ac:spMk id="296" creationId="{00000000-0000-0000-0000-000000000000}"/>
          </ac:spMkLst>
        </pc:spChg>
      </pc:sldChg>
      <pc:sldChg chg="modSp mod">
        <pc:chgData name="Asif Muhammad" userId="6b0af2cb-2f76-400b-94d9-178b55ef4f85" providerId="ADAL" clId="{1706C726-DFFB-4A9A-B0E4-71AC2CEA8273}" dt="2023-02-06T07:20:26.739" v="743" actId="14100"/>
        <pc:sldMkLst>
          <pc:docMk/>
          <pc:sldMk cId="0" sldId="275"/>
        </pc:sldMkLst>
        <pc:spChg chg="mod">
          <ac:chgData name="Asif Muhammad" userId="6b0af2cb-2f76-400b-94d9-178b55ef4f85" providerId="ADAL" clId="{1706C726-DFFB-4A9A-B0E4-71AC2CEA8273}" dt="2023-02-06T05:28:23.066" v="52"/>
          <ac:spMkLst>
            <pc:docMk/>
            <pc:sldMk cId="0" sldId="275"/>
            <ac:spMk id="306" creationId="{00000000-0000-0000-0000-000000000000}"/>
          </ac:spMkLst>
        </pc:spChg>
        <pc:picChg chg="mod">
          <ac:chgData name="Asif Muhammad" userId="6b0af2cb-2f76-400b-94d9-178b55ef4f85" providerId="ADAL" clId="{1706C726-DFFB-4A9A-B0E4-71AC2CEA8273}" dt="2023-02-06T07:20:26.739" v="743" actId="14100"/>
          <ac:picMkLst>
            <pc:docMk/>
            <pc:sldMk cId="0" sldId="275"/>
            <ac:picMk id="304" creationId="{00000000-0000-0000-0000-000000000000}"/>
          </ac:picMkLst>
        </pc:picChg>
      </pc:sldChg>
      <pc:sldChg chg="modSp">
        <pc:chgData name="Asif Muhammad" userId="6b0af2cb-2f76-400b-94d9-178b55ef4f85" providerId="ADAL" clId="{1706C726-DFFB-4A9A-B0E4-71AC2CEA8273}" dt="2023-02-06T05:28:23.066" v="52"/>
        <pc:sldMkLst>
          <pc:docMk/>
          <pc:sldMk cId="0" sldId="276"/>
        </pc:sldMkLst>
        <pc:spChg chg="mod">
          <ac:chgData name="Asif Muhammad" userId="6b0af2cb-2f76-400b-94d9-178b55ef4f85" providerId="ADAL" clId="{1706C726-DFFB-4A9A-B0E4-71AC2CEA8273}" dt="2023-02-06T05:28:23.066" v="52"/>
          <ac:spMkLst>
            <pc:docMk/>
            <pc:sldMk cId="0" sldId="276"/>
            <ac:spMk id="315" creationId="{00000000-0000-0000-0000-000000000000}"/>
          </ac:spMkLst>
        </pc:spChg>
      </pc:sldChg>
      <pc:sldChg chg="modSp mod">
        <pc:chgData name="Asif Muhammad" userId="6b0af2cb-2f76-400b-94d9-178b55ef4f85" providerId="ADAL" clId="{1706C726-DFFB-4A9A-B0E4-71AC2CEA8273}" dt="2023-02-06T07:21:29.102" v="746" actId="14100"/>
        <pc:sldMkLst>
          <pc:docMk/>
          <pc:sldMk cId="0" sldId="277"/>
        </pc:sldMkLst>
        <pc:spChg chg="mod">
          <ac:chgData name="Asif Muhammad" userId="6b0af2cb-2f76-400b-94d9-178b55ef4f85" providerId="ADAL" clId="{1706C726-DFFB-4A9A-B0E4-71AC2CEA8273}" dt="2023-02-06T05:28:23.066" v="52"/>
          <ac:spMkLst>
            <pc:docMk/>
            <pc:sldMk cId="0" sldId="277"/>
            <ac:spMk id="324" creationId="{00000000-0000-0000-0000-000000000000}"/>
          </ac:spMkLst>
        </pc:spChg>
        <pc:picChg chg="mod">
          <ac:chgData name="Asif Muhammad" userId="6b0af2cb-2f76-400b-94d9-178b55ef4f85" providerId="ADAL" clId="{1706C726-DFFB-4A9A-B0E4-71AC2CEA8273}" dt="2023-02-06T07:21:29.102" v="746" actId="14100"/>
          <ac:picMkLst>
            <pc:docMk/>
            <pc:sldMk cId="0" sldId="277"/>
            <ac:picMk id="323" creationId="{00000000-0000-0000-0000-000000000000}"/>
          </ac:picMkLst>
        </pc:picChg>
      </pc:sldChg>
      <pc:sldChg chg="delSp modSp mod">
        <pc:chgData name="Asif Muhammad" userId="6b0af2cb-2f76-400b-94d9-178b55ef4f85" providerId="ADAL" clId="{1706C726-DFFB-4A9A-B0E4-71AC2CEA8273}" dt="2023-02-06T07:54:34.508" v="812" actId="113"/>
        <pc:sldMkLst>
          <pc:docMk/>
          <pc:sldMk cId="0" sldId="278"/>
        </pc:sldMkLst>
        <pc:spChg chg="mod">
          <ac:chgData name="Asif Muhammad" userId="6b0af2cb-2f76-400b-94d9-178b55ef4f85" providerId="ADAL" clId="{1706C726-DFFB-4A9A-B0E4-71AC2CEA8273}" dt="2023-02-06T07:54:34.508" v="812" actId="113"/>
          <ac:spMkLst>
            <pc:docMk/>
            <pc:sldMk cId="0" sldId="278"/>
            <ac:spMk id="331" creationId="{00000000-0000-0000-0000-000000000000}"/>
          </ac:spMkLst>
        </pc:spChg>
        <pc:spChg chg="mod">
          <ac:chgData name="Asif Muhammad" userId="6b0af2cb-2f76-400b-94d9-178b55ef4f85" providerId="ADAL" clId="{1706C726-DFFB-4A9A-B0E4-71AC2CEA8273}" dt="2023-02-06T05:28:23.066" v="52"/>
          <ac:spMkLst>
            <pc:docMk/>
            <pc:sldMk cId="0" sldId="278"/>
            <ac:spMk id="333" creationId="{00000000-0000-0000-0000-000000000000}"/>
          </ac:spMkLst>
        </pc:spChg>
        <pc:picChg chg="del mod">
          <ac:chgData name="Asif Muhammad" userId="6b0af2cb-2f76-400b-94d9-178b55ef4f85" providerId="ADAL" clId="{1706C726-DFFB-4A9A-B0E4-71AC2CEA8273}" dt="2023-02-06T07:54:18.959" v="802" actId="478"/>
          <ac:picMkLst>
            <pc:docMk/>
            <pc:sldMk cId="0" sldId="278"/>
            <ac:picMk id="332" creationId="{00000000-0000-0000-0000-000000000000}"/>
          </ac:picMkLst>
        </pc:picChg>
      </pc:sldChg>
      <pc:sldChg chg="modSp del">
        <pc:chgData name="Asif Muhammad" userId="6b0af2cb-2f76-400b-94d9-178b55ef4f85" providerId="ADAL" clId="{1706C726-DFFB-4A9A-B0E4-71AC2CEA8273}" dt="2023-02-06T07:54:58.187" v="813" actId="47"/>
        <pc:sldMkLst>
          <pc:docMk/>
          <pc:sldMk cId="0" sldId="279"/>
        </pc:sldMkLst>
        <pc:spChg chg="mod">
          <ac:chgData name="Asif Muhammad" userId="6b0af2cb-2f76-400b-94d9-178b55ef4f85" providerId="ADAL" clId="{1706C726-DFFB-4A9A-B0E4-71AC2CEA8273}" dt="2023-02-06T05:28:23.066" v="52"/>
          <ac:spMkLst>
            <pc:docMk/>
            <pc:sldMk cId="0" sldId="279"/>
            <ac:spMk id="342" creationId="{00000000-0000-0000-0000-000000000000}"/>
          </ac:spMkLst>
        </pc:spChg>
      </pc:sldChg>
      <pc:sldChg chg="modSp mod">
        <pc:chgData name="Asif Muhammad" userId="6b0af2cb-2f76-400b-94d9-178b55ef4f85" providerId="ADAL" clId="{1706C726-DFFB-4A9A-B0E4-71AC2CEA8273}" dt="2023-02-06T07:56:23.194" v="884" actId="14100"/>
        <pc:sldMkLst>
          <pc:docMk/>
          <pc:sldMk cId="0" sldId="280"/>
        </pc:sldMkLst>
        <pc:spChg chg="mod">
          <ac:chgData name="Asif Muhammad" userId="6b0af2cb-2f76-400b-94d9-178b55ef4f85" providerId="ADAL" clId="{1706C726-DFFB-4A9A-B0E4-71AC2CEA8273}" dt="2023-02-06T07:56:12.364" v="881" actId="6549"/>
          <ac:spMkLst>
            <pc:docMk/>
            <pc:sldMk cId="0" sldId="280"/>
            <ac:spMk id="349" creationId="{00000000-0000-0000-0000-000000000000}"/>
          </ac:spMkLst>
        </pc:spChg>
        <pc:spChg chg="mod">
          <ac:chgData name="Asif Muhammad" userId="6b0af2cb-2f76-400b-94d9-178b55ef4f85" providerId="ADAL" clId="{1706C726-DFFB-4A9A-B0E4-71AC2CEA8273}" dt="2023-02-06T05:28:23.066" v="52"/>
          <ac:spMkLst>
            <pc:docMk/>
            <pc:sldMk cId="0" sldId="280"/>
            <ac:spMk id="351" creationId="{00000000-0000-0000-0000-000000000000}"/>
          </ac:spMkLst>
        </pc:spChg>
        <pc:picChg chg="mod">
          <ac:chgData name="Asif Muhammad" userId="6b0af2cb-2f76-400b-94d9-178b55ef4f85" providerId="ADAL" clId="{1706C726-DFFB-4A9A-B0E4-71AC2CEA8273}" dt="2023-02-06T07:56:23.194" v="884" actId="14100"/>
          <ac:picMkLst>
            <pc:docMk/>
            <pc:sldMk cId="0" sldId="280"/>
            <ac:picMk id="350" creationId="{00000000-0000-0000-0000-000000000000}"/>
          </ac:picMkLst>
        </pc:picChg>
      </pc:sldChg>
      <pc:sldChg chg="modSp mod">
        <pc:chgData name="Asif Muhammad" userId="6b0af2cb-2f76-400b-94d9-178b55ef4f85" providerId="ADAL" clId="{1706C726-DFFB-4A9A-B0E4-71AC2CEA8273}" dt="2023-02-06T07:58:11.940" v="947" actId="1076"/>
        <pc:sldMkLst>
          <pc:docMk/>
          <pc:sldMk cId="0" sldId="281"/>
        </pc:sldMkLst>
        <pc:spChg chg="mod">
          <ac:chgData name="Asif Muhammad" userId="6b0af2cb-2f76-400b-94d9-178b55ef4f85" providerId="ADAL" clId="{1706C726-DFFB-4A9A-B0E4-71AC2CEA8273}" dt="2023-02-06T07:57:52.334" v="944" actId="20577"/>
          <ac:spMkLst>
            <pc:docMk/>
            <pc:sldMk cId="0" sldId="281"/>
            <ac:spMk id="360" creationId="{00000000-0000-0000-0000-000000000000}"/>
          </ac:spMkLst>
        </pc:spChg>
        <pc:spChg chg="mod">
          <ac:chgData name="Asif Muhammad" userId="6b0af2cb-2f76-400b-94d9-178b55ef4f85" providerId="ADAL" clId="{1706C726-DFFB-4A9A-B0E4-71AC2CEA8273}" dt="2023-02-06T05:28:23.066" v="52"/>
          <ac:spMkLst>
            <pc:docMk/>
            <pc:sldMk cId="0" sldId="281"/>
            <ac:spMk id="362" creationId="{00000000-0000-0000-0000-000000000000}"/>
          </ac:spMkLst>
        </pc:spChg>
        <pc:picChg chg="mod">
          <ac:chgData name="Asif Muhammad" userId="6b0af2cb-2f76-400b-94d9-178b55ef4f85" providerId="ADAL" clId="{1706C726-DFFB-4A9A-B0E4-71AC2CEA8273}" dt="2023-02-06T07:57:00.429" v="888" actId="14100"/>
          <ac:picMkLst>
            <pc:docMk/>
            <pc:sldMk cId="0" sldId="281"/>
            <ac:picMk id="359" creationId="{00000000-0000-0000-0000-000000000000}"/>
          </ac:picMkLst>
        </pc:picChg>
        <pc:picChg chg="mod">
          <ac:chgData name="Asif Muhammad" userId="6b0af2cb-2f76-400b-94d9-178b55ef4f85" providerId="ADAL" clId="{1706C726-DFFB-4A9A-B0E4-71AC2CEA8273}" dt="2023-02-06T07:58:11.940" v="947" actId="1076"/>
          <ac:picMkLst>
            <pc:docMk/>
            <pc:sldMk cId="0" sldId="281"/>
            <ac:picMk id="361" creationId="{00000000-0000-0000-0000-000000000000}"/>
          </ac:picMkLst>
        </pc:picChg>
      </pc:sldChg>
      <pc:sldChg chg="modSp mod">
        <pc:chgData name="Asif Muhammad" userId="6b0af2cb-2f76-400b-94d9-178b55ef4f85" providerId="ADAL" clId="{1706C726-DFFB-4A9A-B0E4-71AC2CEA8273}" dt="2023-02-06T07:58:46.834" v="950" actId="14100"/>
        <pc:sldMkLst>
          <pc:docMk/>
          <pc:sldMk cId="0" sldId="282"/>
        </pc:sldMkLst>
        <pc:spChg chg="mod">
          <ac:chgData name="Asif Muhammad" userId="6b0af2cb-2f76-400b-94d9-178b55ef4f85" providerId="ADAL" clId="{1706C726-DFFB-4A9A-B0E4-71AC2CEA8273}" dt="2023-02-06T05:28:23.066" v="52"/>
          <ac:spMkLst>
            <pc:docMk/>
            <pc:sldMk cId="0" sldId="282"/>
            <ac:spMk id="371" creationId="{00000000-0000-0000-0000-000000000000}"/>
          </ac:spMkLst>
        </pc:spChg>
        <pc:picChg chg="mod">
          <ac:chgData name="Asif Muhammad" userId="6b0af2cb-2f76-400b-94d9-178b55ef4f85" providerId="ADAL" clId="{1706C726-DFFB-4A9A-B0E4-71AC2CEA8273}" dt="2023-02-06T07:58:46.834" v="950" actId="14100"/>
          <ac:picMkLst>
            <pc:docMk/>
            <pc:sldMk cId="0" sldId="282"/>
            <ac:picMk id="370" creationId="{00000000-0000-0000-0000-000000000000}"/>
          </ac:picMkLst>
        </pc:picChg>
      </pc:sldChg>
      <pc:sldChg chg="modSp mod">
        <pc:chgData name="Asif Muhammad" userId="6b0af2cb-2f76-400b-94d9-178b55ef4f85" providerId="ADAL" clId="{1706C726-DFFB-4A9A-B0E4-71AC2CEA8273}" dt="2023-02-06T07:59:34.553" v="960" actId="1076"/>
        <pc:sldMkLst>
          <pc:docMk/>
          <pc:sldMk cId="0" sldId="283"/>
        </pc:sldMkLst>
        <pc:spChg chg="mod">
          <ac:chgData name="Asif Muhammad" userId="6b0af2cb-2f76-400b-94d9-178b55ef4f85" providerId="ADAL" clId="{1706C726-DFFB-4A9A-B0E4-71AC2CEA8273}" dt="2023-02-06T07:59:18.849" v="957" actId="20577"/>
          <ac:spMkLst>
            <pc:docMk/>
            <pc:sldMk cId="0" sldId="283"/>
            <ac:spMk id="378" creationId="{00000000-0000-0000-0000-000000000000}"/>
          </ac:spMkLst>
        </pc:spChg>
        <pc:spChg chg="mod">
          <ac:chgData name="Asif Muhammad" userId="6b0af2cb-2f76-400b-94d9-178b55ef4f85" providerId="ADAL" clId="{1706C726-DFFB-4A9A-B0E4-71AC2CEA8273}" dt="2023-02-06T07:59:24.418" v="959" actId="1076"/>
          <ac:spMkLst>
            <pc:docMk/>
            <pc:sldMk cId="0" sldId="283"/>
            <ac:spMk id="380" creationId="{00000000-0000-0000-0000-000000000000}"/>
          </ac:spMkLst>
        </pc:spChg>
        <pc:spChg chg="mod">
          <ac:chgData name="Asif Muhammad" userId="6b0af2cb-2f76-400b-94d9-178b55ef4f85" providerId="ADAL" clId="{1706C726-DFFB-4A9A-B0E4-71AC2CEA8273}" dt="2023-02-06T05:28:23.066" v="52"/>
          <ac:spMkLst>
            <pc:docMk/>
            <pc:sldMk cId="0" sldId="283"/>
            <ac:spMk id="381" creationId="{00000000-0000-0000-0000-000000000000}"/>
          </ac:spMkLst>
        </pc:spChg>
        <pc:picChg chg="mod">
          <ac:chgData name="Asif Muhammad" userId="6b0af2cb-2f76-400b-94d9-178b55ef4f85" providerId="ADAL" clId="{1706C726-DFFB-4A9A-B0E4-71AC2CEA8273}" dt="2023-02-06T07:59:34.553" v="960" actId="1076"/>
          <ac:picMkLst>
            <pc:docMk/>
            <pc:sldMk cId="0" sldId="283"/>
            <ac:picMk id="379" creationId="{00000000-0000-0000-0000-000000000000}"/>
          </ac:picMkLst>
        </pc:picChg>
      </pc:sldChg>
      <pc:sldChg chg="modSp mod">
        <pc:chgData name="Asif Muhammad" userId="6b0af2cb-2f76-400b-94d9-178b55ef4f85" providerId="ADAL" clId="{1706C726-DFFB-4A9A-B0E4-71AC2CEA8273}" dt="2023-02-06T08:00:05.590" v="967" actId="14100"/>
        <pc:sldMkLst>
          <pc:docMk/>
          <pc:sldMk cId="0" sldId="284"/>
        </pc:sldMkLst>
        <pc:spChg chg="mod">
          <ac:chgData name="Asif Muhammad" userId="6b0af2cb-2f76-400b-94d9-178b55ef4f85" providerId="ADAL" clId="{1706C726-DFFB-4A9A-B0E4-71AC2CEA8273}" dt="2023-02-06T07:59:48.273" v="962" actId="1076"/>
          <ac:spMkLst>
            <pc:docMk/>
            <pc:sldMk cId="0" sldId="284"/>
            <ac:spMk id="390" creationId="{00000000-0000-0000-0000-000000000000}"/>
          </ac:spMkLst>
        </pc:spChg>
        <pc:spChg chg="mod">
          <ac:chgData name="Asif Muhammad" userId="6b0af2cb-2f76-400b-94d9-178b55ef4f85" providerId="ADAL" clId="{1706C726-DFFB-4A9A-B0E4-71AC2CEA8273}" dt="2023-02-06T05:28:23.066" v="52"/>
          <ac:spMkLst>
            <pc:docMk/>
            <pc:sldMk cId="0" sldId="284"/>
            <ac:spMk id="391" creationId="{00000000-0000-0000-0000-000000000000}"/>
          </ac:spMkLst>
        </pc:spChg>
        <pc:picChg chg="mod">
          <ac:chgData name="Asif Muhammad" userId="6b0af2cb-2f76-400b-94d9-178b55ef4f85" providerId="ADAL" clId="{1706C726-DFFB-4A9A-B0E4-71AC2CEA8273}" dt="2023-02-06T08:00:05.590" v="967" actId="14100"/>
          <ac:picMkLst>
            <pc:docMk/>
            <pc:sldMk cId="0" sldId="284"/>
            <ac:picMk id="389" creationId="{00000000-0000-0000-0000-000000000000}"/>
          </ac:picMkLst>
        </pc:picChg>
      </pc:sldChg>
      <pc:sldChg chg="modSp mod">
        <pc:chgData name="Asif Muhammad" userId="6b0af2cb-2f76-400b-94d9-178b55ef4f85" providerId="ADAL" clId="{1706C726-DFFB-4A9A-B0E4-71AC2CEA8273}" dt="2023-02-08T07:03:05.992" v="970" actId="6549"/>
        <pc:sldMkLst>
          <pc:docMk/>
          <pc:sldMk cId="0" sldId="285"/>
        </pc:sldMkLst>
        <pc:spChg chg="mod">
          <ac:chgData name="Asif Muhammad" userId="6b0af2cb-2f76-400b-94d9-178b55ef4f85" providerId="ADAL" clId="{1706C726-DFFB-4A9A-B0E4-71AC2CEA8273}" dt="2023-02-08T07:03:05.992" v="970" actId="6549"/>
          <ac:spMkLst>
            <pc:docMk/>
            <pc:sldMk cId="0" sldId="285"/>
            <ac:spMk id="398" creationId="{00000000-0000-0000-0000-000000000000}"/>
          </ac:spMkLst>
        </pc:spChg>
        <pc:spChg chg="mod">
          <ac:chgData name="Asif Muhammad" userId="6b0af2cb-2f76-400b-94d9-178b55ef4f85" providerId="ADAL" clId="{1706C726-DFFB-4A9A-B0E4-71AC2CEA8273}" dt="2023-02-06T05:28:23.066" v="52"/>
          <ac:spMkLst>
            <pc:docMk/>
            <pc:sldMk cId="0" sldId="285"/>
            <ac:spMk id="399" creationId="{00000000-0000-0000-0000-000000000000}"/>
          </ac:spMkLst>
        </pc:spChg>
      </pc:sldChg>
      <pc:sldChg chg="modSp mod">
        <pc:chgData name="Asif Muhammad" userId="6b0af2cb-2f76-400b-94d9-178b55ef4f85" providerId="ADAL" clId="{1706C726-DFFB-4A9A-B0E4-71AC2CEA8273}" dt="2023-02-06T05:28:23.653" v="61" actId="27636"/>
        <pc:sldMkLst>
          <pc:docMk/>
          <pc:sldMk cId="0" sldId="286"/>
        </pc:sldMkLst>
        <pc:spChg chg="mod">
          <ac:chgData name="Asif Muhammad" userId="6b0af2cb-2f76-400b-94d9-178b55ef4f85" providerId="ADAL" clId="{1706C726-DFFB-4A9A-B0E4-71AC2CEA8273}" dt="2023-02-06T05:28:23.653" v="61" actId="27636"/>
          <ac:spMkLst>
            <pc:docMk/>
            <pc:sldMk cId="0" sldId="286"/>
            <ac:spMk id="405" creationId="{00000000-0000-0000-0000-000000000000}"/>
          </ac:spMkLst>
        </pc:spChg>
        <pc:spChg chg="mod">
          <ac:chgData name="Asif Muhammad" userId="6b0af2cb-2f76-400b-94d9-178b55ef4f85" providerId="ADAL" clId="{1706C726-DFFB-4A9A-B0E4-71AC2CEA8273}" dt="2023-02-06T05:28:23.652" v="60" actId="27636"/>
          <ac:spMkLst>
            <pc:docMk/>
            <pc:sldMk cId="0" sldId="286"/>
            <ac:spMk id="406" creationId="{00000000-0000-0000-0000-000000000000}"/>
          </ac:spMkLst>
        </pc:spChg>
        <pc:spChg chg="mod">
          <ac:chgData name="Asif Muhammad" userId="6b0af2cb-2f76-400b-94d9-178b55ef4f85" providerId="ADAL" clId="{1706C726-DFFB-4A9A-B0E4-71AC2CEA8273}" dt="2023-02-06T05:28:23.066" v="52"/>
          <ac:spMkLst>
            <pc:docMk/>
            <pc:sldMk cId="0" sldId="286"/>
            <ac:spMk id="409" creationId="{00000000-0000-0000-0000-000000000000}"/>
          </ac:spMkLst>
        </pc:spChg>
        <pc:spChg chg="mod">
          <ac:chgData name="Asif Muhammad" userId="6b0af2cb-2f76-400b-94d9-178b55ef4f85" providerId="ADAL" clId="{1706C726-DFFB-4A9A-B0E4-71AC2CEA8273}" dt="2023-02-06T05:28:23.066" v="52"/>
          <ac:spMkLst>
            <pc:docMk/>
            <pc:sldMk cId="0" sldId="286"/>
            <ac:spMk id="412" creationId="{00000000-0000-0000-0000-000000000000}"/>
          </ac:spMkLst>
        </pc:spChg>
      </pc:sldChg>
      <pc:sldChg chg="modSp">
        <pc:chgData name="Asif Muhammad" userId="6b0af2cb-2f76-400b-94d9-178b55ef4f85" providerId="ADAL" clId="{1706C726-DFFB-4A9A-B0E4-71AC2CEA8273}" dt="2023-02-06T05:28:23.066" v="52"/>
        <pc:sldMkLst>
          <pc:docMk/>
          <pc:sldMk cId="0" sldId="287"/>
        </pc:sldMkLst>
        <pc:spChg chg="mod">
          <ac:chgData name="Asif Muhammad" userId="6b0af2cb-2f76-400b-94d9-178b55ef4f85" providerId="ADAL" clId="{1706C726-DFFB-4A9A-B0E4-71AC2CEA8273}" dt="2023-02-06T05:28:23.066" v="52"/>
          <ac:spMkLst>
            <pc:docMk/>
            <pc:sldMk cId="0" sldId="287"/>
            <ac:spMk id="417" creationId="{00000000-0000-0000-0000-000000000000}"/>
          </ac:spMkLst>
        </pc:spChg>
        <pc:spChg chg="mod">
          <ac:chgData name="Asif Muhammad" userId="6b0af2cb-2f76-400b-94d9-178b55ef4f85" providerId="ADAL" clId="{1706C726-DFFB-4A9A-B0E4-71AC2CEA8273}" dt="2023-02-06T05:28:23.066" v="52"/>
          <ac:spMkLst>
            <pc:docMk/>
            <pc:sldMk cId="0" sldId="287"/>
            <ac:spMk id="418" creationId="{00000000-0000-0000-0000-000000000000}"/>
          </ac:spMkLst>
        </pc:spChg>
        <pc:spChg chg="mod">
          <ac:chgData name="Asif Muhammad" userId="6b0af2cb-2f76-400b-94d9-178b55ef4f85" providerId="ADAL" clId="{1706C726-DFFB-4A9A-B0E4-71AC2CEA8273}" dt="2023-02-06T05:28:23.066" v="52"/>
          <ac:spMkLst>
            <pc:docMk/>
            <pc:sldMk cId="0" sldId="287"/>
            <ac:spMk id="420" creationId="{00000000-0000-0000-0000-000000000000}"/>
          </ac:spMkLst>
        </pc:spChg>
        <pc:spChg chg="mod">
          <ac:chgData name="Asif Muhammad" userId="6b0af2cb-2f76-400b-94d9-178b55ef4f85" providerId="ADAL" clId="{1706C726-DFFB-4A9A-B0E4-71AC2CEA8273}" dt="2023-02-06T05:28:23.066" v="52"/>
          <ac:spMkLst>
            <pc:docMk/>
            <pc:sldMk cId="0" sldId="287"/>
            <ac:spMk id="421" creationId="{00000000-0000-0000-0000-000000000000}"/>
          </ac:spMkLst>
        </pc:spChg>
      </pc:sldChg>
      <pc:sldChg chg="modSp">
        <pc:chgData name="Asif Muhammad" userId="6b0af2cb-2f76-400b-94d9-178b55ef4f85" providerId="ADAL" clId="{1706C726-DFFB-4A9A-B0E4-71AC2CEA8273}" dt="2023-02-06T05:28:23.066" v="52"/>
        <pc:sldMkLst>
          <pc:docMk/>
          <pc:sldMk cId="0" sldId="288"/>
        </pc:sldMkLst>
        <pc:spChg chg="mod">
          <ac:chgData name="Asif Muhammad" userId="6b0af2cb-2f76-400b-94d9-178b55ef4f85" providerId="ADAL" clId="{1706C726-DFFB-4A9A-B0E4-71AC2CEA8273}" dt="2023-02-06T05:28:23.066" v="52"/>
          <ac:spMkLst>
            <pc:docMk/>
            <pc:sldMk cId="0" sldId="288"/>
            <ac:spMk id="426" creationId="{00000000-0000-0000-0000-000000000000}"/>
          </ac:spMkLst>
        </pc:spChg>
        <pc:spChg chg="mod">
          <ac:chgData name="Asif Muhammad" userId="6b0af2cb-2f76-400b-94d9-178b55ef4f85" providerId="ADAL" clId="{1706C726-DFFB-4A9A-B0E4-71AC2CEA8273}" dt="2023-02-06T05:28:23.066" v="52"/>
          <ac:spMkLst>
            <pc:docMk/>
            <pc:sldMk cId="0" sldId="288"/>
            <ac:spMk id="427" creationId="{00000000-0000-0000-0000-000000000000}"/>
          </ac:spMkLst>
        </pc:spChg>
        <pc:spChg chg="mod">
          <ac:chgData name="Asif Muhammad" userId="6b0af2cb-2f76-400b-94d9-178b55ef4f85" providerId="ADAL" clId="{1706C726-DFFB-4A9A-B0E4-71AC2CEA8273}" dt="2023-02-06T05:28:23.066" v="52"/>
          <ac:spMkLst>
            <pc:docMk/>
            <pc:sldMk cId="0" sldId="288"/>
            <ac:spMk id="429" creationId="{00000000-0000-0000-0000-000000000000}"/>
          </ac:spMkLst>
        </pc:spChg>
        <pc:spChg chg="mod">
          <ac:chgData name="Asif Muhammad" userId="6b0af2cb-2f76-400b-94d9-178b55ef4f85" providerId="ADAL" clId="{1706C726-DFFB-4A9A-B0E4-71AC2CEA8273}" dt="2023-02-06T05:28:23.066" v="52"/>
          <ac:spMkLst>
            <pc:docMk/>
            <pc:sldMk cId="0" sldId="288"/>
            <ac:spMk id="430" creationId="{00000000-0000-0000-0000-000000000000}"/>
          </ac:spMkLst>
        </pc:spChg>
      </pc:sldChg>
      <pc:sldChg chg="modSp">
        <pc:chgData name="Asif Muhammad" userId="6b0af2cb-2f76-400b-94d9-178b55ef4f85" providerId="ADAL" clId="{1706C726-DFFB-4A9A-B0E4-71AC2CEA8273}" dt="2023-02-06T05:28:23.066" v="52"/>
        <pc:sldMkLst>
          <pc:docMk/>
          <pc:sldMk cId="0" sldId="289"/>
        </pc:sldMkLst>
        <pc:spChg chg="mod">
          <ac:chgData name="Asif Muhammad" userId="6b0af2cb-2f76-400b-94d9-178b55ef4f85" providerId="ADAL" clId="{1706C726-DFFB-4A9A-B0E4-71AC2CEA8273}" dt="2023-02-06T05:28:23.066" v="52"/>
          <ac:spMkLst>
            <pc:docMk/>
            <pc:sldMk cId="0" sldId="289"/>
            <ac:spMk id="436" creationId="{00000000-0000-0000-0000-000000000000}"/>
          </ac:spMkLst>
        </pc:spChg>
        <pc:spChg chg="mod">
          <ac:chgData name="Asif Muhammad" userId="6b0af2cb-2f76-400b-94d9-178b55ef4f85" providerId="ADAL" clId="{1706C726-DFFB-4A9A-B0E4-71AC2CEA8273}" dt="2023-02-06T05:28:23.066" v="52"/>
          <ac:spMkLst>
            <pc:docMk/>
            <pc:sldMk cId="0" sldId="289"/>
            <ac:spMk id="439" creationId="{00000000-0000-0000-0000-000000000000}"/>
          </ac:spMkLst>
        </pc:spChg>
      </pc:sldChg>
      <pc:sldChg chg="modSp">
        <pc:chgData name="Asif Muhammad" userId="6b0af2cb-2f76-400b-94d9-178b55ef4f85" providerId="ADAL" clId="{1706C726-DFFB-4A9A-B0E4-71AC2CEA8273}" dt="2023-02-06T05:28:23.066" v="52"/>
        <pc:sldMkLst>
          <pc:docMk/>
          <pc:sldMk cId="0" sldId="290"/>
        </pc:sldMkLst>
        <pc:spChg chg="mod">
          <ac:chgData name="Asif Muhammad" userId="6b0af2cb-2f76-400b-94d9-178b55ef4f85" providerId="ADAL" clId="{1706C726-DFFB-4A9A-B0E4-71AC2CEA8273}" dt="2023-02-06T05:28:23.066" v="52"/>
          <ac:spMkLst>
            <pc:docMk/>
            <pc:sldMk cId="0" sldId="290"/>
            <ac:spMk id="445" creationId="{00000000-0000-0000-0000-000000000000}"/>
          </ac:spMkLst>
        </pc:spChg>
        <pc:spChg chg="mod">
          <ac:chgData name="Asif Muhammad" userId="6b0af2cb-2f76-400b-94d9-178b55ef4f85" providerId="ADAL" clId="{1706C726-DFFB-4A9A-B0E4-71AC2CEA8273}" dt="2023-02-06T05:28:23.066" v="52"/>
          <ac:spMkLst>
            <pc:docMk/>
            <pc:sldMk cId="0" sldId="290"/>
            <ac:spMk id="448" creationId="{00000000-0000-0000-0000-000000000000}"/>
          </ac:spMkLst>
        </pc:spChg>
      </pc:sldChg>
      <pc:sldChg chg="modSp">
        <pc:chgData name="Asif Muhammad" userId="6b0af2cb-2f76-400b-94d9-178b55ef4f85" providerId="ADAL" clId="{1706C726-DFFB-4A9A-B0E4-71AC2CEA8273}" dt="2023-02-06T05:28:23.066" v="52"/>
        <pc:sldMkLst>
          <pc:docMk/>
          <pc:sldMk cId="0" sldId="291"/>
        </pc:sldMkLst>
        <pc:spChg chg="mod">
          <ac:chgData name="Asif Muhammad" userId="6b0af2cb-2f76-400b-94d9-178b55ef4f85" providerId="ADAL" clId="{1706C726-DFFB-4A9A-B0E4-71AC2CEA8273}" dt="2023-02-06T05:28:23.066" v="52"/>
          <ac:spMkLst>
            <pc:docMk/>
            <pc:sldMk cId="0" sldId="291"/>
            <ac:spMk id="454" creationId="{00000000-0000-0000-0000-000000000000}"/>
          </ac:spMkLst>
        </pc:spChg>
        <pc:spChg chg="mod">
          <ac:chgData name="Asif Muhammad" userId="6b0af2cb-2f76-400b-94d9-178b55ef4f85" providerId="ADAL" clId="{1706C726-DFFB-4A9A-B0E4-71AC2CEA8273}" dt="2023-02-06T05:28:23.066" v="52"/>
          <ac:spMkLst>
            <pc:docMk/>
            <pc:sldMk cId="0" sldId="291"/>
            <ac:spMk id="457" creationId="{00000000-0000-0000-0000-000000000000}"/>
          </ac:spMkLst>
        </pc:spChg>
      </pc:sldChg>
      <pc:sldChg chg="modSp">
        <pc:chgData name="Asif Muhammad" userId="6b0af2cb-2f76-400b-94d9-178b55ef4f85" providerId="ADAL" clId="{1706C726-DFFB-4A9A-B0E4-71AC2CEA8273}" dt="2023-02-06T05:28:23.066" v="52"/>
        <pc:sldMkLst>
          <pc:docMk/>
          <pc:sldMk cId="0" sldId="292"/>
        </pc:sldMkLst>
        <pc:spChg chg="mod">
          <ac:chgData name="Asif Muhammad" userId="6b0af2cb-2f76-400b-94d9-178b55ef4f85" providerId="ADAL" clId="{1706C726-DFFB-4A9A-B0E4-71AC2CEA8273}" dt="2023-02-06T05:28:23.066" v="52"/>
          <ac:spMkLst>
            <pc:docMk/>
            <pc:sldMk cId="0" sldId="292"/>
            <ac:spMk id="463" creationId="{00000000-0000-0000-0000-000000000000}"/>
          </ac:spMkLst>
        </pc:spChg>
        <pc:spChg chg="mod">
          <ac:chgData name="Asif Muhammad" userId="6b0af2cb-2f76-400b-94d9-178b55ef4f85" providerId="ADAL" clId="{1706C726-DFFB-4A9A-B0E4-71AC2CEA8273}" dt="2023-02-06T05:28:23.066" v="52"/>
          <ac:spMkLst>
            <pc:docMk/>
            <pc:sldMk cId="0" sldId="292"/>
            <ac:spMk id="465" creationId="{00000000-0000-0000-0000-000000000000}"/>
          </ac:spMkLst>
        </pc:spChg>
      </pc:sldChg>
      <pc:sldChg chg="modSp mod">
        <pc:chgData name="Asif Muhammad" userId="6b0af2cb-2f76-400b-94d9-178b55ef4f85" providerId="ADAL" clId="{1706C726-DFFB-4A9A-B0E4-71AC2CEA8273}" dt="2023-02-08T07:05:49.767" v="994" actId="403"/>
        <pc:sldMkLst>
          <pc:docMk/>
          <pc:sldMk cId="0" sldId="293"/>
        </pc:sldMkLst>
        <pc:spChg chg="mod">
          <ac:chgData name="Asif Muhammad" userId="6b0af2cb-2f76-400b-94d9-178b55ef4f85" providerId="ADAL" clId="{1706C726-DFFB-4A9A-B0E4-71AC2CEA8273}" dt="2023-02-06T05:28:23.066" v="52"/>
          <ac:spMkLst>
            <pc:docMk/>
            <pc:sldMk cId="0" sldId="293"/>
            <ac:spMk id="471" creationId="{00000000-0000-0000-0000-000000000000}"/>
          </ac:spMkLst>
        </pc:spChg>
        <pc:spChg chg="mod">
          <ac:chgData name="Asif Muhammad" userId="6b0af2cb-2f76-400b-94d9-178b55ef4f85" providerId="ADAL" clId="{1706C726-DFFB-4A9A-B0E4-71AC2CEA8273}" dt="2023-02-08T07:05:49.767" v="994" actId="403"/>
          <ac:spMkLst>
            <pc:docMk/>
            <pc:sldMk cId="0" sldId="293"/>
            <ac:spMk id="472" creationId="{00000000-0000-0000-0000-000000000000}"/>
          </ac:spMkLst>
        </pc:spChg>
        <pc:spChg chg="mod">
          <ac:chgData name="Asif Muhammad" userId="6b0af2cb-2f76-400b-94d9-178b55ef4f85" providerId="ADAL" clId="{1706C726-DFFB-4A9A-B0E4-71AC2CEA8273}" dt="2023-02-06T05:28:23.066" v="52"/>
          <ac:spMkLst>
            <pc:docMk/>
            <pc:sldMk cId="0" sldId="293"/>
            <ac:spMk id="473" creationId="{00000000-0000-0000-0000-000000000000}"/>
          </ac:spMkLst>
        </pc:spChg>
      </pc:sldChg>
      <pc:sldChg chg="modSp">
        <pc:chgData name="Asif Muhammad" userId="6b0af2cb-2f76-400b-94d9-178b55ef4f85" providerId="ADAL" clId="{1706C726-DFFB-4A9A-B0E4-71AC2CEA8273}" dt="2023-02-06T05:28:23.066" v="52"/>
        <pc:sldMkLst>
          <pc:docMk/>
          <pc:sldMk cId="0" sldId="294"/>
        </pc:sldMkLst>
        <pc:spChg chg="mod">
          <ac:chgData name="Asif Muhammad" userId="6b0af2cb-2f76-400b-94d9-178b55ef4f85" providerId="ADAL" clId="{1706C726-DFFB-4A9A-B0E4-71AC2CEA8273}" dt="2023-02-06T05:28:23.066" v="52"/>
          <ac:spMkLst>
            <pc:docMk/>
            <pc:sldMk cId="0" sldId="294"/>
            <ac:spMk id="479" creationId="{00000000-0000-0000-0000-000000000000}"/>
          </ac:spMkLst>
        </pc:spChg>
        <pc:spChg chg="mod">
          <ac:chgData name="Asif Muhammad" userId="6b0af2cb-2f76-400b-94d9-178b55ef4f85" providerId="ADAL" clId="{1706C726-DFFB-4A9A-B0E4-71AC2CEA8273}" dt="2023-02-06T05:28:23.066" v="52"/>
          <ac:spMkLst>
            <pc:docMk/>
            <pc:sldMk cId="0" sldId="294"/>
            <ac:spMk id="481" creationId="{00000000-0000-0000-0000-000000000000}"/>
          </ac:spMkLst>
        </pc:spChg>
      </pc:sldChg>
      <pc:sldChg chg="modSp mod">
        <pc:chgData name="Asif Muhammad" userId="6b0af2cb-2f76-400b-94d9-178b55ef4f85" providerId="ADAL" clId="{1706C726-DFFB-4A9A-B0E4-71AC2CEA8273}" dt="2023-02-08T07:07:35.938" v="1014" actId="1076"/>
        <pc:sldMkLst>
          <pc:docMk/>
          <pc:sldMk cId="0" sldId="295"/>
        </pc:sldMkLst>
        <pc:spChg chg="mod">
          <ac:chgData name="Asif Muhammad" userId="6b0af2cb-2f76-400b-94d9-178b55ef4f85" providerId="ADAL" clId="{1706C726-DFFB-4A9A-B0E4-71AC2CEA8273}" dt="2023-02-06T05:28:23.066" v="52"/>
          <ac:spMkLst>
            <pc:docMk/>
            <pc:sldMk cId="0" sldId="295"/>
            <ac:spMk id="487" creationId="{00000000-0000-0000-0000-000000000000}"/>
          </ac:spMkLst>
        </pc:spChg>
        <pc:spChg chg="mod">
          <ac:chgData name="Asif Muhammad" userId="6b0af2cb-2f76-400b-94d9-178b55ef4f85" providerId="ADAL" clId="{1706C726-DFFB-4A9A-B0E4-71AC2CEA8273}" dt="2023-02-08T07:07:02.036" v="1013" actId="6549"/>
          <ac:spMkLst>
            <pc:docMk/>
            <pc:sldMk cId="0" sldId="295"/>
            <ac:spMk id="488" creationId="{00000000-0000-0000-0000-000000000000}"/>
          </ac:spMkLst>
        </pc:spChg>
        <pc:spChg chg="mod">
          <ac:chgData name="Asif Muhammad" userId="6b0af2cb-2f76-400b-94d9-178b55ef4f85" providerId="ADAL" clId="{1706C726-DFFB-4A9A-B0E4-71AC2CEA8273}" dt="2023-02-06T05:28:23.066" v="52"/>
          <ac:spMkLst>
            <pc:docMk/>
            <pc:sldMk cId="0" sldId="295"/>
            <ac:spMk id="490" creationId="{00000000-0000-0000-0000-000000000000}"/>
          </ac:spMkLst>
        </pc:spChg>
        <pc:picChg chg="mod">
          <ac:chgData name="Asif Muhammad" userId="6b0af2cb-2f76-400b-94d9-178b55ef4f85" providerId="ADAL" clId="{1706C726-DFFB-4A9A-B0E4-71AC2CEA8273}" dt="2023-02-08T07:07:35.938" v="1014" actId="1076"/>
          <ac:picMkLst>
            <pc:docMk/>
            <pc:sldMk cId="0" sldId="295"/>
            <ac:picMk id="489" creationId="{00000000-0000-0000-0000-000000000000}"/>
          </ac:picMkLst>
        </pc:picChg>
      </pc:sldChg>
      <pc:sldChg chg="modSp mod">
        <pc:chgData name="Asif Muhammad" userId="6b0af2cb-2f76-400b-94d9-178b55ef4f85" providerId="ADAL" clId="{1706C726-DFFB-4A9A-B0E4-71AC2CEA8273}" dt="2023-02-08T07:10:24.111" v="1030" actId="20577"/>
        <pc:sldMkLst>
          <pc:docMk/>
          <pc:sldMk cId="0" sldId="296"/>
        </pc:sldMkLst>
        <pc:spChg chg="mod">
          <ac:chgData name="Asif Muhammad" userId="6b0af2cb-2f76-400b-94d9-178b55ef4f85" providerId="ADAL" clId="{1706C726-DFFB-4A9A-B0E4-71AC2CEA8273}" dt="2023-02-06T05:28:23.066" v="52"/>
          <ac:spMkLst>
            <pc:docMk/>
            <pc:sldMk cId="0" sldId="296"/>
            <ac:spMk id="496" creationId="{00000000-0000-0000-0000-000000000000}"/>
          </ac:spMkLst>
        </pc:spChg>
        <pc:spChg chg="mod">
          <ac:chgData name="Asif Muhammad" userId="6b0af2cb-2f76-400b-94d9-178b55ef4f85" providerId="ADAL" clId="{1706C726-DFFB-4A9A-B0E4-71AC2CEA8273}" dt="2023-02-08T07:10:24.111" v="1030" actId="20577"/>
          <ac:spMkLst>
            <pc:docMk/>
            <pc:sldMk cId="0" sldId="296"/>
            <ac:spMk id="498" creationId="{00000000-0000-0000-0000-000000000000}"/>
          </ac:spMkLst>
        </pc:spChg>
        <pc:spChg chg="mod">
          <ac:chgData name="Asif Muhammad" userId="6b0af2cb-2f76-400b-94d9-178b55ef4f85" providerId="ADAL" clId="{1706C726-DFFB-4A9A-B0E4-71AC2CEA8273}" dt="2023-02-06T05:28:23.066" v="52"/>
          <ac:spMkLst>
            <pc:docMk/>
            <pc:sldMk cId="0" sldId="296"/>
            <ac:spMk id="499" creationId="{00000000-0000-0000-0000-000000000000}"/>
          </ac:spMkLst>
        </pc:spChg>
        <pc:picChg chg="mod">
          <ac:chgData name="Asif Muhammad" userId="6b0af2cb-2f76-400b-94d9-178b55ef4f85" providerId="ADAL" clId="{1706C726-DFFB-4A9A-B0E4-71AC2CEA8273}" dt="2023-02-08T07:10:02.882" v="1026" actId="14100"/>
          <ac:picMkLst>
            <pc:docMk/>
            <pc:sldMk cId="0" sldId="296"/>
            <ac:picMk id="497" creationId="{00000000-0000-0000-0000-000000000000}"/>
          </ac:picMkLst>
        </pc:picChg>
      </pc:sldChg>
      <pc:sldChg chg="modSp mod">
        <pc:chgData name="Asif Muhammad" userId="6b0af2cb-2f76-400b-94d9-178b55ef4f85" providerId="ADAL" clId="{1706C726-DFFB-4A9A-B0E4-71AC2CEA8273}" dt="2023-02-08T07:11:14.588" v="1035" actId="403"/>
        <pc:sldMkLst>
          <pc:docMk/>
          <pc:sldMk cId="0" sldId="297"/>
        </pc:sldMkLst>
        <pc:spChg chg="mod">
          <ac:chgData name="Asif Muhammad" userId="6b0af2cb-2f76-400b-94d9-178b55ef4f85" providerId="ADAL" clId="{1706C726-DFFB-4A9A-B0E4-71AC2CEA8273}" dt="2023-02-06T05:28:23.066" v="52"/>
          <ac:spMkLst>
            <pc:docMk/>
            <pc:sldMk cId="0" sldId="297"/>
            <ac:spMk id="505" creationId="{00000000-0000-0000-0000-000000000000}"/>
          </ac:spMkLst>
        </pc:spChg>
        <pc:spChg chg="mod">
          <ac:chgData name="Asif Muhammad" userId="6b0af2cb-2f76-400b-94d9-178b55ef4f85" providerId="ADAL" clId="{1706C726-DFFB-4A9A-B0E4-71AC2CEA8273}" dt="2023-02-08T07:11:14.588" v="1035" actId="403"/>
          <ac:spMkLst>
            <pc:docMk/>
            <pc:sldMk cId="0" sldId="297"/>
            <ac:spMk id="507" creationId="{00000000-0000-0000-0000-000000000000}"/>
          </ac:spMkLst>
        </pc:spChg>
        <pc:spChg chg="mod">
          <ac:chgData name="Asif Muhammad" userId="6b0af2cb-2f76-400b-94d9-178b55ef4f85" providerId="ADAL" clId="{1706C726-DFFB-4A9A-B0E4-71AC2CEA8273}" dt="2023-02-06T05:28:23.066" v="52"/>
          <ac:spMkLst>
            <pc:docMk/>
            <pc:sldMk cId="0" sldId="297"/>
            <ac:spMk id="508" creationId="{00000000-0000-0000-0000-000000000000}"/>
          </ac:spMkLst>
        </pc:spChg>
        <pc:picChg chg="mod">
          <ac:chgData name="Asif Muhammad" userId="6b0af2cb-2f76-400b-94d9-178b55ef4f85" providerId="ADAL" clId="{1706C726-DFFB-4A9A-B0E4-71AC2CEA8273}" dt="2023-02-08T07:10:58.756" v="1031" actId="14100"/>
          <ac:picMkLst>
            <pc:docMk/>
            <pc:sldMk cId="0" sldId="297"/>
            <ac:picMk id="506" creationId="{00000000-0000-0000-0000-000000000000}"/>
          </ac:picMkLst>
        </pc:picChg>
      </pc:sldChg>
      <pc:sldChg chg="modSp mod">
        <pc:chgData name="Asif Muhammad" userId="6b0af2cb-2f76-400b-94d9-178b55ef4f85" providerId="ADAL" clId="{1706C726-DFFB-4A9A-B0E4-71AC2CEA8273}" dt="2023-02-06T05:28:23.066" v="52"/>
        <pc:sldMkLst>
          <pc:docMk/>
          <pc:sldMk cId="0" sldId="298"/>
        </pc:sldMkLst>
        <pc:spChg chg="mod">
          <ac:chgData name="Asif Muhammad" userId="6b0af2cb-2f76-400b-94d9-178b55ef4f85" providerId="ADAL" clId="{1706C726-DFFB-4A9A-B0E4-71AC2CEA8273}" dt="2023-02-06T05:28:23.066" v="52"/>
          <ac:spMkLst>
            <pc:docMk/>
            <pc:sldMk cId="0" sldId="298"/>
            <ac:spMk id="514" creationId="{00000000-0000-0000-0000-000000000000}"/>
          </ac:spMkLst>
        </pc:spChg>
        <pc:spChg chg="mod">
          <ac:chgData name="Asif Muhammad" userId="6b0af2cb-2f76-400b-94d9-178b55ef4f85" providerId="ADAL" clId="{1706C726-DFFB-4A9A-B0E4-71AC2CEA8273}" dt="2023-02-06T05:28:23.066" v="52"/>
          <ac:spMkLst>
            <pc:docMk/>
            <pc:sldMk cId="0" sldId="298"/>
            <ac:spMk id="517" creationId="{00000000-0000-0000-0000-000000000000}"/>
          </ac:spMkLst>
        </pc:spChg>
        <pc:picChg chg="mod">
          <ac:chgData name="Asif Muhammad" userId="6b0af2cb-2f76-400b-94d9-178b55ef4f85" providerId="ADAL" clId="{1706C726-DFFB-4A9A-B0E4-71AC2CEA8273}" dt="2023-02-06T05:24:02.744" v="40" actId="1076"/>
          <ac:picMkLst>
            <pc:docMk/>
            <pc:sldMk cId="0" sldId="298"/>
            <ac:picMk id="515" creationId="{00000000-0000-0000-0000-000000000000}"/>
          </ac:picMkLst>
        </pc:picChg>
      </pc:sldChg>
      <pc:sldChg chg="modSp mod">
        <pc:chgData name="Asif Muhammad" userId="6b0af2cb-2f76-400b-94d9-178b55ef4f85" providerId="ADAL" clId="{1706C726-DFFB-4A9A-B0E4-71AC2CEA8273}" dt="2023-02-06T05:28:23.066" v="52"/>
        <pc:sldMkLst>
          <pc:docMk/>
          <pc:sldMk cId="0" sldId="299"/>
        </pc:sldMkLst>
        <pc:spChg chg="mod">
          <ac:chgData name="Asif Muhammad" userId="6b0af2cb-2f76-400b-94d9-178b55ef4f85" providerId="ADAL" clId="{1706C726-DFFB-4A9A-B0E4-71AC2CEA8273}" dt="2023-02-06T05:28:23.066" v="52"/>
          <ac:spMkLst>
            <pc:docMk/>
            <pc:sldMk cId="0" sldId="299"/>
            <ac:spMk id="522" creationId="{00000000-0000-0000-0000-000000000000}"/>
          </ac:spMkLst>
        </pc:spChg>
        <pc:spChg chg="mod">
          <ac:chgData name="Asif Muhammad" userId="6b0af2cb-2f76-400b-94d9-178b55ef4f85" providerId="ADAL" clId="{1706C726-DFFB-4A9A-B0E4-71AC2CEA8273}" dt="2023-02-06T05:28:23.066" v="52"/>
          <ac:spMkLst>
            <pc:docMk/>
            <pc:sldMk cId="0" sldId="299"/>
            <ac:spMk id="523" creationId="{00000000-0000-0000-0000-000000000000}"/>
          </ac:spMkLst>
        </pc:spChg>
        <pc:spChg chg="mod">
          <ac:chgData name="Asif Muhammad" userId="6b0af2cb-2f76-400b-94d9-178b55ef4f85" providerId="ADAL" clId="{1706C726-DFFB-4A9A-B0E4-71AC2CEA8273}" dt="2023-02-06T05:28:23.066" v="52"/>
          <ac:spMkLst>
            <pc:docMk/>
            <pc:sldMk cId="0" sldId="299"/>
            <ac:spMk id="524" creationId="{00000000-0000-0000-0000-000000000000}"/>
          </ac:spMkLst>
        </pc:spChg>
      </pc:sldChg>
      <pc:sldChg chg="addSp delSp modSp add mod setBg delDesignElem">
        <pc:chgData name="Asif Muhammad" userId="6b0af2cb-2f76-400b-94d9-178b55ef4f85" providerId="ADAL" clId="{1706C726-DFFB-4A9A-B0E4-71AC2CEA8273}" dt="2023-02-06T06:56:59.107" v="589" actId="20577"/>
        <pc:sldMkLst>
          <pc:docMk/>
          <pc:sldMk cId="3893673633" sldId="300"/>
        </pc:sldMkLst>
        <pc:spChg chg="mod">
          <ac:chgData name="Asif Muhammad" userId="6b0af2cb-2f76-400b-94d9-178b55ef4f85" providerId="ADAL" clId="{1706C726-DFFB-4A9A-B0E4-71AC2CEA8273}" dt="2023-02-06T05:50:13.643" v="497" actId="26606"/>
          <ac:spMkLst>
            <pc:docMk/>
            <pc:sldMk cId="3893673633" sldId="300"/>
            <ac:spMk id="201" creationId="{00000000-0000-0000-0000-000000000000}"/>
          </ac:spMkLst>
        </pc:spChg>
        <pc:spChg chg="mod">
          <ac:chgData name="Asif Muhammad" userId="6b0af2cb-2f76-400b-94d9-178b55ef4f85" providerId="ADAL" clId="{1706C726-DFFB-4A9A-B0E4-71AC2CEA8273}" dt="2023-02-06T05:49:17.047" v="490" actId="26606"/>
          <ac:spMkLst>
            <pc:docMk/>
            <pc:sldMk cId="3893673633" sldId="300"/>
            <ac:spMk id="203" creationId="{00000000-0000-0000-0000-000000000000}"/>
          </ac:spMkLst>
        </pc:spChg>
        <pc:spChg chg="del">
          <ac:chgData name="Asif Muhammad" userId="6b0af2cb-2f76-400b-94d9-178b55ef4f85" providerId="ADAL" clId="{1706C726-DFFB-4A9A-B0E4-71AC2CEA8273}" dt="2023-02-06T05:46:19.352" v="88"/>
          <ac:spMkLst>
            <pc:docMk/>
            <pc:sldMk cId="3893673633" sldId="300"/>
            <ac:spMk id="231" creationId="{100EDD19-6802-4EC3-95CE-CFFAB042CFD6}"/>
          </ac:spMkLst>
        </pc:spChg>
        <pc:spChg chg="del">
          <ac:chgData name="Asif Muhammad" userId="6b0af2cb-2f76-400b-94d9-178b55ef4f85" providerId="ADAL" clId="{1706C726-DFFB-4A9A-B0E4-71AC2CEA8273}" dt="2023-02-06T05:46:19.352" v="88"/>
          <ac:spMkLst>
            <pc:docMk/>
            <pc:sldMk cId="3893673633" sldId="300"/>
            <ac:spMk id="232" creationId="{DB17E863-922E-4C26-BD64-E8FD41D28661}"/>
          </ac:spMkLst>
        </pc:spChg>
        <pc:spChg chg="add del mod">
          <ac:chgData name="Asif Muhammad" userId="6b0af2cb-2f76-400b-94d9-178b55ef4f85" providerId="ADAL" clId="{1706C726-DFFB-4A9A-B0E4-71AC2CEA8273}" dt="2023-02-06T06:56:59.107" v="589" actId="20577"/>
          <ac:spMkLst>
            <pc:docMk/>
            <pc:sldMk cId="3893673633" sldId="300"/>
            <ac:spMk id="233" creationId="{00000000-0000-0000-0000-000000000000}"/>
          </ac:spMkLst>
        </pc:spChg>
        <pc:spChg chg="add">
          <ac:chgData name="Asif Muhammad" userId="6b0af2cb-2f76-400b-94d9-178b55ef4f85" providerId="ADAL" clId="{1706C726-DFFB-4A9A-B0E4-71AC2CEA8273}" dt="2023-02-06T05:50:13.643" v="497" actId="26606"/>
          <ac:spMkLst>
            <pc:docMk/>
            <pc:sldMk cId="3893673633" sldId="300"/>
            <ac:spMk id="236" creationId="{C05CBC3C-2E5A-4839-8B9B-2E5A6ADF0F58}"/>
          </ac:spMkLst>
        </pc:spChg>
        <pc:spChg chg="add del">
          <ac:chgData name="Asif Muhammad" userId="6b0af2cb-2f76-400b-94d9-178b55ef4f85" providerId="ADAL" clId="{1706C726-DFFB-4A9A-B0E4-71AC2CEA8273}" dt="2023-02-06T05:49:12.593" v="488" actId="26606"/>
          <ac:spMkLst>
            <pc:docMk/>
            <pc:sldMk cId="3893673633" sldId="300"/>
            <ac:spMk id="238" creationId="{C05CBC3C-2E5A-4839-8B9B-2E5A6ADF0F58}"/>
          </ac:spMkLst>
        </pc:spChg>
        <pc:spChg chg="add del">
          <ac:chgData name="Asif Muhammad" userId="6b0af2cb-2f76-400b-94d9-178b55ef4f85" providerId="ADAL" clId="{1706C726-DFFB-4A9A-B0E4-71AC2CEA8273}" dt="2023-02-06T05:49:10.650" v="486" actId="26606"/>
          <ac:spMkLst>
            <pc:docMk/>
            <pc:sldMk cId="3893673633" sldId="300"/>
            <ac:spMk id="239" creationId="{D009D6D5-DAC2-4A8B-A17A-E206B9012D09}"/>
          </ac:spMkLst>
        </pc:spChg>
        <pc:spChg chg="add del">
          <ac:chgData name="Asif Muhammad" userId="6b0af2cb-2f76-400b-94d9-178b55ef4f85" providerId="ADAL" clId="{1706C726-DFFB-4A9A-B0E4-71AC2CEA8273}" dt="2023-02-06T05:49:12.593" v="488" actId="26606"/>
          <ac:spMkLst>
            <pc:docMk/>
            <pc:sldMk cId="3893673633" sldId="300"/>
            <ac:spMk id="240" creationId="{827FF362-FC97-4BF5-949B-D4ADFA26E457}"/>
          </ac:spMkLst>
        </pc:spChg>
        <pc:spChg chg="add del">
          <ac:chgData name="Asif Muhammad" userId="6b0af2cb-2f76-400b-94d9-178b55ef4f85" providerId="ADAL" clId="{1706C726-DFFB-4A9A-B0E4-71AC2CEA8273}" dt="2023-02-06T05:49:17.047" v="490" actId="26606"/>
          <ac:spMkLst>
            <pc:docMk/>
            <pc:sldMk cId="3893673633" sldId="300"/>
            <ac:spMk id="241" creationId="{D1EA859B-E555-4109-94F3-6700E046E008}"/>
          </ac:spMkLst>
        </pc:spChg>
        <pc:spChg chg="add del">
          <ac:chgData name="Asif Muhammad" userId="6b0af2cb-2f76-400b-94d9-178b55ef4f85" providerId="ADAL" clId="{1706C726-DFFB-4A9A-B0E4-71AC2CEA8273}" dt="2023-02-06T05:49:17.047" v="490" actId="26606"/>
          <ac:spMkLst>
            <pc:docMk/>
            <pc:sldMk cId="3893673633" sldId="300"/>
            <ac:spMk id="242" creationId="{04812C46-200A-4DEB-A05E-3ED6C68C2387}"/>
          </ac:spMkLst>
        </pc:spChg>
        <pc:spChg chg="add">
          <ac:chgData name="Asif Muhammad" userId="6b0af2cb-2f76-400b-94d9-178b55ef4f85" providerId="ADAL" clId="{1706C726-DFFB-4A9A-B0E4-71AC2CEA8273}" dt="2023-02-06T05:50:13.643" v="497" actId="26606"/>
          <ac:spMkLst>
            <pc:docMk/>
            <pc:sldMk cId="3893673633" sldId="300"/>
            <ac:spMk id="244" creationId="{827FF362-FC97-4BF5-949B-D4ADFA26E457}"/>
          </ac:spMkLst>
        </pc:spChg>
        <pc:spChg chg="add del">
          <ac:chgData name="Asif Muhammad" userId="6b0af2cb-2f76-400b-94d9-178b55ef4f85" providerId="ADAL" clId="{1706C726-DFFB-4A9A-B0E4-71AC2CEA8273}" dt="2023-02-06T05:49:25.034" v="492" actId="26606"/>
          <ac:spMkLst>
            <pc:docMk/>
            <pc:sldMk cId="3893673633" sldId="300"/>
            <ac:spMk id="245" creationId="{743AA782-23D1-4521-8CAD-47662984AA08}"/>
          </ac:spMkLst>
        </pc:spChg>
        <pc:spChg chg="add del">
          <ac:chgData name="Asif Muhammad" userId="6b0af2cb-2f76-400b-94d9-178b55ef4f85" providerId="ADAL" clId="{1706C726-DFFB-4A9A-B0E4-71AC2CEA8273}" dt="2023-02-06T05:49:25.034" v="492" actId="26606"/>
          <ac:spMkLst>
            <pc:docMk/>
            <pc:sldMk cId="3893673633" sldId="300"/>
            <ac:spMk id="246" creationId="{650D18FE-0824-4A46-B22C-A86B52E5780A}"/>
          </ac:spMkLst>
        </pc:spChg>
        <pc:graphicFrameChg chg="add del">
          <ac:chgData name="Asif Muhammad" userId="6b0af2cb-2f76-400b-94d9-178b55ef4f85" providerId="ADAL" clId="{1706C726-DFFB-4A9A-B0E4-71AC2CEA8273}" dt="2023-02-06T05:49:33.618" v="494" actId="26606"/>
          <ac:graphicFrameMkLst>
            <pc:docMk/>
            <pc:sldMk cId="3893673633" sldId="300"/>
            <ac:graphicFrameMk id="248" creationId="{49EF31C5-4761-6619-FF05-799F7902FC75}"/>
          </ac:graphicFrameMkLst>
        </pc:graphicFrameChg>
        <pc:graphicFrameChg chg="add del">
          <ac:chgData name="Asif Muhammad" userId="6b0af2cb-2f76-400b-94d9-178b55ef4f85" providerId="ADAL" clId="{1706C726-DFFB-4A9A-B0E4-71AC2CEA8273}" dt="2023-02-06T05:49:52.528" v="496" actId="26606"/>
          <ac:graphicFrameMkLst>
            <pc:docMk/>
            <pc:sldMk cId="3893673633" sldId="300"/>
            <ac:graphicFrameMk id="250" creationId="{8FE20EB0-3E58-59AB-59EB-C49445E7AB9A}"/>
          </ac:graphicFrameMkLst>
        </pc:graphicFrameChg>
        <pc:picChg chg="add del">
          <ac:chgData name="Asif Muhammad" userId="6b0af2cb-2f76-400b-94d9-178b55ef4f85" providerId="ADAL" clId="{1706C726-DFFB-4A9A-B0E4-71AC2CEA8273}" dt="2023-02-06T05:49:10.650" v="486" actId="26606"/>
          <ac:picMkLst>
            <pc:docMk/>
            <pc:sldMk cId="3893673633" sldId="300"/>
            <ac:picMk id="235" creationId="{3C155F56-FFF5-38E2-5ED7-AEDBE8808CC3}"/>
          </ac:picMkLst>
        </pc:picChg>
        <pc:picChg chg="add del">
          <ac:chgData name="Asif Muhammad" userId="6b0af2cb-2f76-400b-94d9-178b55ef4f85" providerId="ADAL" clId="{1706C726-DFFB-4A9A-B0E4-71AC2CEA8273}" dt="2023-02-06T05:49:25.034" v="492" actId="26606"/>
          <ac:picMkLst>
            <pc:docMk/>
            <pc:sldMk cId="3893673633" sldId="300"/>
            <ac:picMk id="237" creationId="{72ACEC4C-66EB-CCA2-3896-D8F07EF8F71C}"/>
          </ac:picMkLst>
        </pc:picChg>
        <pc:picChg chg="add del">
          <ac:chgData name="Asif Muhammad" userId="6b0af2cb-2f76-400b-94d9-178b55ef4f85" providerId="ADAL" clId="{1706C726-DFFB-4A9A-B0E4-71AC2CEA8273}" dt="2023-02-06T05:49:17.047" v="490" actId="26606"/>
          <ac:picMkLst>
            <pc:docMk/>
            <pc:sldMk cId="3893673633" sldId="300"/>
            <ac:picMk id="243" creationId="{24252183-F578-5824-FC03-69B48E40D5FE}"/>
          </ac:picMkLst>
        </pc:picChg>
      </pc:sldChg>
      <pc:sldMasterChg chg="delSldLayout">
        <pc:chgData name="Asif Muhammad" userId="6b0af2cb-2f76-400b-94d9-178b55ef4f85" providerId="ADAL" clId="{1706C726-DFFB-4A9A-B0E4-71AC2CEA8273}" dt="2023-02-06T05:14:15.929" v="0" actId="47"/>
        <pc:sldMasterMkLst>
          <pc:docMk/>
          <pc:sldMasterMk cId="0" sldId="2147483648"/>
        </pc:sldMasterMkLst>
        <pc:sldLayoutChg chg="del">
          <pc:chgData name="Asif Muhammad" userId="6b0af2cb-2f76-400b-94d9-178b55ef4f85" providerId="ADAL" clId="{1706C726-DFFB-4A9A-B0E4-71AC2CEA8273}" dt="2023-02-06T05:14:15.929" v="0" actId="47"/>
          <pc:sldLayoutMkLst>
            <pc:docMk/>
            <pc:sldMasterMk cId="0" sldId="2147483648"/>
            <pc:sldLayoutMk cId="0" sldId="2147483649"/>
          </pc:sldLayoutMkLst>
        </pc:sldLayoutChg>
      </pc:sldMasterChg>
      <pc:sldMasterChg chg="modSldLayout">
        <pc:chgData name="Asif Muhammad" userId="6b0af2cb-2f76-400b-94d9-178b55ef4f85" providerId="ADAL" clId="{1706C726-DFFB-4A9A-B0E4-71AC2CEA8273}" dt="2023-02-06T05:15:39.185" v="2"/>
        <pc:sldMasterMkLst>
          <pc:docMk/>
          <pc:sldMasterMk cId="2282874821" sldId="2147483667"/>
        </pc:sldMasterMkLst>
        <pc:sldLayoutChg chg="delSp">
          <pc:chgData name="Asif Muhammad" userId="6b0af2cb-2f76-400b-94d9-178b55ef4f85" providerId="ADAL" clId="{1706C726-DFFB-4A9A-B0E4-71AC2CEA8273}" dt="2023-02-06T05:15:39.185" v="2"/>
          <pc:sldLayoutMkLst>
            <pc:docMk/>
            <pc:sldMasterMk cId="2282874821" sldId="2147483667"/>
            <pc:sldLayoutMk cId="127669199" sldId="2147483679"/>
          </pc:sldLayoutMkLst>
          <pc:picChg chg="del">
            <ac:chgData name="Asif Muhammad" userId="6b0af2cb-2f76-400b-94d9-178b55ef4f85" providerId="ADAL" clId="{1706C726-DFFB-4A9A-B0E4-71AC2CEA8273}" dt="2023-02-06T05:15:39.185" v="2"/>
            <ac:picMkLst>
              <pc:docMk/>
              <pc:sldMasterMk cId="2282874821" sldId="2147483667"/>
              <pc:sldLayoutMk cId="127669199" sldId="2147483679"/>
              <ac:picMk id="33" creationId="{00000000-0000-0000-0000-000000000000}"/>
            </ac:picMkLst>
          </pc:picChg>
          <pc:picChg chg="del">
            <ac:chgData name="Asif Muhammad" userId="6b0af2cb-2f76-400b-94d9-178b55ef4f85" providerId="ADAL" clId="{1706C726-DFFB-4A9A-B0E4-71AC2CEA8273}" dt="2023-02-06T05:15:39.185" v="2"/>
            <ac:picMkLst>
              <pc:docMk/>
              <pc:sldMasterMk cId="2282874821" sldId="2147483667"/>
              <pc:sldLayoutMk cId="127669199" sldId="2147483679"/>
              <ac:picMk id="34" creationId="{00000000-0000-0000-0000-000000000000}"/>
            </ac:picMkLst>
          </pc:picChg>
          <pc:picChg chg="del">
            <ac:chgData name="Asif Muhammad" userId="6b0af2cb-2f76-400b-94d9-178b55ef4f85" providerId="ADAL" clId="{1706C726-DFFB-4A9A-B0E4-71AC2CEA8273}" dt="2023-02-06T05:15:39.185" v="2"/>
            <ac:picMkLst>
              <pc:docMk/>
              <pc:sldMasterMk cId="2282874821" sldId="2147483667"/>
              <pc:sldLayoutMk cId="127669199" sldId="2147483679"/>
              <ac:picMk id="35" creationId="{00000000-0000-0000-0000-000000000000}"/>
            </ac:picMkLst>
          </pc:picChg>
        </pc:sldLayoutChg>
        <pc:sldLayoutChg chg="delSp">
          <pc:chgData name="Asif Muhammad" userId="6b0af2cb-2f76-400b-94d9-178b55ef4f85" providerId="ADAL" clId="{1706C726-DFFB-4A9A-B0E4-71AC2CEA8273}" dt="2023-02-06T05:15:39.185" v="2"/>
          <pc:sldLayoutMkLst>
            <pc:docMk/>
            <pc:sldMasterMk cId="2282874821" sldId="2147483667"/>
            <pc:sldLayoutMk cId="3860208679" sldId="2147483680"/>
          </pc:sldLayoutMkLst>
          <pc:cxnChg chg="del">
            <ac:chgData name="Asif Muhammad" userId="6b0af2cb-2f76-400b-94d9-178b55ef4f85" providerId="ADAL" clId="{1706C726-DFFB-4A9A-B0E4-71AC2CEA8273}" dt="2023-02-06T05:15:39.185" v="2"/>
            <ac:cxnSpMkLst>
              <pc:docMk/>
              <pc:sldMasterMk cId="2282874821" sldId="2147483667"/>
              <pc:sldLayoutMk cId="3860208679" sldId="2147483680"/>
              <ac:cxnSpMk id="67" creationId="{00000000-0000-0000-0000-000000000000}"/>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58bda26af7_1_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58bda26af7_1_2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g158bda26af7_1_2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58bda26af7_1_2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g158bda26af7_1_2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58bda26af7_1_2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g158bda26af7_1_2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1591edfea61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1591edfea61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g1591edfea61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1591edfea6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1591edfea61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g1591edfea6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1591edfea61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1591edfea61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g1591edfea61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1591edfea61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1591edfea61_0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g1591edfea61_0_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1591edfea61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1591edfea61_0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g1591edfea61_0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1591edfea61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1591edfea61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g1591edfea61_0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1591edfea61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1591edfea61_0_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5" name="Google Shape;485;g1591edfea61_0_6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1591edfea61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1591edfea61_0_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g1591edfea61_0_7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1591edfea61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1591edfea61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3" name="Google Shape;503;g1591edfea61_0_8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591edfea61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591edfea61_0_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g1591edfea61_0_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1591edfea61_0_10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0" name="Google Shape;520;g1591edfea61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48F0-EE9E-6162-3252-BCD80176EC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3501CCE-A6F3-734B-B89E-1DACA74782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7FECCB0-5DCD-0491-D5BF-9C55A1E0551E}"/>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5" name="Footer Placeholder 4">
            <a:extLst>
              <a:ext uri="{FF2B5EF4-FFF2-40B4-BE49-F238E27FC236}">
                <a16:creationId xmlns:a16="http://schemas.microsoft.com/office/drawing/2014/main" id="{DBAEABA7-53D4-CE33-6A31-B2F3A210A9F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AF4DDD-55C5-386B-0662-2B18BD8261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916551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E0FCF-54AB-50E9-64D8-BD9BD64DB4B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A4B5170-EFDC-4EE0-37C9-A480F72C92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6173BFA-9A64-0286-EC92-EC4B41E4D6C0}"/>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5" name="Footer Placeholder 4">
            <a:extLst>
              <a:ext uri="{FF2B5EF4-FFF2-40B4-BE49-F238E27FC236}">
                <a16:creationId xmlns:a16="http://schemas.microsoft.com/office/drawing/2014/main" id="{CE8DD8DA-6DE0-765B-B2DB-DF40AF6D4D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45C949-3811-8C9F-402E-F36A4CE876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0118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E95E-9D80-ED3D-20CC-637127411E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98187C4-A62A-029C-8C43-F07191E7DF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7E897F-0853-B297-9B25-7FCBF465AC33}"/>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5" name="Footer Placeholder 4">
            <a:extLst>
              <a:ext uri="{FF2B5EF4-FFF2-40B4-BE49-F238E27FC236}">
                <a16:creationId xmlns:a16="http://schemas.microsoft.com/office/drawing/2014/main" id="{73EE54DC-3FD4-2D2D-47E8-923D75D3AA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7308CF-124C-2AA0-939D-250BE5C9E34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0574354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9DBB1-43BD-00CB-DF59-3978D39A494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7A4E7AC-A8A4-AA22-6EEF-22F20A2506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CFDDA2B-7099-59A6-07EB-886B37AB60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9FC0632-1C92-3E12-618C-A50C978D4F24}"/>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6" name="Footer Placeholder 5">
            <a:extLst>
              <a:ext uri="{FF2B5EF4-FFF2-40B4-BE49-F238E27FC236}">
                <a16:creationId xmlns:a16="http://schemas.microsoft.com/office/drawing/2014/main" id="{49470102-7D9D-6D80-C951-28D19D0CAD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4C42C6D-0330-F627-5B6D-108D2F42934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43411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5CA26-CADD-233D-FE28-1379F3729CB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79FB3E4-1067-6EBD-E10E-799C1C1C71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67317C-0AB2-9501-465C-10BEBC0FF2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72928FE-74C6-F1CE-549D-E1650579BB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BE4775-DB38-6CB2-EF4C-1F97803209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7B7A286-476D-ADEF-E8DA-20823677A6D1}"/>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8" name="Footer Placeholder 7">
            <a:extLst>
              <a:ext uri="{FF2B5EF4-FFF2-40B4-BE49-F238E27FC236}">
                <a16:creationId xmlns:a16="http://schemas.microsoft.com/office/drawing/2014/main" id="{9605CAA6-5CBC-67E0-4F42-A2F90B5B394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AD2929F-C19F-7F45-DCDA-93E8A97CC69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9898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FB6D5-82FA-2D0E-320D-58460D4887D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96574DD-A6FC-A374-5A9A-F1A57E8F2AED}"/>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4" name="Footer Placeholder 3">
            <a:extLst>
              <a:ext uri="{FF2B5EF4-FFF2-40B4-BE49-F238E27FC236}">
                <a16:creationId xmlns:a16="http://schemas.microsoft.com/office/drawing/2014/main" id="{843E58AE-66F1-5D9F-929C-78E5E191048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6BC1CEC-5DD1-EA16-787C-0B3563C393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3998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994DD2-3215-8421-1788-E57AB6648908}"/>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3" name="Footer Placeholder 2">
            <a:extLst>
              <a:ext uri="{FF2B5EF4-FFF2-40B4-BE49-F238E27FC236}">
                <a16:creationId xmlns:a16="http://schemas.microsoft.com/office/drawing/2014/main" id="{6F1D7BDE-524A-8892-ECA5-B5F5652C885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4C63D56-E808-B0C5-F076-F90E17A9578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13521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A7A2B-BF27-B127-7A94-B00E22661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2B0A03-BFB2-71F8-B69F-E16DD3E6A8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0A21224-6113-71D0-E361-66480B82B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5D332-6E8C-AFD4-1592-1A2D2C25406D}"/>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6" name="Footer Placeholder 5">
            <a:extLst>
              <a:ext uri="{FF2B5EF4-FFF2-40B4-BE49-F238E27FC236}">
                <a16:creationId xmlns:a16="http://schemas.microsoft.com/office/drawing/2014/main" id="{6CD544EB-8623-1F68-BEAB-406FCF9CA0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C0CDE5-F8E8-8904-F208-04B1383559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20107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1782-792D-6740-457D-95A810CD5C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1B9CFCE-90B5-F3D7-EA51-9FFCBE1760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100A5A8-FAF8-B749-0319-E0CB636273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E8EEE6-F635-50FF-A921-4ACFC09E4BED}"/>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6" name="Footer Placeholder 5">
            <a:extLst>
              <a:ext uri="{FF2B5EF4-FFF2-40B4-BE49-F238E27FC236}">
                <a16:creationId xmlns:a16="http://schemas.microsoft.com/office/drawing/2014/main" id="{A4BF3018-CFEA-E547-B44F-419B4FEA72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41C65A5-BBD6-4517-1990-6F03A7EC163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7488515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68C78-73D7-D1E5-DCDF-7E5ED87F3B6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0F13E85-28DE-6570-B7E3-2E4578643E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669916-0755-69BB-B8AF-B035484362BE}"/>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5" name="Footer Placeholder 4">
            <a:extLst>
              <a:ext uri="{FF2B5EF4-FFF2-40B4-BE49-F238E27FC236}">
                <a16:creationId xmlns:a16="http://schemas.microsoft.com/office/drawing/2014/main" id="{71BC88E9-F7CF-0936-814B-59BC7D8C64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884F43-E062-54D2-2EF7-CE1D0C0DEA2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26084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0D0E5D-8D6B-522A-18FC-502280A3FD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7197343-BF67-45B0-9422-B65F9FC7EB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00438D-087E-8926-B9F4-B32B8EF20603}"/>
              </a:ext>
            </a:extLst>
          </p:cNvPr>
          <p:cNvSpPr>
            <a:spLocks noGrp="1"/>
          </p:cNvSpPr>
          <p:nvPr>
            <p:ph type="dt" sz="half" idx="10"/>
          </p:nvPr>
        </p:nvSpPr>
        <p:spPr/>
        <p:txBody>
          <a:bodyPr/>
          <a:lstStyle/>
          <a:p>
            <a:fld id="{BC9660D1-6EED-4FDD-9AA4-DAE5B45053D7}" type="datetimeFigureOut">
              <a:rPr lang="en-GB" smtClean="0"/>
              <a:t>31/01/2024</a:t>
            </a:fld>
            <a:endParaRPr lang="en-GB"/>
          </a:p>
        </p:txBody>
      </p:sp>
      <p:sp>
        <p:nvSpPr>
          <p:cNvPr id="5" name="Footer Placeholder 4">
            <a:extLst>
              <a:ext uri="{FF2B5EF4-FFF2-40B4-BE49-F238E27FC236}">
                <a16:creationId xmlns:a16="http://schemas.microsoft.com/office/drawing/2014/main" id="{74936F7F-0166-EEAE-D9FC-447041BF01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488791-D146-A112-2DF3-4262BD796B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01957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Separator - Major">
  <p:cSld name="Section Separator - Major">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21"/>
          <p:cNvSpPr txBox="1">
            <a:spLocks noGrp="1"/>
          </p:cNvSpPr>
          <p:nvPr>
            <p:ph type="ctrTitle"/>
          </p:nvPr>
        </p:nvSpPr>
        <p:spPr>
          <a:xfrm>
            <a:off x="1097280" y="1645920"/>
            <a:ext cx="10058400" cy="356616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rgbClr val="FFFFFF"/>
              </a:buClr>
              <a:buSzPts val="6000"/>
              <a:buFont typeface="Arial"/>
              <a:buNone/>
              <a:defRPr sz="6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1"/>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dk1"/>
                </a:solidFill>
                <a:latin typeface="Arial"/>
                <a:ea typeface="Arial"/>
                <a:cs typeface="Arial"/>
                <a:sym typeface="Arial"/>
              </a:defRPr>
            </a:lvl1pPr>
            <a:lvl2pPr marL="0" lvl="1" indent="0" algn="r">
              <a:spcBef>
                <a:spcPts val="0"/>
              </a:spcBef>
              <a:buNone/>
              <a:defRPr sz="1000" b="0" i="0" u="none" strike="noStrike" cap="none">
                <a:solidFill>
                  <a:schemeClr val="dk1"/>
                </a:solidFill>
                <a:latin typeface="Arial"/>
                <a:ea typeface="Arial"/>
                <a:cs typeface="Arial"/>
                <a:sym typeface="Arial"/>
              </a:defRPr>
            </a:lvl2pPr>
            <a:lvl3pPr marL="0" lvl="2" indent="0" algn="r">
              <a:spcBef>
                <a:spcPts val="0"/>
              </a:spcBef>
              <a:buNone/>
              <a:defRPr sz="1000" b="0" i="0" u="none" strike="noStrike" cap="none">
                <a:solidFill>
                  <a:schemeClr val="dk1"/>
                </a:solidFill>
                <a:latin typeface="Arial"/>
                <a:ea typeface="Arial"/>
                <a:cs typeface="Arial"/>
                <a:sym typeface="Arial"/>
              </a:defRPr>
            </a:lvl3pPr>
            <a:lvl4pPr marL="0" lvl="3" indent="0" algn="r">
              <a:spcBef>
                <a:spcPts val="0"/>
              </a:spcBef>
              <a:buNone/>
              <a:defRPr sz="1000" b="0" i="0" u="none" strike="noStrike" cap="none">
                <a:solidFill>
                  <a:schemeClr val="dk1"/>
                </a:solidFill>
                <a:latin typeface="Arial"/>
                <a:ea typeface="Arial"/>
                <a:cs typeface="Arial"/>
                <a:sym typeface="Arial"/>
              </a:defRPr>
            </a:lvl4pPr>
            <a:lvl5pPr marL="0" lvl="4" indent="0" algn="r">
              <a:spcBef>
                <a:spcPts val="0"/>
              </a:spcBef>
              <a:buNone/>
              <a:defRPr sz="1000" b="0" i="0" u="none" strike="noStrike" cap="none">
                <a:solidFill>
                  <a:schemeClr val="dk1"/>
                </a:solidFill>
                <a:latin typeface="Arial"/>
                <a:ea typeface="Arial"/>
                <a:cs typeface="Arial"/>
                <a:sym typeface="Arial"/>
              </a:defRPr>
            </a:lvl5pPr>
            <a:lvl6pPr marL="0" lvl="5" indent="0" algn="r">
              <a:spcBef>
                <a:spcPts val="0"/>
              </a:spcBef>
              <a:buNone/>
              <a:defRPr sz="1000" b="0" i="0" u="none" strike="noStrike" cap="none">
                <a:solidFill>
                  <a:schemeClr val="dk1"/>
                </a:solidFill>
                <a:latin typeface="Arial"/>
                <a:ea typeface="Arial"/>
                <a:cs typeface="Arial"/>
                <a:sym typeface="Arial"/>
              </a:defRPr>
            </a:lvl6pPr>
            <a:lvl7pPr marL="0" lvl="6" indent="0" algn="r">
              <a:spcBef>
                <a:spcPts val="0"/>
              </a:spcBef>
              <a:buNone/>
              <a:defRPr sz="1000" b="0" i="0" u="none" strike="noStrike" cap="none">
                <a:solidFill>
                  <a:schemeClr val="dk1"/>
                </a:solidFill>
                <a:latin typeface="Arial"/>
                <a:ea typeface="Arial"/>
                <a:cs typeface="Arial"/>
                <a:sym typeface="Arial"/>
              </a:defRPr>
            </a:lvl7pPr>
            <a:lvl8pPr marL="0" lvl="7" indent="0" algn="r">
              <a:spcBef>
                <a:spcPts val="0"/>
              </a:spcBef>
              <a:buNone/>
              <a:defRPr sz="1000" b="0" i="0" u="none" strike="noStrike" cap="none">
                <a:solidFill>
                  <a:schemeClr val="dk1"/>
                </a:solidFill>
                <a:latin typeface="Arial"/>
                <a:ea typeface="Arial"/>
                <a:cs typeface="Arial"/>
                <a:sym typeface="Arial"/>
              </a:defRPr>
            </a:lvl8pPr>
            <a:lvl9pPr marL="0" lvl="8" indent="0" algn="r">
              <a:spcBef>
                <a:spcPts val="0"/>
              </a:spcBef>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82191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26"/>
          <p:cNvSpPr txBox="1">
            <a:spLocks noGrp="1"/>
          </p:cNvSpPr>
          <p:nvPr>
            <p:ph type="body" idx="1"/>
          </p:nvPr>
        </p:nvSpPr>
        <p:spPr>
          <a:xfrm>
            <a:off x="1097279" y="1845734"/>
            <a:ext cx="32400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6" name="Google Shape;66;p26"/>
          <p:cNvSpPr txBox="1">
            <a:spLocks noGrp="1"/>
          </p:cNvSpPr>
          <p:nvPr>
            <p:ph type="body" idx="2"/>
          </p:nvPr>
        </p:nvSpPr>
        <p:spPr>
          <a:xfrm>
            <a:off x="7915680" y="1845734"/>
            <a:ext cx="32400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8" name="Google Shape;68;p26"/>
          <p:cNvSpPr txBox="1">
            <a:spLocks noGrp="1"/>
          </p:cNvSpPr>
          <p:nvPr>
            <p:ph type="body" idx="3"/>
          </p:nvPr>
        </p:nvSpPr>
        <p:spPr>
          <a:xfrm>
            <a:off x="4506480" y="1845734"/>
            <a:ext cx="32400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9" name="Google Shape;69;p26"/>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0012983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AB287F-2ADC-7DEA-5C79-CC456EDCC6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3A08A91-C1A1-041E-641E-0B887EF1F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16EB07-A4C1-FDE7-B109-7567CA0883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9660D1-6EED-4FDD-9AA4-DAE5B45053D7}" type="datetimeFigureOut">
              <a:rPr lang="en-GB" smtClean="0"/>
              <a:t>31/01/2024</a:t>
            </a:fld>
            <a:endParaRPr lang="en-GB"/>
          </a:p>
        </p:txBody>
      </p:sp>
      <p:sp>
        <p:nvSpPr>
          <p:cNvPr id="5" name="Footer Placeholder 4">
            <a:extLst>
              <a:ext uri="{FF2B5EF4-FFF2-40B4-BE49-F238E27FC236}">
                <a16:creationId xmlns:a16="http://schemas.microsoft.com/office/drawing/2014/main" id="{B5F4B3B5-BAFF-53E1-B27E-565B197619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325C664-BFC2-91E9-0567-E4464DB58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5251621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about:blank"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hyperlink" Target="https://dev.opera.com/articles/new-structural-elements-in-html5/"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g158bda26af7_1_214"/>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99" name="Google Shape;399;g158bda26af7_1_214"/>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
        <p:nvSpPr>
          <p:cNvPr id="398" name="Google Shape;398;g158bda26af7_1_214"/>
          <p:cNvSpPr txBox="1"/>
          <p:nvPr/>
        </p:nvSpPr>
        <p:spPr>
          <a:xfrm>
            <a:off x="1066800" y="1910275"/>
            <a:ext cx="10149300" cy="45242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t>Tables in HTML</a:t>
            </a:r>
            <a:endParaRPr b="1" dirty="0"/>
          </a:p>
          <a:p>
            <a:pPr marL="0" lvl="0" indent="0" algn="l" rtl="0">
              <a:spcBef>
                <a:spcPts val="0"/>
              </a:spcBef>
              <a:spcAft>
                <a:spcPts val="0"/>
              </a:spcAft>
              <a:buNone/>
            </a:pPr>
            <a:endParaRPr sz="1200" dirty="0">
              <a:latin typeface="Times New Roman"/>
              <a:ea typeface="Times New Roman"/>
              <a:cs typeface="Times New Roman"/>
              <a:sym typeface="Times New Roman"/>
            </a:endParaRPr>
          </a:p>
          <a:p>
            <a:pPr marL="457200" lvl="0" indent="-317500" algn="l" rtl="0">
              <a:spcBef>
                <a:spcPts val="0"/>
              </a:spcBef>
              <a:spcAft>
                <a:spcPts val="0"/>
              </a:spcAft>
              <a:buSzPts val="1400"/>
              <a:buChar char="•"/>
            </a:pPr>
            <a:r>
              <a:rPr lang="en-US" dirty="0"/>
              <a:t>How to create tables</a:t>
            </a:r>
            <a:endParaRPr dirty="0"/>
          </a:p>
          <a:p>
            <a:pPr marL="457200" lvl="0" indent="-317500" algn="l" rtl="0">
              <a:spcBef>
                <a:spcPts val="0"/>
              </a:spcBef>
              <a:spcAft>
                <a:spcPts val="0"/>
              </a:spcAft>
              <a:buSzPts val="1400"/>
              <a:buChar char="•"/>
            </a:pPr>
            <a:r>
              <a:rPr lang="en-US" dirty="0"/>
              <a:t>Table attributes</a:t>
            </a:r>
            <a:endParaRPr dirty="0"/>
          </a:p>
          <a:p>
            <a:pPr marL="457200" lvl="0" indent="-317500" algn="l" rtl="0">
              <a:spcBef>
                <a:spcPts val="0"/>
              </a:spcBef>
              <a:spcAft>
                <a:spcPts val="0"/>
              </a:spcAft>
              <a:buSzPts val="1400"/>
              <a:buChar char="•"/>
            </a:pPr>
            <a:r>
              <a:rPr lang="en-US" dirty="0"/>
              <a:t>Page lay-out using tables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i="1" dirty="0"/>
              <a:t>Creating Html tables:</a:t>
            </a:r>
            <a:endParaRPr i="1" dirty="0"/>
          </a:p>
          <a:p>
            <a:pPr marL="457200" lvl="0" indent="-317500" algn="l" rtl="0">
              <a:spcBef>
                <a:spcPts val="0"/>
              </a:spcBef>
              <a:spcAft>
                <a:spcPts val="0"/>
              </a:spcAft>
              <a:buSzPts val="1400"/>
              <a:buAutoNum type="arabicPeriod"/>
            </a:pPr>
            <a:r>
              <a:rPr lang="en-US" dirty="0"/>
              <a:t>Tables display information in rows and columns. Tables are commonly used to display all manner of data that fits in a grid such as train schedules, television listings, financial reports etc.</a:t>
            </a:r>
            <a:endParaRPr dirty="0"/>
          </a:p>
          <a:p>
            <a:pPr marL="457200" lvl="0" indent="-317500" algn="l" rtl="0">
              <a:spcBef>
                <a:spcPts val="0"/>
              </a:spcBef>
              <a:spcAft>
                <a:spcPts val="0"/>
              </a:spcAft>
              <a:buSzPts val="1400"/>
              <a:buAutoNum type="arabicPeriod"/>
            </a:pPr>
            <a:r>
              <a:rPr lang="en-US" dirty="0"/>
              <a:t>&lt;table&gt; tag is used to start a table while &lt;/table&gt; tag indicates the end of the table</a:t>
            </a:r>
            <a:r>
              <a:rPr lang="en-US" dirty="0" smtClean="0"/>
              <a:t>.</a:t>
            </a:r>
            <a:endParaRPr dirty="0"/>
          </a:p>
          <a:p>
            <a:pPr marL="457200" lvl="0" indent="0" algn="l" rtl="0">
              <a:spcBef>
                <a:spcPts val="0"/>
              </a:spcBef>
              <a:spcAft>
                <a:spcPts val="0"/>
              </a:spcAft>
              <a:buNone/>
            </a:pPr>
            <a:endParaRPr dirty="0"/>
          </a:p>
          <a:p>
            <a:pPr marL="139700" lvl="0" algn="l" rtl="0">
              <a:spcBef>
                <a:spcPts val="0"/>
              </a:spcBef>
              <a:spcAft>
                <a:spcPts val="0"/>
              </a:spcAft>
              <a:buSzPts val="1400"/>
            </a:pPr>
            <a:r>
              <a:rPr lang="en-US" dirty="0"/>
              <a:t>Table </a:t>
            </a:r>
            <a:r>
              <a:rPr lang="en-US" dirty="0" smtClean="0"/>
              <a:t>Structure</a:t>
            </a:r>
            <a:endParaRPr dirty="0"/>
          </a:p>
          <a:p>
            <a:pPr marL="914400" lvl="0" indent="-317500" algn="l" rtl="0">
              <a:spcBef>
                <a:spcPts val="0"/>
              </a:spcBef>
              <a:spcAft>
                <a:spcPts val="0"/>
              </a:spcAft>
              <a:buSzPts val="1400"/>
              <a:buChar char="➔"/>
            </a:pPr>
            <a:r>
              <a:rPr lang="en-US" dirty="0"/>
              <a:t>&lt;tr&gt; tag starts a row of the table and &lt;/tr&gt; ends the row</a:t>
            </a:r>
            <a:endParaRPr dirty="0"/>
          </a:p>
          <a:p>
            <a:pPr marL="914400" lvl="0" indent="-317500" algn="l" rtl="0">
              <a:spcBef>
                <a:spcPts val="0"/>
              </a:spcBef>
              <a:spcAft>
                <a:spcPts val="0"/>
              </a:spcAft>
              <a:buSzPts val="1400"/>
              <a:buChar char="➔"/>
            </a:pPr>
            <a:r>
              <a:rPr lang="en-US" dirty="0"/>
              <a:t>&lt;td&gt; is used to create a cell inside the row while &lt;/td&gt; ends the cell.</a:t>
            </a:r>
            <a:endParaRPr dirty="0"/>
          </a:p>
          <a:p>
            <a:pPr marL="914400" lvl="0" indent="-317500" algn="l" rtl="0">
              <a:spcBef>
                <a:spcPts val="0"/>
              </a:spcBef>
              <a:spcAft>
                <a:spcPts val="0"/>
              </a:spcAft>
              <a:buSzPts val="1400"/>
              <a:buChar char="➔"/>
            </a:pPr>
            <a:r>
              <a:rPr lang="en-US" dirty="0"/>
              <a:t>The contents of the cell are written between &lt;td&gt; and &lt;/td&gt; tags</a:t>
            </a:r>
            <a:endParaRPr dirty="0"/>
          </a:p>
          <a:p>
            <a:pPr marL="914400" lvl="0" indent="-317500" algn="l" rtl="0">
              <a:spcBef>
                <a:spcPts val="0"/>
              </a:spcBef>
              <a:spcAft>
                <a:spcPts val="0"/>
              </a:spcAft>
              <a:buSzPts val="1400"/>
              <a:buChar char="➔"/>
            </a:pPr>
            <a:r>
              <a:rPr lang="en-US" dirty="0"/>
              <a:t>&lt;</a:t>
            </a:r>
            <a:r>
              <a:rPr lang="en-US" dirty="0" err="1"/>
              <a:t>th</a:t>
            </a:r>
            <a:r>
              <a:rPr lang="en-US" dirty="0"/>
              <a:t>&gt; tag is used to declare the cell of the heading row of the table</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9"/>
          <p:cNvSpPr txBox="1">
            <a:spLocks noGrp="1"/>
          </p:cNvSpPr>
          <p:nvPr>
            <p:ph type="title"/>
          </p:nvPr>
        </p:nvSpPr>
        <p:spPr>
          <a:xfrm>
            <a:off x="1066805" y="10405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sz="4500"/>
              <a:t>Basic Construction of an HTML Page:</a:t>
            </a:r>
            <a:endParaRPr sz="4500"/>
          </a:p>
        </p:txBody>
      </p:sp>
      <p:sp>
        <p:nvSpPr>
          <p:cNvPr id="405" name="Google Shape;405;p9"/>
          <p:cNvSpPr txBox="1">
            <a:spLocks noGrp="1"/>
          </p:cNvSpPr>
          <p:nvPr>
            <p:ph type="body" idx="1"/>
          </p:nvPr>
        </p:nvSpPr>
        <p:spPr>
          <a:xfrm>
            <a:off x="1097318" y="2382402"/>
            <a:ext cx="4937700" cy="736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000"/>
              <a:buNone/>
            </a:pPr>
            <a:r>
              <a:rPr lang="en-US" sz="1600"/>
              <a:t>Table level attributes:</a:t>
            </a:r>
            <a:endParaRPr sz="1600"/>
          </a:p>
        </p:txBody>
      </p:sp>
      <p:sp>
        <p:nvSpPr>
          <p:cNvPr id="407" name="Google Shape;407;p9"/>
          <p:cNvSpPr txBox="1">
            <a:spLocks noGrp="1"/>
          </p:cNvSpPr>
          <p:nvPr>
            <p:ph sz="half" idx="2"/>
          </p:nvPr>
        </p:nvSpPr>
        <p:spPr>
          <a:xfrm>
            <a:off x="6217958" y="2382402"/>
            <a:ext cx="4937700" cy="736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000"/>
              <a:buNone/>
            </a:pPr>
            <a:r>
              <a:rPr lang="en-US" sz="1700" b="1" dirty="0"/>
              <a:t>Row level attributes:</a:t>
            </a:r>
            <a:endParaRPr sz="1700" b="1" dirty="0"/>
          </a:p>
        </p:txBody>
      </p:sp>
      <p:sp>
        <p:nvSpPr>
          <p:cNvPr id="406" name="Google Shape;406;p9"/>
          <p:cNvSpPr txBox="1">
            <a:spLocks noGrp="1"/>
          </p:cNvSpPr>
          <p:nvPr>
            <p:ph type="body" sz="quarter" idx="3"/>
          </p:nvPr>
        </p:nvSpPr>
        <p:spPr>
          <a:xfrm>
            <a:off x="1097318" y="2978009"/>
            <a:ext cx="4937700" cy="3378300"/>
          </a:xfrm>
          <a:prstGeom prst="rect">
            <a:avLst/>
          </a:prstGeom>
          <a:noFill/>
          <a:ln>
            <a:noFill/>
          </a:ln>
        </p:spPr>
        <p:txBody>
          <a:bodyPr spcFirstLastPara="1" wrap="square" lIns="0" tIns="45700" rIns="0" bIns="45700" anchor="t" anchorCtr="0">
            <a:normAutofit fontScale="70000" lnSpcReduction="20000"/>
          </a:bodyPr>
          <a:lstStyle/>
          <a:p>
            <a:pPr marL="457200" lvl="0" indent="-308610" algn="l" rtl="0">
              <a:lnSpc>
                <a:spcPct val="90000"/>
              </a:lnSpc>
              <a:spcBef>
                <a:spcPts val="0"/>
              </a:spcBef>
              <a:spcAft>
                <a:spcPts val="0"/>
              </a:spcAft>
              <a:buClr>
                <a:schemeClr val="dk1"/>
              </a:buClr>
              <a:buSzPct val="90000"/>
              <a:buChar char="●"/>
            </a:pPr>
            <a:r>
              <a:rPr lang="en-US" b="0" dirty="0"/>
              <a:t>The Border Attribute: Indicates the presence of the border around the table: &lt;table border=“1”&gt;</a:t>
            </a:r>
            <a:endParaRPr b="0" dirty="0"/>
          </a:p>
          <a:p>
            <a:pPr marL="457200" lvl="0" indent="0" algn="l" rtl="0">
              <a:lnSpc>
                <a:spcPct val="90000"/>
              </a:lnSpc>
              <a:spcBef>
                <a:spcPts val="0"/>
              </a:spcBef>
              <a:spcAft>
                <a:spcPts val="0"/>
              </a:spcAft>
              <a:buNone/>
            </a:pPr>
            <a:endParaRPr b="0" dirty="0"/>
          </a:p>
          <a:p>
            <a:pPr marL="457200" lvl="0" indent="-308610" algn="l" rtl="0">
              <a:lnSpc>
                <a:spcPct val="90000"/>
              </a:lnSpc>
              <a:spcBef>
                <a:spcPts val="0"/>
              </a:spcBef>
              <a:spcAft>
                <a:spcPts val="0"/>
              </a:spcAft>
              <a:buClr>
                <a:schemeClr val="dk1"/>
              </a:buClr>
              <a:buSzPct val="90000"/>
              <a:buChar char="●"/>
            </a:pPr>
            <a:r>
              <a:rPr lang="en-US" b="0" dirty="0"/>
              <a:t>The align Attribute: &lt;table align= “center, right or left”&gt;</a:t>
            </a:r>
            <a:endParaRPr b="0" dirty="0"/>
          </a:p>
          <a:p>
            <a:pPr marL="457200" lvl="0" indent="0" algn="l" rtl="0">
              <a:lnSpc>
                <a:spcPct val="90000"/>
              </a:lnSpc>
              <a:spcBef>
                <a:spcPts val="0"/>
              </a:spcBef>
              <a:spcAft>
                <a:spcPts val="0"/>
              </a:spcAft>
              <a:buNone/>
            </a:pPr>
            <a:endParaRPr b="0" dirty="0"/>
          </a:p>
          <a:p>
            <a:pPr marL="457200" lvl="0" indent="-308610" algn="l" rtl="0">
              <a:lnSpc>
                <a:spcPct val="90000"/>
              </a:lnSpc>
              <a:spcBef>
                <a:spcPts val="0"/>
              </a:spcBef>
              <a:spcAft>
                <a:spcPts val="0"/>
              </a:spcAft>
              <a:buClr>
                <a:schemeClr val="dk1"/>
              </a:buClr>
              <a:buSzPct val="90000"/>
              <a:buChar char="●"/>
            </a:pPr>
            <a:r>
              <a:rPr lang="en-US" b="0" dirty="0"/>
              <a:t>The </a:t>
            </a:r>
            <a:r>
              <a:rPr lang="en-US" b="0" dirty="0" err="1"/>
              <a:t>bgcolor</a:t>
            </a:r>
            <a:r>
              <a:rPr lang="en-US" b="0" dirty="0"/>
              <a:t> Attribute: sets the background color</a:t>
            </a:r>
            <a:endParaRPr b="0" dirty="0"/>
          </a:p>
          <a:p>
            <a:pPr marL="457200" lvl="0" indent="0" algn="l" rtl="0">
              <a:lnSpc>
                <a:spcPct val="90000"/>
              </a:lnSpc>
              <a:spcBef>
                <a:spcPts val="0"/>
              </a:spcBef>
              <a:spcAft>
                <a:spcPts val="0"/>
              </a:spcAft>
              <a:buNone/>
            </a:pPr>
            <a:r>
              <a:rPr lang="en-US" b="0" dirty="0"/>
              <a:t>of the table: &lt;table </a:t>
            </a:r>
            <a:r>
              <a:rPr lang="en-US" b="0" dirty="0" err="1"/>
              <a:t>bgcolor</a:t>
            </a:r>
            <a:r>
              <a:rPr lang="en-US" b="0" dirty="0"/>
              <a:t>=“gray”&gt;</a:t>
            </a:r>
            <a:endParaRPr b="0" dirty="0"/>
          </a:p>
          <a:p>
            <a:pPr marL="457200" lvl="0" indent="0" algn="l" rtl="0">
              <a:lnSpc>
                <a:spcPct val="90000"/>
              </a:lnSpc>
              <a:spcBef>
                <a:spcPts val="0"/>
              </a:spcBef>
              <a:spcAft>
                <a:spcPts val="0"/>
              </a:spcAft>
              <a:buNone/>
            </a:pPr>
            <a:endParaRPr b="0" dirty="0"/>
          </a:p>
          <a:p>
            <a:pPr marL="457200" lvl="0" indent="-308610" algn="l" rtl="0">
              <a:lnSpc>
                <a:spcPct val="90000"/>
              </a:lnSpc>
              <a:spcBef>
                <a:spcPts val="0"/>
              </a:spcBef>
              <a:spcAft>
                <a:spcPts val="0"/>
              </a:spcAft>
              <a:buClr>
                <a:schemeClr val="dk1"/>
              </a:buClr>
              <a:buSzPct val="90000"/>
              <a:buChar char="●"/>
            </a:pPr>
            <a:r>
              <a:rPr lang="en-US" b="0" dirty="0"/>
              <a:t>The background Attribute: sets the specified image at the background of the table: &lt;table background=“image-title”&gt;</a:t>
            </a:r>
            <a:endParaRPr b="0" dirty="0"/>
          </a:p>
          <a:p>
            <a:pPr marL="457200" lvl="0" indent="0" algn="l" rtl="0">
              <a:lnSpc>
                <a:spcPct val="90000"/>
              </a:lnSpc>
              <a:spcBef>
                <a:spcPts val="0"/>
              </a:spcBef>
              <a:spcAft>
                <a:spcPts val="0"/>
              </a:spcAft>
              <a:buNone/>
            </a:pPr>
            <a:endParaRPr b="0" dirty="0"/>
          </a:p>
          <a:p>
            <a:pPr marL="457200" lvl="0" indent="-308610" algn="l" rtl="0">
              <a:lnSpc>
                <a:spcPct val="90000"/>
              </a:lnSpc>
              <a:spcBef>
                <a:spcPts val="0"/>
              </a:spcBef>
              <a:spcAft>
                <a:spcPts val="0"/>
              </a:spcAft>
              <a:buClr>
                <a:schemeClr val="dk1"/>
              </a:buClr>
              <a:buSzPct val="90000"/>
              <a:buChar char="●"/>
            </a:pPr>
            <a:r>
              <a:rPr lang="en-US" b="0" dirty="0"/>
              <a:t>The height and width </a:t>
            </a:r>
            <a:r>
              <a:rPr lang="en-US" b="0" dirty="0" smtClean="0"/>
              <a:t>Attributes:</a:t>
            </a:r>
            <a:endParaRPr lang="en-US" b="0" dirty="0"/>
          </a:p>
          <a:p>
            <a:pPr marL="457200" lvl="0" indent="-308610" algn="l" rtl="0">
              <a:lnSpc>
                <a:spcPct val="90000"/>
              </a:lnSpc>
              <a:spcBef>
                <a:spcPts val="0"/>
              </a:spcBef>
              <a:spcAft>
                <a:spcPts val="0"/>
              </a:spcAft>
              <a:buClr>
                <a:schemeClr val="dk1"/>
              </a:buClr>
              <a:buSzPct val="90000"/>
              <a:buChar char="●"/>
            </a:pPr>
            <a:r>
              <a:rPr lang="en-US" b="0" dirty="0" smtClean="0"/>
              <a:t>The </a:t>
            </a:r>
            <a:r>
              <a:rPr lang="en-US" b="0" dirty="0" err="1"/>
              <a:t>cellpadding</a:t>
            </a:r>
            <a:r>
              <a:rPr lang="en-US" b="0" dirty="0"/>
              <a:t> Attribute: The </a:t>
            </a:r>
            <a:r>
              <a:rPr lang="en-US" b="0" dirty="0" err="1"/>
              <a:t>cellpadding</a:t>
            </a:r>
            <a:r>
              <a:rPr lang="en-US" b="0" dirty="0"/>
              <a:t> attribute is used to create a gap between the edges of a cell and its contents: &lt;table </a:t>
            </a:r>
            <a:r>
              <a:rPr lang="en-US" b="0" dirty="0" err="1"/>
              <a:t>cellpadding</a:t>
            </a:r>
            <a:r>
              <a:rPr lang="en-US" b="0" dirty="0"/>
              <a:t>=“50</a:t>
            </a:r>
            <a:r>
              <a:rPr lang="en-US" b="0" dirty="0" smtClean="0"/>
              <a:t>”&gt;</a:t>
            </a:r>
            <a:endParaRPr b="0" dirty="0"/>
          </a:p>
        </p:txBody>
      </p:sp>
      <p:sp>
        <p:nvSpPr>
          <p:cNvPr id="408" name="Google Shape;408;p9"/>
          <p:cNvSpPr txBox="1">
            <a:spLocks noGrp="1"/>
          </p:cNvSpPr>
          <p:nvPr>
            <p:ph sz="quarter" idx="4"/>
          </p:nvPr>
        </p:nvSpPr>
        <p:spPr>
          <a:xfrm>
            <a:off x="6249433" y="2978059"/>
            <a:ext cx="4937700" cy="3378300"/>
          </a:xfrm>
          <a:prstGeom prst="rect">
            <a:avLst/>
          </a:prstGeom>
          <a:noFill/>
          <a:ln>
            <a:noFill/>
          </a:ln>
        </p:spPr>
        <p:txBody>
          <a:bodyPr spcFirstLastPara="1" wrap="square" lIns="0" tIns="45700" rIns="0" bIns="45700" anchor="t" anchorCtr="0">
            <a:normAutofit/>
          </a:bodyPr>
          <a:lstStyle/>
          <a:p>
            <a:pPr marL="457200" indent="-317500">
              <a:lnSpc>
                <a:spcPct val="100000"/>
              </a:lnSpc>
              <a:spcBef>
                <a:spcPts val="0"/>
              </a:spcBef>
              <a:buClr>
                <a:schemeClr val="dk1"/>
              </a:buClr>
              <a:buSzPts val="1400"/>
              <a:buFont typeface="Arial" panose="020B0604020202020204" pitchFamily="34" charset="0"/>
              <a:buChar char="●"/>
            </a:pPr>
            <a:r>
              <a:rPr lang="en-US" sz="1400" dirty="0"/>
              <a:t>The </a:t>
            </a:r>
            <a:r>
              <a:rPr lang="en-US" sz="1400" dirty="0" err="1"/>
              <a:t>valign</a:t>
            </a:r>
            <a:r>
              <a:rPr lang="en-US" sz="1400" dirty="0"/>
              <a:t> Attributes: </a:t>
            </a:r>
            <a:endParaRPr lang="en-US" sz="1400" dirty="0" smtClean="0"/>
          </a:p>
          <a:p>
            <a:pPr marL="139700" indent="0">
              <a:lnSpc>
                <a:spcPct val="100000"/>
              </a:lnSpc>
              <a:spcBef>
                <a:spcPts val="0"/>
              </a:spcBef>
              <a:buClr>
                <a:schemeClr val="dk1"/>
              </a:buClr>
              <a:buSzPts val="1400"/>
              <a:buNone/>
            </a:pPr>
            <a:r>
              <a:rPr lang="en-US" sz="1400" dirty="0" smtClean="0"/>
              <a:t>	           &lt;</a:t>
            </a:r>
            <a:r>
              <a:rPr lang="en-US" sz="1400" dirty="0" err="1"/>
              <a:t>tr</a:t>
            </a:r>
            <a:r>
              <a:rPr lang="en-US" sz="1400" dirty="0"/>
              <a:t> </a:t>
            </a:r>
            <a:r>
              <a:rPr lang="en-US" sz="1400" dirty="0" err="1" smtClean="0"/>
              <a:t>valign</a:t>
            </a:r>
            <a:r>
              <a:rPr lang="en-US" sz="1400" dirty="0"/>
              <a:t>=“</a:t>
            </a:r>
            <a:r>
              <a:rPr lang="en-US" sz="1400" dirty="0" err="1" smtClean="0"/>
              <a:t>center,top</a:t>
            </a:r>
            <a:r>
              <a:rPr lang="en-US" sz="1400" dirty="0" smtClean="0"/>
              <a:t> </a:t>
            </a:r>
            <a:r>
              <a:rPr lang="en-US" sz="1400" dirty="0"/>
              <a:t>or </a:t>
            </a:r>
            <a:r>
              <a:rPr lang="en-US" sz="1400" dirty="0" smtClean="0"/>
              <a:t>botto</a:t>
            </a:r>
            <a:r>
              <a:rPr lang="en-US" sz="1400" dirty="0"/>
              <a:t>m</a:t>
            </a:r>
            <a:r>
              <a:rPr lang="en-US" sz="1400" dirty="0" smtClean="0"/>
              <a:t>”&gt;</a:t>
            </a:r>
            <a:endParaRPr lang="en-US" sz="1400" dirty="0"/>
          </a:p>
          <a:p>
            <a:pPr marL="914400" lvl="1" indent="-317500">
              <a:lnSpc>
                <a:spcPct val="100000"/>
              </a:lnSpc>
              <a:spcBef>
                <a:spcPts val="0"/>
              </a:spcBef>
              <a:buClr>
                <a:schemeClr val="dk1"/>
              </a:buClr>
              <a:buSzPts val="1400"/>
              <a:buFont typeface="Arial" panose="020B0604020202020204" pitchFamily="34" charset="0"/>
              <a:buChar char="●"/>
            </a:pPr>
            <a:endParaRPr lang="en-US" sz="1000" dirty="0"/>
          </a:p>
          <a:p>
            <a:pPr marL="457200" lvl="0" indent="-317500" algn="l" rtl="0">
              <a:lnSpc>
                <a:spcPct val="100000"/>
              </a:lnSpc>
              <a:spcBef>
                <a:spcPts val="0"/>
              </a:spcBef>
              <a:spcAft>
                <a:spcPts val="0"/>
              </a:spcAft>
              <a:buClr>
                <a:schemeClr val="dk1"/>
              </a:buClr>
              <a:buSzPts val="1400"/>
              <a:buChar char="●"/>
            </a:pPr>
            <a:r>
              <a:rPr lang="en-US" sz="1400" dirty="0" smtClean="0"/>
              <a:t>The </a:t>
            </a:r>
            <a:r>
              <a:rPr lang="en-US" sz="1400" dirty="0"/>
              <a:t>align Attribute: </a:t>
            </a:r>
            <a:endParaRPr sz="1400" dirty="0"/>
          </a:p>
          <a:p>
            <a:pPr marL="914400" lvl="0" indent="457200" algn="l" rtl="0">
              <a:lnSpc>
                <a:spcPct val="100000"/>
              </a:lnSpc>
              <a:spcBef>
                <a:spcPts val="0"/>
              </a:spcBef>
              <a:spcAft>
                <a:spcPts val="0"/>
              </a:spcAft>
              <a:buNone/>
            </a:pPr>
            <a:r>
              <a:rPr lang="en-US" sz="1400" dirty="0"/>
              <a:t>&lt;</a:t>
            </a:r>
            <a:r>
              <a:rPr lang="en-US" sz="1400" dirty="0" err="1"/>
              <a:t>tr</a:t>
            </a:r>
            <a:r>
              <a:rPr lang="en-US" sz="1400" dirty="0"/>
              <a:t> align=“</a:t>
            </a:r>
            <a:r>
              <a:rPr lang="en-US" sz="1400" dirty="0" err="1"/>
              <a:t>center,right</a:t>
            </a:r>
            <a:r>
              <a:rPr lang="en-US" sz="1400" dirty="0"/>
              <a:t> or left”&gt;</a:t>
            </a:r>
            <a:endParaRPr sz="1400" dirty="0"/>
          </a:p>
          <a:p>
            <a:pPr marL="914400" lvl="0" indent="457200" algn="l" rtl="0">
              <a:lnSpc>
                <a:spcPct val="100000"/>
              </a:lnSpc>
              <a:spcBef>
                <a:spcPts val="0"/>
              </a:spcBef>
              <a:spcAft>
                <a:spcPts val="0"/>
              </a:spcAft>
              <a:buNone/>
            </a:pPr>
            <a:endParaRPr sz="1400" dirty="0"/>
          </a:p>
          <a:p>
            <a:pPr marL="457200" lvl="0" indent="-317500" algn="l" rtl="0">
              <a:lnSpc>
                <a:spcPct val="100000"/>
              </a:lnSpc>
              <a:spcBef>
                <a:spcPts val="0"/>
              </a:spcBef>
              <a:spcAft>
                <a:spcPts val="0"/>
              </a:spcAft>
              <a:buClr>
                <a:schemeClr val="dk1"/>
              </a:buClr>
              <a:buSzPts val="1400"/>
              <a:buChar char="●"/>
            </a:pPr>
            <a:r>
              <a:rPr lang="en-US" sz="1400" dirty="0"/>
              <a:t>The </a:t>
            </a:r>
            <a:r>
              <a:rPr lang="en-US" sz="1400" dirty="0" err="1"/>
              <a:t>bgcolor</a:t>
            </a:r>
            <a:r>
              <a:rPr lang="en-US" sz="1400" dirty="0"/>
              <a:t> Attribute:</a:t>
            </a:r>
            <a:endParaRPr sz="1400" dirty="0"/>
          </a:p>
          <a:p>
            <a:pPr marL="1371600" lvl="0" indent="0" algn="l" rtl="0">
              <a:lnSpc>
                <a:spcPct val="100000"/>
              </a:lnSpc>
              <a:spcBef>
                <a:spcPts val="0"/>
              </a:spcBef>
              <a:spcAft>
                <a:spcPts val="0"/>
              </a:spcAft>
              <a:buNone/>
            </a:pPr>
            <a:r>
              <a:rPr lang="en-US" sz="1400" dirty="0"/>
              <a:t>&lt;</a:t>
            </a:r>
            <a:r>
              <a:rPr lang="en-US" sz="1400" dirty="0" err="1"/>
              <a:t>tr</a:t>
            </a:r>
            <a:r>
              <a:rPr lang="en-US" sz="1400" dirty="0"/>
              <a:t> </a:t>
            </a:r>
            <a:r>
              <a:rPr lang="en-US" sz="1400" dirty="0" err="1"/>
              <a:t>bgcolor</a:t>
            </a:r>
            <a:r>
              <a:rPr lang="en-US" sz="1400" dirty="0"/>
              <a:t>=“gray”&gt;</a:t>
            </a:r>
            <a:endParaRPr sz="1400" dirty="0"/>
          </a:p>
          <a:p>
            <a:pPr marL="1371600" lvl="0" indent="0" algn="l" rtl="0">
              <a:lnSpc>
                <a:spcPct val="100000"/>
              </a:lnSpc>
              <a:spcBef>
                <a:spcPts val="0"/>
              </a:spcBef>
              <a:spcAft>
                <a:spcPts val="0"/>
              </a:spcAft>
              <a:buNone/>
            </a:pPr>
            <a:endParaRPr sz="1400" dirty="0"/>
          </a:p>
          <a:p>
            <a:pPr marL="457200" lvl="0" indent="-317500" algn="l" rtl="0">
              <a:lnSpc>
                <a:spcPct val="100000"/>
              </a:lnSpc>
              <a:spcBef>
                <a:spcPts val="0"/>
              </a:spcBef>
              <a:spcAft>
                <a:spcPts val="0"/>
              </a:spcAft>
              <a:buClr>
                <a:schemeClr val="dk1"/>
              </a:buClr>
              <a:buSzPts val="1400"/>
              <a:buChar char="●"/>
            </a:pPr>
            <a:r>
              <a:rPr lang="en-US" sz="1400" dirty="0"/>
              <a:t>The background Attribute:</a:t>
            </a:r>
            <a:endParaRPr sz="1400" dirty="0"/>
          </a:p>
          <a:p>
            <a:pPr marL="1371600" lvl="0" indent="0" algn="l" rtl="0">
              <a:lnSpc>
                <a:spcPct val="100000"/>
              </a:lnSpc>
              <a:spcBef>
                <a:spcPts val="0"/>
              </a:spcBef>
              <a:spcAft>
                <a:spcPts val="0"/>
              </a:spcAft>
              <a:buNone/>
            </a:pPr>
            <a:r>
              <a:rPr lang="en-US" sz="1400" dirty="0"/>
              <a:t>&lt;</a:t>
            </a:r>
            <a:r>
              <a:rPr lang="en-US" sz="1400" dirty="0" err="1"/>
              <a:t>tr</a:t>
            </a:r>
            <a:r>
              <a:rPr lang="en-US" sz="1400" dirty="0"/>
              <a:t> background=“image-name”&gt;</a:t>
            </a:r>
            <a:endParaRPr sz="1400" dirty="0"/>
          </a:p>
          <a:p>
            <a:pPr marL="1371600" lvl="0" indent="0" algn="l" rtl="0">
              <a:lnSpc>
                <a:spcPct val="100000"/>
              </a:lnSpc>
              <a:spcBef>
                <a:spcPts val="0"/>
              </a:spcBef>
              <a:spcAft>
                <a:spcPts val="0"/>
              </a:spcAft>
              <a:buNone/>
            </a:pPr>
            <a:endParaRPr sz="1400" dirty="0"/>
          </a:p>
          <a:p>
            <a:pPr marL="457200" lvl="0" indent="-317500" algn="l" rtl="0">
              <a:lnSpc>
                <a:spcPct val="100000"/>
              </a:lnSpc>
              <a:spcBef>
                <a:spcPts val="0"/>
              </a:spcBef>
              <a:spcAft>
                <a:spcPts val="0"/>
              </a:spcAft>
              <a:buClr>
                <a:schemeClr val="dk1"/>
              </a:buClr>
              <a:buSzPts val="1400"/>
              <a:buChar char="●"/>
            </a:pPr>
            <a:r>
              <a:rPr lang="en-US" sz="1400" dirty="0"/>
              <a:t>The height and width Attributes:</a:t>
            </a:r>
            <a:endParaRPr sz="1400" dirty="0"/>
          </a:p>
          <a:p>
            <a:pPr marL="1371600" lvl="0" indent="0" algn="l" rtl="0">
              <a:lnSpc>
                <a:spcPct val="100000"/>
              </a:lnSpc>
              <a:spcBef>
                <a:spcPts val="0"/>
              </a:spcBef>
              <a:spcAft>
                <a:spcPts val="0"/>
              </a:spcAft>
              <a:buNone/>
            </a:pPr>
            <a:r>
              <a:rPr lang="en-US" sz="1400" dirty="0"/>
              <a:t>&lt;</a:t>
            </a:r>
            <a:r>
              <a:rPr lang="en-US" sz="1400" dirty="0" err="1"/>
              <a:t>tr</a:t>
            </a:r>
            <a:r>
              <a:rPr lang="en-US" sz="1400" dirty="0"/>
              <a:t>  height=“20”  </a:t>
            </a:r>
            <a:r>
              <a:rPr lang="en-US" sz="1400" dirty="0" err="1"/>
              <a:t>widht</a:t>
            </a:r>
            <a:r>
              <a:rPr lang="en-US" sz="1400" dirty="0"/>
              <a:t>=“20</a:t>
            </a:r>
            <a:r>
              <a:rPr lang="en-US" sz="1400" dirty="0" smtClean="0"/>
              <a:t>”&gt;</a:t>
            </a:r>
            <a:endParaRPr lang="en-US" sz="1400" dirty="0"/>
          </a:p>
          <a:p>
            <a:pPr marL="1371600" lvl="0" indent="0" algn="l" rtl="0">
              <a:lnSpc>
                <a:spcPct val="100000"/>
              </a:lnSpc>
              <a:spcBef>
                <a:spcPts val="0"/>
              </a:spcBef>
              <a:spcAft>
                <a:spcPts val="0"/>
              </a:spcAft>
              <a:buNone/>
            </a:pPr>
            <a:endParaRPr lang="en-US" sz="1400" dirty="0" smtClean="0"/>
          </a:p>
        </p:txBody>
      </p:sp>
      <p:sp>
        <p:nvSpPr>
          <p:cNvPr id="409" name="Google Shape;409;p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MEAN</a:t>
            </a:r>
            <a:r>
              <a:rPr lang="en-US" b="1">
                <a:solidFill>
                  <a:schemeClr val="accent1"/>
                </a:solidFill>
              </a:rPr>
              <a:t>/</a:t>
            </a:r>
            <a:r>
              <a:rPr lang="en-US"/>
              <a:t>MERN Stack</a:t>
            </a:r>
            <a:endParaRPr/>
          </a:p>
        </p:txBody>
      </p:sp>
      <p:sp>
        <p:nvSpPr>
          <p:cNvPr id="412" name="Google Shape;412;p9"/>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cxnSp>
        <p:nvCxnSpPr>
          <p:cNvPr id="410" name="Google Shape;410;p9"/>
          <p:cNvCxnSpPr/>
          <p:nvPr/>
        </p:nvCxnSpPr>
        <p:spPr>
          <a:xfrm>
            <a:off x="6118983" y="1986843"/>
            <a:ext cx="46500" cy="4009800"/>
          </a:xfrm>
          <a:prstGeom prst="straightConnector1">
            <a:avLst/>
          </a:prstGeom>
          <a:noFill/>
          <a:ln w="9525" cap="flat" cmpd="sng">
            <a:solidFill>
              <a:schemeClr val="dk2"/>
            </a:solidFill>
            <a:prstDash val="solid"/>
            <a:round/>
            <a:headEnd type="none" w="med" len="med"/>
            <a:tailEnd type="none" w="med" len="med"/>
          </a:ln>
        </p:spPr>
      </p:cxnSp>
      <p:sp>
        <p:nvSpPr>
          <p:cNvPr id="411" name="Google Shape;411;p9"/>
          <p:cNvSpPr txBox="1"/>
          <p:nvPr/>
        </p:nvSpPr>
        <p:spPr>
          <a:xfrm>
            <a:off x="1231950" y="1735650"/>
            <a:ext cx="9205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a:t>Table attributes:</a:t>
            </a:r>
            <a:endParaRPr sz="1200" b="1"/>
          </a:p>
          <a:p>
            <a:pPr marL="457200" lvl="0" indent="-304800" algn="l" rtl="0">
              <a:spcBef>
                <a:spcPts val="0"/>
              </a:spcBef>
              <a:spcAft>
                <a:spcPts val="0"/>
              </a:spcAft>
              <a:buSzPts val="1200"/>
              <a:buFont typeface="Arial"/>
              <a:buAutoNum type="arabicPeriod"/>
            </a:pPr>
            <a:r>
              <a:rPr lang="en-US" sz="1200"/>
              <a:t>Table level attributes</a:t>
            </a:r>
            <a:endParaRPr sz="1200"/>
          </a:p>
          <a:p>
            <a:pPr marL="457200" lvl="0" indent="-304800" algn="l" rtl="0">
              <a:spcBef>
                <a:spcPts val="0"/>
              </a:spcBef>
              <a:spcAft>
                <a:spcPts val="0"/>
              </a:spcAft>
              <a:buSzPts val="1200"/>
              <a:buFont typeface="Arial"/>
              <a:buAutoNum type="arabicPeriod"/>
            </a:pPr>
            <a:r>
              <a:rPr lang="en-US" sz="1200"/>
              <a:t>Row level attributes</a:t>
            </a:r>
            <a:endParaRPr sz="1200"/>
          </a:p>
          <a:p>
            <a:pPr marL="457200" lvl="0" indent="-304800" algn="l" rtl="0">
              <a:spcBef>
                <a:spcPts val="0"/>
              </a:spcBef>
              <a:spcAft>
                <a:spcPts val="0"/>
              </a:spcAft>
              <a:buSzPts val="1200"/>
              <a:buFont typeface="Arial"/>
              <a:buAutoNum type="arabicPeriod"/>
            </a:pPr>
            <a:r>
              <a:rPr lang="en-US" sz="1200"/>
              <a:t>Cell level attributes</a:t>
            </a: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158bda26af7_1_231"/>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sz="4500"/>
              <a:t>Basic Construction of an HTML Page:</a:t>
            </a:r>
            <a:endParaRPr sz="4500"/>
          </a:p>
        </p:txBody>
      </p:sp>
      <p:sp>
        <p:nvSpPr>
          <p:cNvPr id="418" name="Google Shape;418;g158bda26af7_1_231"/>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000"/>
              <a:buNone/>
            </a:pPr>
            <a:r>
              <a:rPr lang="en-US"/>
              <a:t>Cell level attributes:</a:t>
            </a:r>
            <a:endParaRPr/>
          </a:p>
        </p:txBody>
      </p:sp>
      <p:sp>
        <p:nvSpPr>
          <p:cNvPr id="419" name="Google Shape;419;g158bda26af7_1_231"/>
          <p:cNvSpPr txBox="1">
            <a:spLocks noGrp="1"/>
          </p:cNvSpPr>
          <p:nvPr>
            <p:ph type="body" sz="quarter" idx="3"/>
          </p:nvPr>
        </p:nvSpPr>
        <p:spPr>
          <a:xfrm>
            <a:off x="1097270" y="2441650"/>
            <a:ext cx="9831600" cy="3378300"/>
          </a:xfrm>
          <a:prstGeom prst="rect">
            <a:avLst/>
          </a:prstGeom>
          <a:noFill/>
          <a:ln>
            <a:noFill/>
          </a:ln>
        </p:spPr>
        <p:txBody>
          <a:bodyPr spcFirstLastPara="1" wrap="square" lIns="0" tIns="45700" rIns="0" bIns="45700" anchor="t" anchorCtr="0">
            <a:normAutofit/>
          </a:bodyPr>
          <a:lstStyle/>
          <a:p>
            <a:pPr marL="457200" lvl="0" indent="-304800" algn="l" rtl="0">
              <a:lnSpc>
                <a:spcPct val="90000"/>
              </a:lnSpc>
              <a:spcBef>
                <a:spcPts val="0"/>
              </a:spcBef>
              <a:spcAft>
                <a:spcPts val="0"/>
              </a:spcAft>
              <a:buClr>
                <a:schemeClr val="dk1"/>
              </a:buClr>
              <a:buSzPts val="1200"/>
              <a:buChar char="●"/>
            </a:pPr>
            <a:r>
              <a:rPr lang="en-US" sz="1400" dirty="0"/>
              <a:t>The align Attribute: </a:t>
            </a:r>
            <a:endParaRPr sz="1400" dirty="0"/>
          </a:p>
          <a:p>
            <a:pPr marL="457200" lvl="0" indent="0" algn="l" rtl="0">
              <a:lnSpc>
                <a:spcPct val="90000"/>
              </a:lnSpc>
              <a:spcBef>
                <a:spcPts val="0"/>
              </a:spcBef>
              <a:spcAft>
                <a:spcPts val="0"/>
              </a:spcAft>
              <a:buNone/>
            </a:pPr>
            <a:r>
              <a:rPr lang="en-US" sz="1400" dirty="0"/>
              <a:t>&lt;</a:t>
            </a:r>
            <a:r>
              <a:rPr lang="en-US" sz="1400" dirty="0" smtClean="0"/>
              <a:t>td </a:t>
            </a:r>
            <a:r>
              <a:rPr lang="en-US" sz="1400" dirty="0"/>
              <a:t>align=“</a:t>
            </a:r>
            <a:r>
              <a:rPr lang="en-US" sz="1400" dirty="0" err="1"/>
              <a:t>center,right</a:t>
            </a:r>
            <a:r>
              <a:rPr lang="en-US" sz="1400" dirty="0"/>
              <a:t> or left</a:t>
            </a:r>
            <a:r>
              <a:rPr lang="en-US" sz="1400" dirty="0" smtClean="0"/>
              <a:t>”&gt;</a:t>
            </a:r>
            <a:endParaRPr sz="1400" dirty="0"/>
          </a:p>
          <a:p>
            <a:pPr marL="457200" lvl="0" indent="-304800" algn="l" rtl="0">
              <a:lnSpc>
                <a:spcPct val="90000"/>
              </a:lnSpc>
              <a:spcBef>
                <a:spcPts val="0"/>
              </a:spcBef>
              <a:spcAft>
                <a:spcPts val="0"/>
              </a:spcAft>
              <a:buClr>
                <a:schemeClr val="dk1"/>
              </a:buClr>
              <a:buSzPts val="1200"/>
              <a:buChar char="●"/>
            </a:pPr>
            <a:r>
              <a:rPr lang="en-US" sz="1400" dirty="0"/>
              <a:t>The </a:t>
            </a:r>
            <a:r>
              <a:rPr lang="en-US" sz="1400" dirty="0" err="1"/>
              <a:t>bgcolor</a:t>
            </a:r>
            <a:r>
              <a:rPr lang="en-US" sz="1400" dirty="0"/>
              <a:t> Attribute: </a:t>
            </a:r>
            <a:endParaRPr lang="en-US" sz="1400" dirty="0" smtClean="0"/>
          </a:p>
          <a:p>
            <a:pPr marL="457200" lvl="0" indent="-304800" algn="l" rtl="0">
              <a:lnSpc>
                <a:spcPct val="90000"/>
              </a:lnSpc>
              <a:spcBef>
                <a:spcPts val="0"/>
              </a:spcBef>
              <a:spcAft>
                <a:spcPts val="0"/>
              </a:spcAft>
              <a:buClr>
                <a:schemeClr val="dk1"/>
              </a:buClr>
              <a:buSzPts val="1200"/>
              <a:buChar char="●"/>
            </a:pPr>
            <a:r>
              <a:rPr lang="en-US" sz="1400" dirty="0" smtClean="0"/>
              <a:t>The </a:t>
            </a:r>
            <a:r>
              <a:rPr lang="en-US" sz="1400" dirty="0"/>
              <a:t>height and width </a:t>
            </a:r>
            <a:r>
              <a:rPr lang="en-US" sz="1400" dirty="0" smtClean="0"/>
              <a:t>Attributes</a:t>
            </a:r>
            <a:r>
              <a:rPr lang="en-US" sz="1400" dirty="0"/>
              <a:t>:</a:t>
            </a:r>
            <a:endParaRPr sz="1400" dirty="0"/>
          </a:p>
          <a:p>
            <a:pPr marL="457200" lvl="0" indent="-304800" algn="l" rtl="0">
              <a:lnSpc>
                <a:spcPct val="90000"/>
              </a:lnSpc>
              <a:spcBef>
                <a:spcPts val="0"/>
              </a:spcBef>
              <a:spcAft>
                <a:spcPts val="0"/>
              </a:spcAft>
              <a:buClr>
                <a:schemeClr val="dk1"/>
              </a:buClr>
              <a:buSzPts val="1200"/>
              <a:buChar char="●"/>
            </a:pPr>
            <a:r>
              <a:rPr lang="en-US" sz="1400" dirty="0"/>
              <a:t>The </a:t>
            </a:r>
            <a:r>
              <a:rPr lang="en-US" sz="1400" dirty="0" err="1"/>
              <a:t>valign</a:t>
            </a:r>
            <a:r>
              <a:rPr lang="en-US" sz="1400" dirty="0"/>
              <a:t> Attributes: </a:t>
            </a:r>
            <a:endParaRPr lang="en-US" sz="1400" dirty="0" smtClean="0"/>
          </a:p>
          <a:p>
            <a:pPr marL="457200" lvl="0" indent="-304800" algn="l" rtl="0">
              <a:lnSpc>
                <a:spcPct val="90000"/>
              </a:lnSpc>
              <a:spcBef>
                <a:spcPts val="0"/>
              </a:spcBef>
              <a:spcAft>
                <a:spcPts val="0"/>
              </a:spcAft>
              <a:buClr>
                <a:schemeClr val="dk1"/>
              </a:buClr>
              <a:buSzPts val="1200"/>
              <a:buChar char="●"/>
            </a:pPr>
            <a:r>
              <a:rPr lang="en-US" sz="1400" dirty="0" smtClean="0"/>
              <a:t>a)The </a:t>
            </a:r>
            <a:r>
              <a:rPr lang="en-US" sz="1400" dirty="0" err="1"/>
              <a:t>rowspan</a:t>
            </a:r>
            <a:r>
              <a:rPr lang="en-US" sz="1400" dirty="0"/>
              <a:t> Attributes: used when a cell should span across more than one rows. </a:t>
            </a:r>
            <a:endParaRPr lang="en-US" sz="1400" dirty="0" smtClean="0"/>
          </a:p>
          <a:p>
            <a:pPr marL="457200" lvl="0" indent="-304800" algn="l" rtl="0">
              <a:lnSpc>
                <a:spcPct val="90000"/>
              </a:lnSpc>
              <a:spcBef>
                <a:spcPts val="0"/>
              </a:spcBef>
              <a:spcAft>
                <a:spcPts val="0"/>
              </a:spcAft>
              <a:buClr>
                <a:schemeClr val="dk1"/>
              </a:buClr>
              <a:buSzPts val="1200"/>
              <a:buChar char="●"/>
            </a:pPr>
            <a:r>
              <a:rPr lang="en-US" sz="1400" dirty="0" smtClean="0"/>
              <a:t>b)The </a:t>
            </a:r>
            <a:r>
              <a:rPr lang="en-US" sz="1400" dirty="0" err="1"/>
              <a:t>colspan</a:t>
            </a:r>
            <a:r>
              <a:rPr lang="en-US" sz="1400" dirty="0"/>
              <a:t> Attribute: used when a cell should span across more than one column</a:t>
            </a:r>
            <a:endParaRPr sz="1400" dirty="0"/>
          </a:p>
          <a:p>
            <a:pPr marL="45720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r>
              <a:rPr lang="en-US" dirty="0"/>
              <a:t>Adding caption to the table:</a:t>
            </a:r>
            <a:endParaRPr dirty="0"/>
          </a:p>
          <a:p>
            <a:pPr marL="0" lvl="0" indent="0" algn="l" rtl="0">
              <a:lnSpc>
                <a:spcPct val="90000"/>
              </a:lnSpc>
              <a:spcBef>
                <a:spcPts val="0"/>
              </a:spcBef>
              <a:spcAft>
                <a:spcPts val="0"/>
              </a:spcAft>
              <a:buNone/>
            </a:pPr>
            <a:endParaRPr dirty="0"/>
          </a:p>
          <a:p>
            <a:pPr marL="457200" lvl="0" indent="-317500" algn="l" rtl="0">
              <a:lnSpc>
                <a:spcPct val="90000"/>
              </a:lnSpc>
              <a:spcBef>
                <a:spcPts val="0"/>
              </a:spcBef>
              <a:spcAft>
                <a:spcPts val="0"/>
              </a:spcAft>
              <a:buClr>
                <a:schemeClr val="dk1"/>
              </a:buClr>
              <a:buSzPts val="1400"/>
              <a:buChar char="➔"/>
            </a:pPr>
            <a:r>
              <a:rPr lang="en-US" sz="1400" dirty="0"/>
              <a:t>&lt;caption&gt; tag is used to add a caption of the table</a:t>
            </a:r>
            <a:endParaRPr sz="1400" dirty="0"/>
          </a:p>
          <a:p>
            <a:pPr marL="457200" lvl="0" indent="0" algn="l" rtl="0">
              <a:lnSpc>
                <a:spcPct val="90000"/>
              </a:lnSpc>
              <a:spcBef>
                <a:spcPts val="0"/>
              </a:spcBef>
              <a:spcAft>
                <a:spcPts val="0"/>
              </a:spcAft>
              <a:buNone/>
            </a:pPr>
            <a:endParaRPr sz="1400" dirty="0"/>
          </a:p>
          <a:p>
            <a:pPr marL="457200" lvl="0" indent="-317500" algn="l" rtl="0">
              <a:lnSpc>
                <a:spcPct val="90000"/>
              </a:lnSpc>
              <a:spcBef>
                <a:spcPts val="0"/>
              </a:spcBef>
              <a:spcAft>
                <a:spcPts val="0"/>
              </a:spcAft>
              <a:buClr>
                <a:schemeClr val="dk1"/>
              </a:buClr>
              <a:buSzPts val="1400"/>
              <a:buChar char="➔"/>
            </a:pPr>
            <a:r>
              <a:rPr lang="en-US" sz="1400" dirty="0"/>
              <a:t>We usually add caption before the first row of the table</a:t>
            </a:r>
            <a:endParaRPr sz="1400" dirty="0"/>
          </a:p>
          <a:p>
            <a:pPr marL="0" lvl="0" indent="0" algn="l" rtl="0">
              <a:lnSpc>
                <a:spcPct val="90000"/>
              </a:lnSpc>
              <a:spcBef>
                <a:spcPts val="0"/>
              </a:spcBef>
              <a:spcAft>
                <a:spcPts val="0"/>
              </a:spcAft>
              <a:buNone/>
            </a:pPr>
            <a:endParaRPr dirty="0"/>
          </a:p>
        </p:txBody>
      </p:sp>
      <p:sp>
        <p:nvSpPr>
          <p:cNvPr id="420" name="Google Shape;420;g158bda26af7_1_23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MEAN</a:t>
            </a:r>
            <a:r>
              <a:rPr lang="en-US" b="1">
                <a:solidFill>
                  <a:schemeClr val="accent1"/>
                </a:solidFill>
              </a:rPr>
              <a:t>/</a:t>
            </a:r>
            <a:r>
              <a:rPr lang="en-US"/>
              <a:t>MERN Stack</a:t>
            </a:r>
            <a:endParaRPr/>
          </a:p>
        </p:txBody>
      </p:sp>
      <p:sp>
        <p:nvSpPr>
          <p:cNvPr id="421" name="Google Shape;421;g158bda26af7_1_231"/>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g158bda26af7_1_244"/>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sz="4500"/>
              <a:t>Basic Construction of an HTML Page:</a:t>
            </a:r>
            <a:endParaRPr sz="4500"/>
          </a:p>
        </p:txBody>
      </p:sp>
      <p:sp>
        <p:nvSpPr>
          <p:cNvPr id="427" name="Google Shape;427;g158bda26af7_1_244"/>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000"/>
              <a:buNone/>
            </a:pPr>
            <a:r>
              <a:rPr lang="en-US"/>
              <a:t>HTML FORMS</a:t>
            </a:r>
            <a:endParaRPr/>
          </a:p>
        </p:txBody>
      </p:sp>
      <p:sp>
        <p:nvSpPr>
          <p:cNvPr id="428" name="Google Shape;428;g158bda26af7_1_244"/>
          <p:cNvSpPr txBox="1">
            <a:spLocks noGrp="1"/>
          </p:cNvSpPr>
          <p:nvPr>
            <p:ph type="body" sz="quarter" idx="3"/>
          </p:nvPr>
        </p:nvSpPr>
        <p:spPr>
          <a:xfrm>
            <a:off x="1097270" y="2441650"/>
            <a:ext cx="9831600" cy="3378300"/>
          </a:xfrm>
          <a:prstGeom prst="rect">
            <a:avLst/>
          </a:prstGeom>
          <a:noFill/>
          <a:ln>
            <a:noFill/>
          </a:ln>
        </p:spPr>
        <p:txBody>
          <a:bodyPr spcFirstLastPara="1" wrap="square" lIns="0" tIns="45700" rIns="0" bIns="45700" anchor="t" anchorCtr="0">
            <a:noAutofit/>
          </a:bodyPr>
          <a:lstStyle/>
          <a:p>
            <a:pPr marL="457200" lvl="0" indent="-317500" algn="l" rtl="0">
              <a:lnSpc>
                <a:spcPct val="70000"/>
              </a:lnSpc>
              <a:spcBef>
                <a:spcPts val="0"/>
              </a:spcBef>
              <a:spcAft>
                <a:spcPts val="0"/>
              </a:spcAft>
              <a:buClr>
                <a:schemeClr val="dk1"/>
              </a:buClr>
              <a:buSzPts val="1400"/>
              <a:buFont typeface="Arial"/>
              <a:buChar char="●"/>
            </a:pPr>
            <a:r>
              <a:rPr lang="en-US" sz="1400"/>
              <a:t>Forms provide a means of submitting information from the client to the server</a:t>
            </a:r>
            <a:endParaRPr sz="1400"/>
          </a:p>
          <a:p>
            <a:pPr marL="457200" lvl="0" indent="0" algn="l" rtl="0">
              <a:lnSpc>
                <a:spcPct val="70000"/>
              </a:lnSpc>
              <a:spcBef>
                <a:spcPts val="0"/>
              </a:spcBef>
              <a:spcAft>
                <a:spcPts val="0"/>
              </a:spcAft>
              <a:buNone/>
            </a:pPr>
            <a:endParaRPr sz="1400"/>
          </a:p>
          <a:p>
            <a:pPr marL="457200" lvl="0" indent="-317500" algn="l" rtl="0">
              <a:lnSpc>
                <a:spcPct val="70000"/>
              </a:lnSpc>
              <a:spcBef>
                <a:spcPts val="0"/>
              </a:spcBef>
              <a:spcAft>
                <a:spcPts val="0"/>
              </a:spcAft>
              <a:buClr>
                <a:schemeClr val="dk1"/>
              </a:buClr>
              <a:buSzPts val="1400"/>
              <a:buFont typeface="Arial"/>
              <a:buChar char="●"/>
            </a:pPr>
            <a:r>
              <a:rPr lang="en-US" sz="1400"/>
              <a:t>HTML supports tags for creating forms, however, it does not process the information</a:t>
            </a:r>
            <a:endParaRPr sz="1400"/>
          </a:p>
          <a:p>
            <a:pPr marL="457200" lvl="0" indent="0" algn="l" rtl="0">
              <a:lnSpc>
                <a:spcPct val="70000"/>
              </a:lnSpc>
              <a:spcBef>
                <a:spcPts val="0"/>
              </a:spcBef>
              <a:spcAft>
                <a:spcPts val="0"/>
              </a:spcAft>
              <a:buNone/>
            </a:pPr>
            <a:endParaRPr sz="1400"/>
          </a:p>
          <a:p>
            <a:pPr marL="457200" lvl="0" indent="-317500" algn="l" rtl="0">
              <a:lnSpc>
                <a:spcPct val="70000"/>
              </a:lnSpc>
              <a:spcBef>
                <a:spcPts val="0"/>
              </a:spcBef>
              <a:spcAft>
                <a:spcPts val="0"/>
              </a:spcAft>
              <a:buClr>
                <a:schemeClr val="dk1"/>
              </a:buClr>
              <a:buSzPts val="1400"/>
              <a:buFont typeface="Arial"/>
              <a:buChar char="●"/>
            </a:pPr>
            <a:r>
              <a:rPr lang="en-US" sz="1400"/>
              <a:t>Use server-side script to process form information</a:t>
            </a:r>
            <a:endParaRPr sz="1400"/>
          </a:p>
          <a:p>
            <a:pPr marL="457200" lvl="0" indent="0" algn="l" rtl="0">
              <a:lnSpc>
                <a:spcPct val="70000"/>
              </a:lnSpc>
              <a:spcBef>
                <a:spcPts val="0"/>
              </a:spcBef>
              <a:spcAft>
                <a:spcPts val="0"/>
              </a:spcAft>
              <a:buNone/>
            </a:pPr>
            <a:endParaRPr sz="1400"/>
          </a:p>
          <a:p>
            <a:pPr marL="457200" lvl="0" indent="-317500" algn="l" rtl="0">
              <a:lnSpc>
                <a:spcPct val="70000"/>
              </a:lnSpc>
              <a:spcBef>
                <a:spcPts val="0"/>
              </a:spcBef>
              <a:spcAft>
                <a:spcPts val="0"/>
              </a:spcAft>
              <a:buClr>
                <a:schemeClr val="dk1"/>
              </a:buClr>
              <a:buSzPts val="1400"/>
              <a:buFont typeface="Arial"/>
              <a:buChar char="●"/>
            </a:pPr>
            <a:r>
              <a:rPr lang="en-US" sz="1400"/>
              <a:t>Server-side script runs on the Web server and receives data from a form and uses it to perform a set of tasks</a:t>
            </a:r>
            <a:endParaRPr sz="1400"/>
          </a:p>
          <a:p>
            <a:pPr marL="457200" lvl="0" indent="0" algn="l" rtl="0">
              <a:lnSpc>
                <a:spcPct val="70000"/>
              </a:lnSpc>
              <a:spcBef>
                <a:spcPts val="0"/>
              </a:spcBef>
              <a:spcAft>
                <a:spcPts val="0"/>
              </a:spcAft>
              <a:buNone/>
            </a:pPr>
            <a:endParaRPr sz="1400"/>
          </a:p>
          <a:p>
            <a:pPr marL="457200" lvl="0" indent="-317500" algn="l" rtl="0">
              <a:lnSpc>
                <a:spcPct val="95000"/>
              </a:lnSpc>
              <a:spcBef>
                <a:spcPts val="0"/>
              </a:spcBef>
              <a:spcAft>
                <a:spcPts val="0"/>
              </a:spcAft>
              <a:buClr>
                <a:srgbClr val="000000"/>
              </a:buClr>
              <a:buSzPts val="1400"/>
              <a:buFont typeface="Arial"/>
              <a:buChar char="●"/>
            </a:pPr>
            <a:r>
              <a:rPr lang="en-US" sz="1400" i="1">
                <a:solidFill>
                  <a:srgbClr val="000000"/>
                </a:solidFill>
              </a:rPr>
              <a:t>HTML FORMS elements</a:t>
            </a:r>
            <a:endParaRPr sz="1400" i="1">
              <a:solidFill>
                <a:srgbClr val="000000"/>
              </a:solidFill>
            </a:endParaRPr>
          </a:p>
          <a:p>
            <a:pPr marL="914400" lvl="0" indent="0" algn="l" rtl="0">
              <a:lnSpc>
                <a:spcPct val="70000"/>
              </a:lnSpc>
              <a:spcBef>
                <a:spcPts val="0"/>
              </a:spcBef>
              <a:spcAft>
                <a:spcPts val="0"/>
              </a:spcAft>
              <a:buSzPts val="935"/>
              <a:buNone/>
            </a:pPr>
            <a:endParaRPr sz="1400"/>
          </a:p>
          <a:p>
            <a:pPr marL="914400" lvl="0" indent="-317500" algn="l" rtl="0">
              <a:lnSpc>
                <a:spcPct val="80000"/>
              </a:lnSpc>
              <a:spcBef>
                <a:spcPts val="0"/>
              </a:spcBef>
              <a:spcAft>
                <a:spcPts val="0"/>
              </a:spcAft>
              <a:buClr>
                <a:srgbClr val="000000"/>
              </a:buClr>
              <a:buSzPts val="1400"/>
              <a:buFont typeface="Arial"/>
              <a:buChar char="➔"/>
            </a:pPr>
            <a:r>
              <a:rPr lang="en-US" sz="1400">
                <a:solidFill>
                  <a:srgbClr val="000000"/>
                </a:solidFill>
              </a:rPr>
              <a:t>form&gt; tag is used to start a form</a:t>
            </a:r>
            <a:endParaRPr sz="1400">
              <a:solidFill>
                <a:srgbClr val="000000"/>
              </a:solidFill>
            </a:endParaRPr>
          </a:p>
          <a:p>
            <a:pPr marL="914400" lvl="0" indent="-317500" algn="l" rtl="0">
              <a:lnSpc>
                <a:spcPct val="80000"/>
              </a:lnSpc>
              <a:spcBef>
                <a:spcPts val="0"/>
              </a:spcBef>
              <a:spcAft>
                <a:spcPts val="0"/>
              </a:spcAft>
              <a:buClr>
                <a:srgbClr val="000000"/>
              </a:buClr>
              <a:buSzPts val="1400"/>
              <a:buFont typeface="Arial"/>
              <a:buChar char="➔"/>
            </a:pPr>
            <a:r>
              <a:rPr lang="en-US" sz="1400">
                <a:solidFill>
                  <a:srgbClr val="000000"/>
                </a:solidFill>
              </a:rPr>
              <a:t>&lt;/form&gt; tag is used to end a form</a:t>
            </a:r>
            <a:endParaRPr sz="1400">
              <a:solidFill>
                <a:srgbClr val="000000"/>
              </a:solidFill>
            </a:endParaRPr>
          </a:p>
          <a:p>
            <a:pPr marL="914400" lvl="0" indent="-317500" algn="l" rtl="0">
              <a:lnSpc>
                <a:spcPct val="80000"/>
              </a:lnSpc>
              <a:spcBef>
                <a:spcPts val="0"/>
              </a:spcBef>
              <a:spcAft>
                <a:spcPts val="0"/>
              </a:spcAft>
              <a:buClr>
                <a:srgbClr val="000000"/>
              </a:buClr>
              <a:buSzPts val="1400"/>
              <a:buFont typeface="Arial"/>
              <a:buChar char="➔"/>
            </a:pPr>
            <a:r>
              <a:rPr lang="en-US" sz="1400">
                <a:solidFill>
                  <a:srgbClr val="000000"/>
                </a:solidFill>
              </a:rPr>
              <a:t>Between &lt;form&gt; and &lt;/form&gt;, form elements are placed</a:t>
            </a:r>
            <a:endParaRPr sz="1400">
              <a:solidFill>
                <a:srgbClr val="000000"/>
              </a:solidFill>
            </a:endParaRPr>
          </a:p>
          <a:p>
            <a:pPr marL="914400" lvl="0" indent="-317500" algn="l" rtl="0">
              <a:lnSpc>
                <a:spcPct val="80000"/>
              </a:lnSpc>
              <a:spcBef>
                <a:spcPts val="0"/>
              </a:spcBef>
              <a:spcAft>
                <a:spcPts val="0"/>
              </a:spcAft>
              <a:buClr>
                <a:srgbClr val="000000"/>
              </a:buClr>
              <a:buSzPts val="1400"/>
              <a:buFont typeface="Arial"/>
              <a:buChar char="➔"/>
            </a:pPr>
            <a:r>
              <a:rPr lang="en-US" sz="1400">
                <a:solidFill>
                  <a:srgbClr val="000000"/>
                </a:solidFill>
              </a:rPr>
              <a:t>We can declare a form as: &lt;form attributes&gt;</a:t>
            </a:r>
            <a:endParaRPr sz="1400">
              <a:solidFill>
                <a:srgbClr val="000000"/>
              </a:solidFill>
            </a:endParaRPr>
          </a:p>
          <a:p>
            <a:pPr marL="1600200" lvl="0" indent="0" algn="l" rtl="0">
              <a:lnSpc>
                <a:spcPct val="80000"/>
              </a:lnSpc>
              <a:spcBef>
                <a:spcPts val="0"/>
              </a:spcBef>
              <a:spcAft>
                <a:spcPts val="0"/>
              </a:spcAft>
              <a:buSzPts val="935"/>
              <a:buNone/>
            </a:pPr>
            <a:r>
              <a:rPr lang="en-US" sz="1400">
                <a:solidFill>
                  <a:srgbClr val="000000"/>
                </a:solidFill>
              </a:rPr>
              <a:t>form elements and layout tags: &lt;/form&gt;</a:t>
            </a:r>
            <a:endParaRPr sz="1400">
              <a:solidFill>
                <a:srgbClr val="000000"/>
              </a:solidFill>
            </a:endParaRPr>
          </a:p>
          <a:p>
            <a:pPr marL="1371600" lvl="0" indent="-317500" algn="l" rtl="0">
              <a:lnSpc>
                <a:spcPct val="80000"/>
              </a:lnSpc>
              <a:spcBef>
                <a:spcPts val="0"/>
              </a:spcBef>
              <a:spcAft>
                <a:spcPts val="0"/>
              </a:spcAft>
              <a:buClr>
                <a:srgbClr val="000000"/>
              </a:buClr>
              <a:buSzPts val="1400"/>
              <a:buFont typeface="Arial"/>
              <a:buChar char="●"/>
            </a:pPr>
            <a:r>
              <a:rPr lang="en-US" sz="1400">
                <a:solidFill>
                  <a:srgbClr val="000000"/>
                </a:solidFill>
              </a:rPr>
              <a:t>A single page can include several different forms, but you cannot nest one form  inside another</a:t>
            </a:r>
            <a:endParaRPr sz="1400">
              <a:solidFill>
                <a:srgbClr val="000000"/>
              </a:solidFill>
            </a:endParaRPr>
          </a:p>
          <a:p>
            <a:pPr marL="1371600" lvl="0" indent="-317500" algn="l" rtl="0">
              <a:lnSpc>
                <a:spcPct val="80000"/>
              </a:lnSpc>
              <a:spcBef>
                <a:spcPts val="0"/>
              </a:spcBef>
              <a:spcAft>
                <a:spcPts val="0"/>
              </a:spcAft>
              <a:buClr>
                <a:srgbClr val="000000"/>
              </a:buClr>
              <a:buSzPts val="1400"/>
              <a:buFont typeface="Arial"/>
              <a:buChar char="●"/>
            </a:pPr>
            <a:r>
              <a:rPr lang="en-US" sz="1400">
                <a:solidFill>
                  <a:srgbClr val="000000"/>
                </a:solidFill>
              </a:rPr>
              <a:t>Common Form Attributes:</a:t>
            </a:r>
            <a:endParaRPr sz="1400">
              <a:solidFill>
                <a:srgbClr val="000000"/>
              </a:solidFill>
            </a:endParaRPr>
          </a:p>
          <a:p>
            <a:pPr marL="1828800" lvl="1" indent="-317500" algn="l" rtl="0">
              <a:lnSpc>
                <a:spcPct val="80000"/>
              </a:lnSpc>
              <a:spcBef>
                <a:spcPts val="0"/>
              </a:spcBef>
              <a:spcAft>
                <a:spcPts val="0"/>
              </a:spcAft>
              <a:buClr>
                <a:srgbClr val="000000"/>
              </a:buClr>
              <a:buSzPts val="1400"/>
              <a:buFont typeface="Arial"/>
              <a:buChar char="•"/>
            </a:pPr>
            <a:r>
              <a:rPr lang="en-US" sz="1400" b="1">
                <a:solidFill>
                  <a:srgbClr val="000000"/>
                </a:solidFill>
              </a:rPr>
              <a:t>action</a:t>
            </a:r>
            <a:r>
              <a:rPr lang="en-US" sz="1400">
                <a:solidFill>
                  <a:srgbClr val="000000"/>
                </a:solidFill>
              </a:rPr>
              <a:t> - gives the URL of the application that is to receive and process the forms data</a:t>
            </a:r>
            <a:endParaRPr sz="1400">
              <a:solidFill>
                <a:srgbClr val="000000"/>
              </a:solidFill>
            </a:endParaRPr>
          </a:p>
          <a:p>
            <a:pPr marL="1828800" lvl="1" indent="-317500" algn="l" rtl="0">
              <a:lnSpc>
                <a:spcPct val="80000"/>
              </a:lnSpc>
              <a:spcBef>
                <a:spcPts val="0"/>
              </a:spcBef>
              <a:spcAft>
                <a:spcPts val="0"/>
              </a:spcAft>
              <a:buClr>
                <a:srgbClr val="000000"/>
              </a:buClr>
              <a:buSzPts val="1400"/>
              <a:buFont typeface="Arial"/>
              <a:buChar char="•"/>
            </a:pPr>
            <a:r>
              <a:rPr lang="en-US" sz="1400" b="1">
                <a:solidFill>
                  <a:srgbClr val="000000"/>
                </a:solidFill>
              </a:rPr>
              <a:t>method</a:t>
            </a:r>
            <a:r>
              <a:rPr lang="en-US" sz="1400">
                <a:solidFill>
                  <a:srgbClr val="000000"/>
                </a:solidFill>
              </a:rPr>
              <a:t> - sets the HTTP method that the browser uses to send the form's data to the server for processing; Either </a:t>
            </a:r>
            <a:r>
              <a:rPr lang="en-US" sz="1400">
                <a:solidFill>
                  <a:srgbClr val="000000"/>
                </a:solidFill>
                <a:uFill>
                  <a:noFill/>
                </a:uFill>
                <a:hlinkClick r:id="rId3">
                  <a:extLst>
                    <a:ext uri="{A12FA001-AC4F-418D-AE19-62706E023703}">
                      <ahyp:hlinkClr xmlns:ahyp="http://schemas.microsoft.com/office/drawing/2018/hyperlinkcolor" xmlns="" val="tx"/>
                    </a:ext>
                  </a:extLst>
                </a:hlinkClick>
              </a:rPr>
              <a:t>POST</a:t>
            </a:r>
            <a:r>
              <a:rPr lang="en-US" sz="1400">
                <a:solidFill>
                  <a:srgbClr val="000000"/>
                </a:solidFill>
              </a:rPr>
              <a:t> or </a:t>
            </a:r>
            <a:r>
              <a:rPr lang="en-US" sz="1400">
                <a:solidFill>
                  <a:srgbClr val="000000"/>
                </a:solidFill>
                <a:uFill>
                  <a:noFill/>
                </a:uFill>
                <a:hlinkClick r:id="rId3">
                  <a:extLst>
                    <a:ext uri="{A12FA001-AC4F-418D-AE19-62706E023703}">
                      <ahyp:hlinkClr xmlns:ahyp="http://schemas.microsoft.com/office/drawing/2018/hyperlinkcolor" xmlns="" val="tx"/>
                    </a:ext>
                  </a:extLst>
                </a:hlinkClick>
              </a:rPr>
              <a:t>GET</a:t>
            </a:r>
            <a:endParaRPr sz="1400">
              <a:solidFill>
                <a:srgbClr val="000000"/>
              </a:solidFill>
            </a:endParaRPr>
          </a:p>
          <a:p>
            <a:pPr marL="1828800" lvl="1" indent="-317500" algn="l" rtl="0">
              <a:lnSpc>
                <a:spcPct val="80000"/>
              </a:lnSpc>
              <a:spcBef>
                <a:spcPts val="0"/>
              </a:spcBef>
              <a:spcAft>
                <a:spcPts val="0"/>
              </a:spcAft>
              <a:buClr>
                <a:srgbClr val="000000"/>
              </a:buClr>
              <a:buSzPts val="1400"/>
              <a:buFont typeface="Arial"/>
              <a:buChar char="•"/>
            </a:pPr>
            <a:r>
              <a:rPr lang="en-US" sz="1400" b="1">
                <a:solidFill>
                  <a:srgbClr val="000000"/>
                </a:solidFill>
              </a:rPr>
              <a:t>name</a:t>
            </a:r>
            <a:r>
              <a:rPr lang="en-US" sz="1400">
                <a:solidFill>
                  <a:srgbClr val="000000"/>
                </a:solidFill>
              </a:rPr>
              <a:t> – name of the form</a:t>
            </a:r>
            <a:endParaRPr sz="1400"/>
          </a:p>
        </p:txBody>
      </p:sp>
      <p:sp>
        <p:nvSpPr>
          <p:cNvPr id="429" name="Google Shape;429;g158bda26af7_1_24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MEAN</a:t>
            </a:r>
            <a:r>
              <a:rPr lang="en-US" b="1">
                <a:solidFill>
                  <a:schemeClr val="accent1"/>
                </a:solidFill>
              </a:rPr>
              <a:t>/</a:t>
            </a:r>
            <a:r>
              <a:rPr lang="en-US"/>
              <a:t>MERN Stack</a:t>
            </a:r>
            <a:endParaRPr/>
          </a:p>
        </p:txBody>
      </p:sp>
      <p:sp>
        <p:nvSpPr>
          <p:cNvPr id="430" name="Google Shape;430;g158bda26af7_1_244"/>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1591edfea61_0_1"/>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Basic Construction of an HTML Page:</a:t>
            </a:r>
            <a:endParaRPr/>
          </a:p>
        </p:txBody>
      </p:sp>
      <p:sp>
        <p:nvSpPr>
          <p:cNvPr id="439" name="Google Shape;439;g1591edfea61_0_1"/>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pic>
        <p:nvPicPr>
          <p:cNvPr id="437" name="Google Shape;437;g1591edfea61_0_1"/>
          <p:cNvPicPr preferRelativeResize="0"/>
          <p:nvPr/>
        </p:nvPicPr>
        <p:blipFill rotWithShape="1">
          <a:blip r:embed="rId3">
            <a:alphaModFix/>
          </a:blip>
          <a:srcRect l="8745" t="6199" r="5682" b="6365"/>
          <a:stretch/>
        </p:blipFill>
        <p:spPr>
          <a:xfrm>
            <a:off x="3800625" y="1913975"/>
            <a:ext cx="7837700" cy="4504451"/>
          </a:xfrm>
          <a:prstGeom prst="rect">
            <a:avLst/>
          </a:prstGeom>
          <a:noFill/>
          <a:ln>
            <a:noFill/>
          </a:ln>
        </p:spPr>
      </p:pic>
      <p:sp>
        <p:nvSpPr>
          <p:cNvPr id="438" name="Google Shape;438;g1591edfea61_0_1"/>
          <p:cNvSpPr txBox="1"/>
          <p:nvPr/>
        </p:nvSpPr>
        <p:spPr>
          <a:xfrm>
            <a:off x="800625" y="3982300"/>
            <a:ext cx="3000000" cy="367800"/>
          </a:xfrm>
          <a:prstGeom prst="rect">
            <a:avLst/>
          </a:prstGeom>
          <a:noFill/>
          <a:ln>
            <a:noFill/>
          </a:ln>
        </p:spPr>
        <p:txBody>
          <a:bodyPr spcFirstLastPara="1" wrap="square" lIns="91425" tIns="91425" rIns="91425" bIns="91425" anchor="t" anchorCtr="0">
            <a:spAutoFit/>
          </a:bodyPr>
          <a:lstStyle/>
          <a:p>
            <a:pPr marL="0" lvl="0" indent="0" algn="l" rtl="0">
              <a:lnSpc>
                <a:spcPct val="85000"/>
              </a:lnSpc>
              <a:spcBef>
                <a:spcPts val="0"/>
              </a:spcBef>
              <a:spcAft>
                <a:spcPts val="0"/>
              </a:spcAft>
              <a:buNone/>
            </a:pPr>
            <a:r>
              <a:rPr lang="en-US" b="1">
                <a:solidFill>
                  <a:schemeClr val="dk1"/>
                </a:solidFill>
              </a:rPr>
              <a:t>HTML Forms and their elements</a:t>
            </a:r>
            <a:endParaRPr b="1">
              <a:solidFill>
                <a:schemeClr val="dk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g1591edfea61_0_14"/>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Basic Construction of an HTML Page:</a:t>
            </a:r>
            <a:endParaRPr/>
          </a:p>
        </p:txBody>
      </p:sp>
      <p:sp>
        <p:nvSpPr>
          <p:cNvPr id="448" name="Google Shape;448;g1591edfea61_0_14"/>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
        <p:nvSpPr>
          <p:cNvPr id="446" name="Google Shape;446;g1591edfea61_0_14"/>
          <p:cNvSpPr txBox="1"/>
          <p:nvPr/>
        </p:nvSpPr>
        <p:spPr>
          <a:xfrm>
            <a:off x="800625" y="3982300"/>
            <a:ext cx="3000000" cy="367800"/>
          </a:xfrm>
          <a:prstGeom prst="rect">
            <a:avLst/>
          </a:prstGeom>
          <a:noFill/>
          <a:ln>
            <a:noFill/>
          </a:ln>
        </p:spPr>
        <p:txBody>
          <a:bodyPr spcFirstLastPara="1" wrap="square" lIns="91425" tIns="91425" rIns="91425" bIns="91425" anchor="t" anchorCtr="0">
            <a:spAutoFit/>
          </a:bodyPr>
          <a:lstStyle/>
          <a:p>
            <a:pPr marL="0" lvl="0" indent="0" algn="l" rtl="0">
              <a:lnSpc>
                <a:spcPct val="85000"/>
              </a:lnSpc>
              <a:spcBef>
                <a:spcPts val="0"/>
              </a:spcBef>
              <a:spcAft>
                <a:spcPts val="0"/>
              </a:spcAft>
              <a:buNone/>
            </a:pPr>
            <a:r>
              <a:rPr lang="en-US" b="1">
                <a:solidFill>
                  <a:schemeClr val="dk1"/>
                </a:solidFill>
              </a:rPr>
              <a:t>HTML Forms and their elements</a:t>
            </a:r>
            <a:endParaRPr b="1">
              <a:solidFill>
                <a:schemeClr val="dk1"/>
              </a:solidFill>
            </a:endParaRPr>
          </a:p>
        </p:txBody>
      </p:sp>
      <p:pic>
        <p:nvPicPr>
          <p:cNvPr id="447" name="Google Shape;447;g1591edfea61_0_14"/>
          <p:cNvPicPr preferRelativeResize="0"/>
          <p:nvPr/>
        </p:nvPicPr>
        <p:blipFill rotWithShape="1">
          <a:blip r:embed="rId3">
            <a:alphaModFix/>
          </a:blip>
          <a:srcRect l="5311" t="10693" r="9559" b="5764"/>
          <a:stretch/>
        </p:blipFill>
        <p:spPr>
          <a:xfrm>
            <a:off x="3800625" y="1925650"/>
            <a:ext cx="7808676" cy="431104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g1591edfea61_0_23"/>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Basic Construction of an HTML Page:</a:t>
            </a:r>
            <a:endParaRPr/>
          </a:p>
        </p:txBody>
      </p:sp>
      <p:sp>
        <p:nvSpPr>
          <p:cNvPr id="457" name="Google Shape;457;g1591edfea61_0_23"/>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pic>
        <p:nvPicPr>
          <p:cNvPr id="455" name="Google Shape;455;g1591edfea61_0_23"/>
          <p:cNvPicPr preferRelativeResize="0"/>
          <p:nvPr/>
        </p:nvPicPr>
        <p:blipFill rotWithShape="1">
          <a:blip r:embed="rId3">
            <a:alphaModFix/>
          </a:blip>
          <a:srcRect l="9526" t="7928" r="5792" b="26656"/>
          <a:stretch/>
        </p:blipFill>
        <p:spPr>
          <a:xfrm>
            <a:off x="2875875" y="2000438"/>
            <a:ext cx="8596176" cy="4092875"/>
          </a:xfrm>
          <a:prstGeom prst="rect">
            <a:avLst/>
          </a:prstGeom>
          <a:noFill/>
          <a:ln>
            <a:noFill/>
          </a:ln>
        </p:spPr>
      </p:pic>
      <p:sp>
        <p:nvSpPr>
          <p:cNvPr id="456" name="Google Shape;456;g1591edfea61_0_23"/>
          <p:cNvSpPr txBox="1"/>
          <p:nvPr/>
        </p:nvSpPr>
        <p:spPr>
          <a:xfrm>
            <a:off x="1097275" y="3311500"/>
            <a:ext cx="15210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a:t>Enhancements in forms</a:t>
            </a:r>
            <a:endParaRPr sz="1200" b="1"/>
          </a:p>
          <a:p>
            <a:pPr marL="0" lvl="0" indent="457200" algn="l" rtl="0">
              <a:spcBef>
                <a:spcPts val="0"/>
              </a:spcBef>
              <a:spcAft>
                <a:spcPts val="0"/>
              </a:spcAft>
              <a:buNone/>
            </a:pPr>
            <a:endParaRPr sz="1200" b="1"/>
          </a:p>
          <a:p>
            <a:pPr marL="0" lvl="0" indent="0" algn="l" rtl="0">
              <a:spcBef>
                <a:spcPts val="0"/>
              </a:spcBef>
              <a:spcAft>
                <a:spcPts val="0"/>
              </a:spcAft>
              <a:buNone/>
            </a:pPr>
            <a:r>
              <a:rPr lang="en-US" sz="1200" b="1" i="1"/>
              <a:t>HTML5 enhances the forms in two ways</a:t>
            </a:r>
            <a:endParaRPr i="1"/>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g1591edfea61_0_36"/>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Basic Construction of an HTML Page:</a:t>
            </a:r>
            <a:endParaRPr/>
          </a:p>
        </p:txBody>
      </p:sp>
      <p:sp>
        <p:nvSpPr>
          <p:cNvPr id="465" name="Google Shape;465;g1591edfea61_0_36"/>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pic>
        <p:nvPicPr>
          <p:cNvPr id="464" name="Google Shape;464;g1591edfea61_0_36"/>
          <p:cNvPicPr preferRelativeResize="0"/>
          <p:nvPr/>
        </p:nvPicPr>
        <p:blipFill rotWithShape="1">
          <a:blip r:embed="rId3">
            <a:alphaModFix/>
          </a:blip>
          <a:srcRect l="7974" t="5565" r="4681" b="56601"/>
          <a:stretch/>
        </p:blipFill>
        <p:spPr>
          <a:xfrm>
            <a:off x="945900" y="2347925"/>
            <a:ext cx="10958900" cy="3023600"/>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g1591edfea61_0_45"/>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Write accessible HTML using Semantic HTML tags</a:t>
            </a:r>
            <a:endParaRPr sz="4500"/>
          </a:p>
        </p:txBody>
      </p:sp>
      <p:sp>
        <p:nvSpPr>
          <p:cNvPr id="473" name="Google Shape;473;g1591edfea61_0_4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
        <p:nvSpPr>
          <p:cNvPr id="472" name="Google Shape;472;g1591edfea61_0_45"/>
          <p:cNvSpPr txBox="1"/>
          <p:nvPr/>
        </p:nvSpPr>
        <p:spPr>
          <a:xfrm>
            <a:off x="608100" y="1991725"/>
            <a:ext cx="11290200" cy="4616618"/>
          </a:xfrm>
          <a:prstGeom prst="rect">
            <a:avLst/>
          </a:prstGeom>
          <a:noFill/>
          <a:ln>
            <a:noFill/>
          </a:ln>
        </p:spPr>
        <p:txBody>
          <a:bodyPr spcFirstLastPara="1" wrap="square" lIns="91425" tIns="91425" rIns="91425" bIns="91425" anchor="t" anchorCtr="0">
            <a:spAutoFit/>
          </a:bodyPr>
          <a:lstStyle/>
          <a:p>
            <a:pPr marL="457200" lvl="0" indent="-317500" algn="just" rtl="0">
              <a:spcBef>
                <a:spcPts val="0"/>
              </a:spcBef>
              <a:spcAft>
                <a:spcPts val="0"/>
              </a:spcAft>
              <a:buSzPts val="1400"/>
              <a:buChar char="●"/>
            </a:pPr>
            <a:r>
              <a:rPr lang="en-US" sz="1600" dirty="0"/>
              <a:t>Semantic within HTML is the practice of giving content on the page meaning and structure by using the proper element. Semantic code describes the value of content on a page, regardless of the style or appearance of that content. There are several benefits to using semantic elements, including enabling computers, screen readers, search engines, and other devices to adequately read and understand the content on a web page. Additionally, semantic HTML is easier to manage and work with, as it shows clearly what each piece of content is about.</a:t>
            </a:r>
            <a:endParaRPr sz="1600" dirty="0"/>
          </a:p>
          <a:p>
            <a:pPr marL="457200" lvl="0" indent="0" algn="l" rtl="0">
              <a:spcBef>
                <a:spcPts val="0"/>
              </a:spcBef>
              <a:spcAft>
                <a:spcPts val="0"/>
              </a:spcAft>
              <a:buNone/>
            </a:pPr>
            <a:endParaRPr sz="1600" dirty="0"/>
          </a:p>
          <a:p>
            <a:pPr marL="457200" lvl="0" indent="-317500" algn="l" rtl="0">
              <a:spcBef>
                <a:spcPts val="0"/>
              </a:spcBef>
              <a:spcAft>
                <a:spcPts val="0"/>
              </a:spcAft>
              <a:buSzPts val="1400"/>
              <a:buChar char="●"/>
            </a:pPr>
            <a:r>
              <a:rPr lang="en-US" sz="1600" dirty="0"/>
              <a:t>Before going into semantic elements, let’s look at two elements &lt;div&gt;s and &lt;span&gt;s that don’t hold any semantic value. They exist for styling purposes only. &lt;div&gt;s, and &lt;span&gt;s are HTML elements that act as containers solely for styling purposes. </a:t>
            </a:r>
            <a:endParaRPr sz="1600" dirty="0"/>
          </a:p>
          <a:p>
            <a:pPr marL="457200" lvl="0" indent="0" algn="l" rtl="0">
              <a:spcBef>
                <a:spcPts val="0"/>
              </a:spcBef>
              <a:spcAft>
                <a:spcPts val="0"/>
              </a:spcAft>
              <a:buNone/>
            </a:pPr>
            <a:endParaRPr sz="1600" dirty="0"/>
          </a:p>
          <a:p>
            <a:pPr marL="0" lvl="0" indent="0" algn="l" rtl="0">
              <a:spcBef>
                <a:spcPts val="0"/>
              </a:spcBef>
              <a:spcAft>
                <a:spcPts val="0"/>
              </a:spcAft>
              <a:buNone/>
            </a:pPr>
            <a:r>
              <a:rPr lang="en-US" sz="1600" dirty="0"/>
              <a:t>To understand the difference between &lt;div&gt; and span&lt;&gt;, we must know the difference between inline and block elements</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US" sz="1600" b="1" dirty="0"/>
              <a:t>Block-level element: </a:t>
            </a:r>
            <a:r>
              <a:rPr lang="en-US" sz="1600" dirty="0"/>
              <a:t>Block-level elements begin on a new line, stacking one on top of the other, and occupy any available width. Block-level elements may be nested inside one another and may wrap inline-level elements. We’ll most commonly see block-level elements used for larger pieces of content, such as paragraphs.</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US" sz="1600" b="1" dirty="0"/>
              <a:t>Inline-level elements: </a:t>
            </a:r>
            <a:r>
              <a:rPr lang="en-US" sz="1600" dirty="0"/>
              <a:t>Inline-level elements do not begin on a new line. They fall into the normal flow of a document, lining up one after the other, and only maintain the width of their content. Inline-level elements may be nested inside one another; however, they cannot wrap block-level elements. We’ll usually see inline-level elements with smaller pieces of content, such as a few words.</a:t>
            </a:r>
            <a:endParaRPr sz="1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g1591edfea61_0_54"/>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Write accessible HTML using Semantic HTML tags</a:t>
            </a:r>
            <a:endParaRPr sz="4500"/>
          </a:p>
        </p:txBody>
      </p:sp>
      <p:sp>
        <p:nvSpPr>
          <p:cNvPr id="481" name="Google Shape;481;g1591edfea61_0_54"/>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pic>
        <p:nvPicPr>
          <p:cNvPr id="480" name="Google Shape;480;g1591edfea61_0_54" descr="Basic HTML: Block-level, Inline, and Organizational Elements"/>
          <p:cNvPicPr preferRelativeResize="0"/>
          <p:nvPr/>
        </p:nvPicPr>
        <p:blipFill>
          <a:blip r:embed="rId3">
            <a:alphaModFix/>
          </a:blip>
          <a:stretch>
            <a:fillRect/>
          </a:stretch>
        </p:blipFill>
        <p:spPr>
          <a:xfrm>
            <a:off x="2255103" y="1957375"/>
            <a:ext cx="7820397" cy="4398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g1591edfea61_0_63"/>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Basic Construction of an HTML Page:</a:t>
            </a:r>
            <a:endParaRPr sz="4500"/>
          </a:p>
        </p:txBody>
      </p:sp>
      <p:sp>
        <p:nvSpPr>
          <p:cNvPr id="490" name="Google Shape;490;g1591edfea61_0_63"/>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
        <p:nvSpPr>
          <p:cNvPr id="488" name="Google Shape;488;g1591edfea61_0_63"/>
          <p:cNvSpPr txBox="1"/>
          <p:nvPr/>
        </p:nvSpPr>
        <p:spPr>
          <a:xfrm>
            <a:off x="293700" y="1864563"/>
            <a:ext cx="11604600" cy="2954625"/>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US" dirty="0"/>
              <a:t>A &lt;div&gt; is a block-level element that is commonly used to identify large groupings of content, and which helps to build a web page’s layout and design.</a:t>
            </a:r>
            <a:endParaRPr dirty="0"/>
          </a:p>
          <a:p>
            <a:pPr marL="457200" lvl="0" indent="0" algn="l" rtl="0">
              <a:spcBef>
                <a:spcPts val="0"/>
              </a:spcBef>
              <a:spcAft>
                <a:spcPts val="0"/>
              </a:spcAft>
              <a:buNone/>
            </a:pPr>
            <a:endParaRPr lang="en-GB" dirty="0"/>
          </a:p>
          <a:p>
            <a:pPr marL="457200" indent="-317500">
              <a:buSzPts val="1400"/>
              <a:buFontTx/>
              <a:buChar char="●"/>
            </a:pPr>
            <a:r>
              <a:rPr lang="en-GB" dirty="0"/>
              <a:t>A &lt;span&gt;: </a:t>
            </a:r>
            <a:r>
              <a:rPr lang="en-US" dirty="0"/>
              <a:t>It is an inline-level element commonly used to identify smaller groupings of text within a block-level element.</a:t>
            </a:r>
            <a:endParaRPr dirty="0"/>
          </a:p>
          <a:p>
            <a:pPr marL="457200" lvl="0" indent="0" algn="l" rtl="0">
              <a:spcBef>
                <a:spcPts val="0"/>
              </a:spcBef>
              <a:spcAft>
                <a:spcPts val="0"/>
              </a:spcAft>
              <a:buNone/>
            </a:pPr>
            <a:endParaRPr dirty="0"/>
          </a:p>
          <a:p>
            <a:pPr marL="0" lvl="0" indent="0" algn="l" rtl="0">
              <a:spcBef>
                <a:spcPts val="0"/>
              </a:spcBef>
              <a:spcAft>
                <a:spcPts val="0"/>
              </a:spcAft>
              <a:buNone/>
            </a:pPr>
            <a:r>
              <a:rPr lang="en-US" dirty="0"/>
              <a:t>For example, if we have a &lt;div&gt; with an orange background that contains social media links, our first thought might be to give the &lt;div&gt; a class value of orange. What happens if that orange background is later changed to blue? Having a class value of orange no longer makes sense. A more sensible choice for a class value would be social, as it pertains to the contents of the &lt;div&gt;, not the style.</a:t>
            </a:r>
            <a:endParaRPr dirty="0"/>
          </a:p>
        </p:txBody>
      </p:sp>
      <p:pic>
        <p:nvPicPr>
          <p:cNvPr id="489" name="Google Shape;489;g1591edfea61_0_63"/>
          <p:cNvPicPr preferRelativeResize="0"/>
          <p:nvPr/>
        </p:nvPicPr>
        <p:blipFill>
          <a:blip r:embed="rId3">
            <a:alphaModFix/>
          </a:blip>
          <a:stretch>
            <a:fillRect/>
          </a:stretch>
        </p:blipFill>
        <p:spPr>
          <a:xfrm>
            <a:off x="829825" y="4819188"/>
            <a:ext cx="10523975" cy="164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g1591edfea61_0_71"/>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Write accessible HTML using Semantic HTML tags</a:t>
            </a:r>
            <a:endParaRPr sz="4500"/>
          </a:p>
        </p:txBody>
      </p:sp>
      <p:sp>
        <p:nvSpPr>
          <p:cNvPr id="499" name="Google Shape;499;g1591edfea61_0_71"/>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pic>
        <p:nvPicPr>
          <p:cNvPr id="497" name="Google Shape;497;g1591edfea61_0_71" descr="Chart, treemap chart&#10;&#10;Description automatically generated"/>
          <p:cNvPicPr preferRelativeResize="0"/>
          <p:nvPr/>
        </p:nvPicPr>
        <p:blipFill>
          <a:blip r:embed="rId3">
            <a:alphaModFix/>
          </a:blip>
          <a:stretch>
            <a:fillRect/>
          </a:stretch>
        </p:blipFill>
        <p:spPr>
          <a:xfrm>
            <a:off x="7315200" y="1889799"/>
            <a:ext cx="4038600" cy="4419359"/>
          </a:xfrm>
          <a:prstGeom prst="rect">
            <a:avLst/>
          </a:prstGeom>
          <a:noFill/>
          <a:ln>
            <a:noFill/>
          </a:ln>
        </p:spPr>
      </p:pic>
      <p:sp>
        <p:nvSpPr>
          <p:cNvPr id="498" name="Google Shape;498;g1591edfea61_0_71"/>
          <p:cNvSpPr txBox="1"/>
          <p:nvPr/>
        </p:nvSpPr>
        <p:spPr>
          <a:xfrm>
            <a:off x="1097274" y="1980475"/>
            <a:ext cx="6217926" cy="41682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US" i="1" dirty="0"/>
              <a:t>Building Structure: </a:t>
            </a:r>
            <a:endParaRPr i="1" dirty="0"/>
          </a:p>
          <a:p>
            <a:pPr marL="0" lvl="0" indent="0" algn="just" rtl="0">
              <a:spcBef>
                <a:spcPts val="0"/>
              </a:spcBef>
              <a:spcAft>
                <a:spcPts val="0"/>
              </a:spcAft>
              <a:buNone/>
            </a:pPr>
            <a:endParaRPr lang="en-US" dirty="0"/>
          </a:p>
          <a:p>
            <a:pPr marL="0" lvl="0" indent="0" algn="just" rtl="0">
              <a:spcBef>
                <a:spcPts val="0"/>
              </a:spcBef>
              <a:spcAft>
                <a:spcPts val="0"/>
              </a:spcAft>
              <a:buNone/>
            </a:pPr>
            <a:r>
              <a:rPr lang="en-US" dirty="0"/>
              <a:t>For the longest time the structure of a web page was built using divisions. The problem was that divisions provide no semantic value, and it was fairly difficult to determine the intention of these divisions. </a:t>
            </a:r>
          </a:p>
          <a:p>
            <a:pPr marL="0" lvl="0" indent="0" algn="just" rtl="0">
              <a:spcBef>
                <a:spcPts val="0"/>
              </a:spcBef>
              <a:spcAft>
                <a:spcPts val="0"/>
              </a:spcAft>
              <a:buNone/>
            </a:pPr>
            <a:endParaRPr lang="en-US" dirty="0"/>
          </a:p>
          <a:p>
            <a:pPr marL="0" lvl="0" indent="0" algn="just" rtl="0">
              <a:spcBef>
                <a:spcPts val="0"/>
              </a:spcBef>
              <a:spcAft>
                <a:spcPts val="0"/>
              </a:spcAft>
              <a:buNone/>
            </a:pPr>
            <a:r>
              <a:rPr lang="en-US" dirty="0"/>
              <a:t>Fortunately HTML5 introduced new </a:t>
            </a:r>
            <a:r>
              <a:rPr lang="en-US" dirty="0">
                <a:uFill>
                  <a:noFill/>
                </a:uFill>
                <a:hlinkClick r:id="rId4"/>
              </a:rPr>
              <a:t>structurally based elements</a:t>
            </a:r>
            <a:r>
              <a:rPr lang="en-US" dirty="0"/>
              <a:t>, including the &lt;header&gt;, &lt;nav&gt;, &lt;article&gt;, &lt;section&gt;, &lt;aside&gt;, and &lt;footer&gt; elements. All of these new elements are intended to give meaning to the organization of our pages and improve our structural semantics. </a:t>
            </a:r>
          </a:p>
          <a:p>
            <a:pPr marL="0" lvl="0" indent="0" algn="just" rtl="0">
              <a:spcBef>
                <a:spcPts val="0"/>
              </a:spcBef>
              <a:spcAft>
                <a:spcPts val="0"/>
              </a:spcAft>
              <a:buNone/>
            </a:pPr>
            <a:endParaRPr lang="en-US" dirty="0"/>
          </a:p>
          <a:p>
            <a:pPr marL="0" lvl="0" indent="0" algn="just" rtl="0">
              <a:spcBef>
                <a:spcPts val="0"/>
              </a:spcBef>
              <a:spcAft>
                <a:spcPts val="0"/>
              </a:spcAft>
              <a:buNone/>
            </a:pPr>
            <a:r>
              <a:rPr lang="en-US" dirty="0"/>
              <a:t>They are all block-level elements and do not have any implied position or style. Additionally, all of these elements may be used multiple times per page, so long as each use reflects the proper semantic meaning.</a:t>
            </a:r>
            <a:endParaRPr sz="1200"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g1591edfea61_0_83"/>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Write accessible HTML using Semantic HTML tags</a:t>
            </a:r>
            <a:endParaRPr sz="4500"/>
          </a:p>
        </p:txBody>
      </p:sp>
      <p:sp>
        <p:nvSpPr>
          <p:cNvPr id="508" name="Google Shape;508;g1591edfea61_0_83"/>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pic>
        <p:nvPicPr>
          <p:cNvPr id="506" name="Google Shape;506;g1591edfea61_0_83" descr="Chart, treemap chart&#10;&#10;Description automatically generated"/>
          <p:cNvPicPr preferRelativeResize="0"/>
          <p:nvPr/>
        </p:nvPicPr>
        <p:blipFill>
          <a:blip r:embed="rId3">
            <a:alphaModFix/>
          </a:blip>
          <a:stretch>
            <a:fillRect/>
          </a:stretch>
        </p:blipFill>
        <p:spPr>
          <a:xfrm>
            <a:off x="7242426" y="1889799"/>
            <a:ext cx="4111373" cy="4419359"/>
          </a:xfrm>
          <a:prstGeom prst="rect">
            <a:avLst/>
          </a:prstGeom>
          <a:noFill/>
          <a:ln>
            <a:noFill/>
          </a:ln>
        </p:spPr>
      </p:pic>
      <p:sp>
        <p:nvSpPr>
          <p:cNvPr id="507" name="Google Shape;507;g1591edfea61_0_83"/>
          <p:cNvSpPr txBox="1"/>
          <p:nvPr/>
        </p:nvSpPr>
        <p:spPr>
          <a:xfrm>
            <a:off x="1097274" y="1980475"/>
            <a:ext cx="6023961" cy="4168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400" i="1" dirty="0"/>
              <a:t>Building Structure: </a:t>
            </a:r>
            <a:endParaRPr sz="2400" i="1" dirty="0"/>
          </a:p>
          <a:p>
            <a:pPr marL="0" lvl="0" indent="0" algn="l" rtl="0">
              <a:spcBef>
                <a:spcPts val="0"/>
              </a:spcBef>
              <a:spcAft>
                <a:spcPts val="0"/>
              </a:spcAft>
              <a:buNone/>
            </a:pPr>
            <a:endParaRPr sz="2400" i="1" dirty="0"/>
          </a:p>
          <a:p>
            <a:pPr marL="457200" lvl="0" indent="-298450" algn="l" rtl="0">
              <a:spcBef>
                <a:spcPts val="0"/>
              </a:spcBef>
              <a:spcAft>
                <a:spcPts val="0"/>
              </a:spcAft>
              <a:buSzPts val="1100"/>
              <a:buFont typeface="Arial"/>
              <a:buChar char="●"/>
            </a:pPr>
            <a:r>
              <a:rPr lang="en-US" sz="1600" dirty="0"/>
              <a:t>Main: The main tag defines the primary section in the document related to the central content of a document with a &lt;main&gt; tag.</a:t>
            </a:r>
            <a:endParaRPr sz="1600" dirty="0"/>
          </a:p>
          <a:p>
            <a:pPr marL="457200" lvl="0" indent="-298450" algn="l" rtl="0">
              <a:spcBef>
                <a:spcPts val="0"/>
              </a:spcBef>
              <a:spcAft>
                <a:spcPts val="0"/>
              </a:spcAft>
              <a:buSzPts val="1100"/>
              <a:buFont typeface="Arial"/>
              <a:buChar char="●"/>
            </a:pPr>
            <a:r>
              <a:rPr lang="en-US" sz="1600" dirty="0"/>
              <a:t>Section: It is used to define specific sections in a document such as a chapter, header, footer, or any other section, and is specified with the &lt;section&gt; tag.</a:t>
            </a:r>
            <a:endParaRPr sz="1600" dirty="0"/>
          </a:p>
          <a:p>
            <a:pPr marL="457200" lvl="0" indent="-298450" algn="l" rtl="0">
              <a:spcBef>
                <a:spcPts val="0"/>
              </a:spcBef>
              <a:spcAft>
                <a:spcPts val="0"/>
              </a:spcAft>
              <a:buSzPts val="1100"/>
              <a:buFont typeface="Arial"/>
              <a:buChar char="●"/>
            </a:pPr>
            <a:r>
              <a:rPr lang="en-US" sz="1600" dirty="0"/>
              <a:t>Header: The header tag defines the title or heading of a document or its section. It is specified with the &lt;header&gt; tag.</a:t>
            </a:r>
            <a:endParaRPr sz="1600" dirty="0"/>
          </a:p>
          <a:p>
            <a:pPr marL="457200" lvl="0" indent="-298450" algn="l" rtl="0">
              <a:spcBef>
                <a:spcPts val="0"/>
              </a:spcBef>
              <a:spcAft>
                <a:spcPts val="0"/>
              </a:spcAft>
              <a:buSzPts val="1100"/>
              <a:buFont typeface="Arial"/>
              <a:buChar char="●"/>
            </a:pPr>
            <a:r>
              <a:rPr lang="en-US" sz="1600" dirty="0"/>
              <a:t>Footer: The footer tag defines the section of a document that contains information such as copyright or author’s information. It is designated with the &lt;footer&gt; tag.</a:t>
            </a:r>
            <a:endParaRPr sz="1600" dirty="0"/>
          </a:p>
          <a:p>
            <a:pPr marL="457200" lvl="0" indent="-298450" algn="l" rtl="0">
              <a:spcBef>
                <a:spcPts val="0"/>
              </a:spcBef>
              <a:spcAft>
                <a:spcPts val="0"/>
              </a:spcAft>
              <a:buSzPts val="1100"/>
              <a:buFont typeface="Arial"/>
              <a:buChar char="●"/>
            </a:pPr>
            <a:r>
              <a:rPr lang="en-US" sz="1600" dirty="0"/>
              <a:t>Article: The article tag represents an independent or self-contained part of the content of a document with the tag &lt;article&gt;.</a:t>
            </a:r>
            <a:endParaRPr sz="1600" dirty="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g1591edfea61_0_91"/>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500"/>
              <a:t>Example of using some semantic tags:</a:t>
            </a:r>
            <a:endParaRPr sz="4500"/>
          </a:p>
        </p:txBody>
      </p:sp>
      <p:sp>
        <p:nvSpPr>
          <p:cNvPr id="517" name="Google Shape;517;g1591edfea61_0_91"/>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pic>
        <p:nvPicPr>
          <p:cNvPr id="515" name="Google Shape;515;g1591edfea61_0_91"/>
          <p:cNvPicPr preferRelativeResize="0"/>
          <p:nvPr/>
        </p:nvPicPr>
        <p:blipFill>
          <a:blip r:embed="rId3">
            <a:alphaModFix/>
          </a:blip>
          <a:stretch>
            <a:fillRect/>
          </a:stretch>
        </p:blipFill>
        <p:spPr>
          <a:xfrm>
            <a:off x="1097275" y="1928375"/>
            <a:ext cx="9916075" cy="3612075"/>
          </a:xfrm>
          <a:prstGeom prst="rect">
            <a:avLst/>
          </a:prstGeom>
          <a:noFill/>
          <a:ln>
            <a:noFill/>
          </a:ln>
        </p:spPr>
      </p:pic>
      <p:sp>
        <p:nvSpPr>
          <p:cNvPr id="516" name="Google Shape;516;g1591edfea61_0_91"/>
          <p:cNvSpPr txBox="1"/>
          <p:nvPr/>
        </p:nvSpPr>
        <p:spPr>
          <a:xfrm>
            <a:off x="1040725" y="5540450"/>
            <a:ext cx="10171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Making an html page using Semantics tags: </a:t>
            </a:r>
            <a:endParaRPr b="1"/>
          </a:p>
          <a:p>
            <a:pPr marL="0" lvl="0" indent="0" algn="l" rtl="0">
              <a:spcBef>
                <a:spcPts val="0"/>
              </a:spcBef>
              <a:spcAft>
                <a:spcPts val="0"/>
              </a:spcAft>
              <a:buNone/>
            </a:pPr>
            <a:r>
              <a:rPr lang="en-US"/>
              <a:t>Open the  notepad++ or VScode editor, and use some other semantic html tags on the above mentioned coding example: i.e. add &lt;header&gt;, &lt;footer&gt;, &lt;aside&gt; etc.</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1591edfea61_0_101"/>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85000"/>
              </a:lnSpc>
              <a:spcBef>
                <a:spcPts val="0"/>
              </a:spcBef>
              <a:spcAft>
                <a:spcPts val="0"/>
              </a:spcAft>
              <a:buClr>
                <a:srgbClr val="FFFFFF"/>
              </a:buClr>
              <a:buSzPts val="6000"/>
              <a:buFont typeface="Arial"/>
              <a:buNone/>
            </a:pPr>
            <a:r>
              <a:rPr lang="en-US" dirty="0"/>
              <a:t>Questions ?</a:t>
            </a:r>
            <a:endParaRPr dirty="0"/>
          </a:p>
        </p:txBody>
      </p:sp>
      <p:sp>
        <p:nvSpPr>
          <p:cNvPr id="523" name="Google Shape;523;g1591edfea61_0_101"/>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MEAN/MERN Stack</a:t>
            </a:r>
            <a:endParaRPr/>
          </a:p>
        </p:txBody>
      </p:sp>
      <p:sp>
        <p:nvSpPr>
          <p:cNvPr id="524" name="Google Shape;524;g1591edfea61_0_101"/>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6571</TotalTime>
  <Words>1238</Words>
  <Application>Microsoft Office PowerPoint</Application>
  <PresentationFormat>Widescreen</PresentationFormat>
  <Paragraphs>161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Arial</vt:lpstr>
      <vt:lpstr>Calibri Light</vt:lpstr>
      <vt:lpstr>Times New Roman</vt:lpstr>
      <vt:lpstr>Office Theme</vt:lpstr>
      <vt:lpstr>Basic Construction of an HTML Page:</vt:lpstr>
      <vt:lpstr>Basic Construction of an HTML Page:</vt:lpstr>
      <vt:lpstr>Basic Construction of an HTML Page:</vt:lpstr>
      <vt:lpstr>Basic Construction of an HTML Page:</vt:lpstr>
      <vt:lpstr>Basic Construction of an HTML Page:</vt:lpstr>
      <vt:lpstr>Basic Construction of an HTML Page:</vt:lpstr>
      <vt:lpstr>Basic Construction of an HTML Page:</vt:lpstr>
      <vt:lpstr>Basic Construction of an HTML Page:</vt:lpstr>
      <vt:lpstr>Write accessible HTML using Semantic HTML tags</vt:lpstr>
      <vt:lpstr>Write accessible HTML using Semantic HTML tags</vt:lpstr>
      <vt:lpstr>Basic Construction of an HTML Page:</vt:lpstr>
      <vt:lpstr>Write accessible HTML using Semantic HTML tags</vt:lpstr>
      <vt:lpstr>Write accessible HTML using Semantic HTML tags</vt:lpstr>
      <vt:lpstr>Example of using some semantic tags:</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 HTML</dc:title>
  <dc:creator>P@SHA;TechLift</dc:creator>
  <cp:lastModifiedBy>Aqib Rehman</cp:lastModifiedBy>
  <cp:revision>40</cp:revision>
  <dcterms:created xsi:type="dcterms:W3CDTF">2022-05-13T01:00:56Z</dcterms:created>
  <dcterms:modified xsi:type="dcterms:W3CDTF">2024-02-01T12:06:09Z</dcterms:modified>
</cp:coreProperties>
</file>