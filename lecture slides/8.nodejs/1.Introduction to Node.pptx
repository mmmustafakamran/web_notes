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06" r:id="rId1"/>
    <p:sldMasterId id="2147483725" r:id="rId2"/>
    <p:sldMasterId id="2147483771" r:id="rId3"/>
  </p:sldMasterIdLst>
  <p:notesMasterIdLst>
    <p:notesMasterId r:id="rId33"/>
  </p:notesMasterIdLst>
  <p:sldIdLst>
    <p:sldId id="256" r:id="rId4"/>
    <p:sldId id="258" r:id="rId5"/>
    <p:sldId id="260" r:id="rId6"/>
    <p:sldId id="261" r:id="rId7"/>
    <p:sldId id="262" r:id="rId8"/>
    <p:sldId id="263" r:id="rId9"/>
    <p:sldId id="264" r:id="rId10"/>
    <p:sldId id="265" r:id="rId11"/>
    <p:sldId id="266" r:id="rId12"/>
    <p:sldId id="267" r:id="rId13"/>
    <p:sldId id="268" r:id="rId14"/>
    <p:sldId id="270" r:id="rId15"/>
    <p:sldId id="342" r:id="rId16"/>
    <p:sldId id="271" r:id="rId17"/>
    <p:sldId id="343" r:id="rId18"/>
    <p:sldId id="273" r:id="rId19"/>
    <p:sldId id="274" r:id="rId20"/>
    <p:sldId id="275" r:id="rId21"/>
    <p:sldId id="276" r:id="rId22"/>
    <p:sldId id="277" r:id="rId23"/>
    <p:sldId id="278" r:id="rId24"/>
    <p:sldId id="279" r:id="rId25"/>
    <p:sldId id="280" r:id="rId26"/>
    <p:sldId id="282" r:id="rId27"/>
    <p:sldId id="283" r:id="rId28"/>
    <p:sldId id="284" r:id="rId29"/>
    <p:sldId id="285" r:id="rId30"/>
    <p:sldId id="286" r:id="rId31"/>
    <p:sldId id="341" r:id="rId32"/>
  </p:sldIdLst>
  <p:sldSz cx="12192000" cy="6858000"/>
  <p:notesSz cx="6858000" cy="9144000"/>
  <p:embeddedFontLst>
    <p:embeddedFont>
      <p:font typeface="Calibri Light" panose="020F0302020204030204" pitchFamily="34" charset="0"/>
      <p:regular r:id="rId34"/>
      <p:italic r:id="rId35"/>
    </p:embeddedFont>
    <p:embeddedFont>
      <p:font typeface="Wingdings 3" panose="05040102010807070707" pitchFamily="18" charset="2"/>
      <p:regular r:id="rId36"/>
    </p:embeddedFont>
    <p:embeddedFont>
      <p:font typeface="Trebuchet MS" panose="020B0603020202020204" pitchFamily="34" charset="0"/>
      <p:regular r:id="rId37"/>
      <p:bold r:id="rId38"/>
      <p:italic r:id="rId39"/>
      <p:boldItalic r:id="rId40"/>
    </p:embeddedFont>
    <p:embeddedFont>
      <p:font typeface="EB Garamond" panose="020B0604020202020204" charset="0"/>
      <p:regular r:id="rId41"/>
      <p:bold r:id="rId42"/>
      <p:italic r:id="rId43"/>
      <p:boldItalic r:id="rId44"/>
    </p:embeddedFont>
    <p:embeddedFont>
      <p:font typeface="Century Gothic" panose="020B0502020202020204" pitchFamily="34" charset="0"/>
      <p:regular r:id="rId45"/>
      <p:bold r:id="rId46"/>
      <p:italic r:id="rId47"/>
      <p:boldItalic r:id="rId48"/>
    </p:embeddedFont>
    <p:embeddedFont>
      <p:font typeface="Calibri" panose="020F0502020204030204" pitchFamily="34" charset="0"/>
      <p:regular r:id="rId49"/>
      <p:bold r:id="rId50"/>
      <p:italic r:id="rId51"/>
      <p:boldItalic r:id="rId5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D7D5B7-5BA4-4F33-A1FD-039C32B3D093}" v="6" dt="2023-03-24T05:15:59.350"/>
  </p1510:revLst>
</p1510:revInfo>
</file>

<file path=ppt/tableStyles.xml><?xml version="1.0" encoding="utf-8"?>
<a:tblStyleLst xmlns:a="http://schemas.openxmlformats.org/drawingml/2006/main" def="{4F199DF3-BE8C-4084-B2FE-2A5AAD3C111F}">
  <a:tblStyle styleId="{4F199DF3-BE8C-4084-B2FE-2A5AAD3C111F}"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0" autoAdjust="0"/>
    <p:restoredTop sz="94660"/>
  </p:normalViewPr>
  <p:slideViewPr>
    <p:cSldViewPr snapToGrid="0">
      <p:cViewPr varScale="1">
        <p:scale>
          <a:sx n="71" d="100"/>
          <a:sy n="71" d="100"/>
        </p:scale>
        <p:origin x="96" y="300"/>
      </p:cViewPr>
      <p:guideLst/>
    </p:cSldViewPr>
  </p:slideViewPr>
  <p:notesTextViewPr>
    <p:cViewPr>
      <p:scale>
        <a:sx n="1" d="1"/>
        <a:sy n="1" d="1"/>
      </p:scale>
      <p:origin x="0" y="-24"/>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6.fntdata"/><Relationship Id="rId21" Type="http://schemas.openxmlformats.org/officeDocument/2006/relationships/slide" Target="slides/slide18.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presProps" Target="presProps.xml"/><Relationship Id="rId58" Type="http://schemas.microsoft.com/office/2016/11/relationships/changesInfo" Target="changesInfos/changesInfo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font" Target="fonts/font18.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7.xml"/><Relationship Id="rId41" Type="http://schemas.openxmlformats.org/officeDocument/2006/relationships/font" Target="fonts/font8.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3.fntdata"/><Relationship Id="rId49" Type="http://schemas.openxmlformats.org/officeDocument/2006/relationships/font" Target="fonts/font16.fntdata"/><Relationship Id="rId57" Type="http://schemas.microsoft.com/office/2015/10/relationships/revisionInfo" Target="revisionInfo.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11.fntdata"/><Relationship Id="rId52" Type="http://schemas.openxmlformats.org/officeDocument/2006/relationships/font" Target="fonts/font1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EAD7D5B7-5BA4-4F33-A1FD-039C32B3D093}"/>
    <pc:docChg chg="undo redo custSel delSld modSld modMainMaster">
      <pc:chgData name="Asif Muhammad" userId="6b0af2cb-2f76-400b-94d9-178b55ef4f85" providerId="ADAL" clId="{EAD7D5B7-5BA4-4F33-A1FD-039C32B3D093}" dt="2023-03-26T06:24:32.644" v="259" actId="255"/>
      <pc:docMkLst>
        <pc:docMk/>
      </pc:docMkLst>
      <pc:sldChg chg="addSp delSp modSp mod setBg setClrOvrMap">
        <pc:chgData name="Asif Muhammad" userId="6b0af2cb-2f76-400b-94d9-178b55ef4f85" providerId="ADAL" clId="{EAD7D5B7-5BA4-4F33-A1FD-039C32B3D093}" dt="2023-03-24T05:17:34.940" v="51" actId="26606"/>
        <pc:sldMkLst>
          <pc:docMk/>
          <pc:sldMk cId="0" sldId="256"/>
        </pc:sldMkLst>
        <pc:spChg chg="add del mod">
          <ac:chgData name="Asif Muhammad" userId="6b0af2cb-2f76-400b-94d9-178b55ef4f85" providerId="ADAL" clId="{EAD7D5B7-5BA4-4F33-A1FD-039C32B3D093}" dt="2023-03-24T05:17:26.901" v="48" actId="478"/>
          <ac:spMkLst>
            <pc:docMk/>
            <pc:sldMk cId="0" sldId="256"/>
            <ac:spMk id="3" creationId="{C268A7CB-99B8-CD05-F835-2BFC8A203239}"/>
          </ac:spMkLst>
        </pc:spChg>
        <pc:spChg chg="mod ord">
          <ac:chgData name="Asif Muhammad" userId="6b0af2cb-2f76-400b-94d9-178b55ef4f85" providerId="ADAL" clId="{EAD7D5B7-5BA4-4F33-A1FD-039C32B3D093}" dt="2023-03-24T05:17:34.940" v="51" actId="26606"/>
          <ac:spMkLst>
            <pc:docMk/>
            <pc:sldMk cId="0" sldId="256"/>
            <ac:spMk id="149" creationId="{00000000-0000-0000-0000-000000000000}"/>
          </ac:spMkLst>
        </pc:spChg>
        <pc:spChg chg="del mod">
          <ac:chgData name="Asif Muhammad" userId="6b0af2cb-2f76-400b-94d9-178b55ef4f85" providerId="ADAL" clId="{EAD7D5B7-5BA4-4F33-A1FD-039C32B3D093}" dt="2023-03-24T05:16:22.689" v="27" actId="478"/>
          <ac:spMkLst>
            <pc:docMk/>
            <pc:sldMk cId="0" sldId="256"/>
            <ac:spMk id="150" creationId="{00000000-0000-0000-0000-000000000000}"/>
          </ac:spMkLst>
        </pc:spChg>
        <pc:spChg chg="add del">
          <ac:chgData name="Asif Muhammad" userId="6b0af2cb-2f76-400b-94d9-178b55ef4f85" providerId="ADAL" clId="{EAD7D5B7-5BA4-4F33-A1FD-039C32B3D093}" dt="2023-03-24T05:17:22.493" v="46" actId="26606"/>
          <ac:spMkLst>
            <pc:docMk/>
            <pc:sldMk cId="0" sldId="256"/>
            <ac:spMk id="154" creationId="{DE27238C-8EAF-4098-86E6-7723B7DAE601}"/>
          </ac:spMkLst>
        </pc:spChg>
        <pc:spChg chg="add del">
          <ac:chgData name="Asif Muhammad" userId="6b0af2cb-2f76-400b-94d9-178b55ef4f85" providerId="ADAL" clId="{EAD7D5B7-5BA4-4F33-A1FD-039C32B3D093}" dt="2023-03-24T05:17:15.052" v="40" actId="26606"/>
          <ac:spMkLst>
            <pc:docMk/>
            <pc:sldMk cId="0" sldId="256"/>
            <ac:spMk id="155" creationId="{C885E190-58DD-42DD-A4A8-401E15C92A52}"/>
          </ac:spMkLst>
        </pc:spChg>
        <pc:spChg chg="add del">
          <ac:chgData name="Asif Muhammad" userId="6b0af2cb-2f76-400b-94d9-178b55ef4f85" providerId="ADAL" clId="{EAD7D5B7-5BA4-4F33-A1FD-039C32B3D093}" dt="2023-03-24T05:17:22.493" v="46" actId="26606"/>
          <ac:spMkLst>
            <pc:docMk/>
            <pc:sldMk cId="0" sldId="256"/>
            <ac:spMk id="156" creationId="{992F97B1-1891-4FCC-9E5F-BA97EDB48F89}"/>
          </ac:spMkLst>
        </pc:spChg>
        <pc:spChg chg="add del">
          <ac:chgData name="Asif Muhammad" userId="6b0af2cb-2f76-400b-94d9-178b55ef4f85" providerId="ADAL" clId="{EAD7D5B7-5BA4-4F33-A1FD-039C32B3D093}" dt="2023-03-24T05:17:15.922" v="42" actId="26606"/>
          <ac:spMkLst>
            <pc:docMk/>
            <pc:sldMk cId="0" sldId="256"/>
            <ac:spMk id="157" creationId="{36FD4D9D-3784-41E8-8405-A42B72F51331}"/>
          </ac:spMkLst>
        </pc:spChg>
        <pc:spChg chg="add del">
          <ac:chgData name="Asif Muhammad" userId="6b0af2cb-2f76-400b-94d9-178b55ef4f85" providerId="ADAL" clId="{EAD7D5B7-5BA4-4F33-A1FD-039C32B3D093}" dt="2023-03-24T05:17:15.922" v="42" actId="26606"/>
          <ac:spMkLst>
            <pc:docMk/>
            <pc:sldMk cId="0" sldId="256"/>
            <ac:spMk id="158" creationId="{C6A81905-F480-46A4-BC10-215D24EA1AE6}"/>
          </ac:spMkLst>
        </pc:spChg>
        <pc:spChg chg="add del">
          <ac:chgData name="Asif Muhammad" userId="6b0af2cb-2f76-400b-94d9-178b55ef4f85" providerId="ADAL" clId="{EAD7D5B7-5BA4-4F33-A1FD-039C32B3D093}" dt="2023-03-24T05:17:15.922" v="42" actId="26606"/>
          <ac:spMkLst>
            <pc:docMk/>
            <pc:sldMk cId="0" sldId="256"/>
            <ac:spMk id="159" creationId="{60817A52-B891-4228-A61E-0C0A57632DDA}"/>
          </ac:spMkLst>
        </pc:spChg>
        <pc:spChg chg="add del">
          <ac:chgData name="Asif Muhammad" userId="6b0af2cb-2f76-400b-94d9-178b55ef4f85" providerId="ADAL" clId="{EAD7D5B7-5BA4-4F33-A1FD-039C32B3D093}" dt="2023-03-24T05:17:19.738" v="44" actId="26606"/>
          <ac:spMkLst>
            <pc:docMk/>
            <pc:sldMk cId="0" sldId="256"/>
            <ac:spMk id="162" creationId="{F3F4807A-5068-4492-8025-D75F320E908D}"/>
          </ac:spMkLst>
        </pc:spChg>
        <pc:spChg chg="add del">
          <ac:chgData name="Asif Muhammad" userId="6b0af2cb-2f76-400b-94d9-178b55ef4f85" providerId="ADAL" clId="{EAD7D5B7-5BA4-4F33-A1FD-039C32B3D093}" dt="2023-03-24T05:17:19.738" v="44" actId="26606"/>
          <ac:spMkLst>
            <pc:docMk/>
            <pc:sldMk cId="0" sldId="256"/>
            <ac:spMk id="163" creationId="{B24996F8-180C-4DCB-8A26-DFA336CDEFBC}"/>
          </ac:spMkLst>
        </pc:spChg>
        <pc:spChg chg="add del">
          <ac:chgData name="Asif Muhammad" userId="6b0af2cb-2f76-400b-94d9-178b55ef4f85" providerId="ADAL" clId="{EAD7D5B7-5BA4-4F33-A1FD-039C32B3D093}" dt="2023-03-24T05:17:19.738" v="44" actId="26606"/>
          <ac:spMkLst>
            <pc:docMk/>
            <pc:sldMk cId="0" sldId="256"/>
            <ac:spMk id="165" creationId="{630182B0-3559-41D5-9EBC-0BD86BEDAD09}"/>
          </ac:spMkLst>
        </pc:spChg>
        <pc:spChg chg="add del">
          <ac:chgData name="Asif Muhammad" userId="6b0af2cb-2f76-400b-94d9-178b55ef4f85" providerId="ADAL" clId="{EAD7D5B7-5BA4-4F33-A1FD-039C32B3D093}" dt="2023-03-24T05:17:22.493" v="46" actId="26606"/>
          <ac:spMkLst>
            <pc:docMk/>
            <pc:sldMk cId="0" sldId="256"/>
            <ac:spMk id="167" creationId="{78C6C821-FEE1-4EB6-9590-C021440C77DE}"/>
          </ac:spMkLst>
        </pc:spChg>
        <pc:spChg chg="add del">
          <ac:chgData name="Asif Muhammad" userId="6b0af2cb-2f76-400b-94d9-178b55ef4f85" providerId="ADAL" clId="{EAD7D5B7-5BA4-4F33-A1FD-039C32B3D093}" dt="2023-03-24T05:17:22.493" v="46" actId="26606"/>
          <ac:spMkLst>
            <pc:docMk/>
            <pc:sldMk cId="0" sldId="256"/>
            <ac:spMk id="168" creationId="{B61A74B3-E247-44D4-8C48-FAE8E2056401}"/>
          </ac:spMkLst>
        </pc:spChg>
        <pc:spChg chg="add del">
          <ac:chgData name="Asif Muhammad" userId="6b0af2cb-2f76-400b-94d9-178b55ef4f85" providerId="ADAL" clId="{EAD7D5B7-5BA4-4F33-A1FD-039C32B3D093}" dt="2023-03-24T05:17:34.940" v="51" actId="26606"/>
          <ac:spMkLst>
            <pc:docMk/>
            <pc:sldMk cId="0" sldId="256"/>
            <ac:spMk id="170" creationId="{DDCA251B-4F28-43A9-A5FD-47101E24C81F}"/>
          </ac:spMkLst>
        </pc:spChg>
        <pc:spChg chg="add del">
          <ac:chgData name="Asif Muhammad" userId="6b0af2cb-2f76-400b-94d9-178b55ef4f85" providerId="ADAL" clId="{EAD7D5B7-5BA4-4F33-A1FD-039C32B3D093}" dt="2023-03-24T05:17:34.940" v="51" actId="26606"/>
          <ac:spMkLst>
            <pc:docMk/>
            <pc:sldMk cId="0" sldId="256"/>
            <ac:spMk id="171" creationId="{27B3E067-68A1-4E6F-8B2A-DF0DC2803F92}"/>
          </ac:spMkLst>
        </pc:spChg>
        <pc:spChg chg="add del">
          <ac:chgData name="Asif Muhammad" userId="6b0af2cb-2f76-400b-94d9-178b55ef4f85" providerId="ADAL" clId="{EAD7D5B7-5BA4-4F33-A1FD-039C32B3D093}" dt="2023-03-24T05:17:34.940" v="51" actId="26606"/>
          <ac:spMkLst>
            <pc:docMk/>
            <pc:sldMk cId="0" sldId="256"/>
            <ac:spMk id="172" creationId="{148F0EEF-7B63-4EC4-96D4-6AFBF46B1A58}"/>
          </ac:spMkLst>
        </pc:spChg>
        <pc:spChg chg="add del">
          <ac:chgData name="Asif Muhammad" userId="6b0af2cb-2f76-400b-94d9-178b55ef4f85" providerId="ADAL" clId="{EAD7D5B7-5BA4-4F33-A1FD-039C32B3D093}" dt="2023-03-24T05:17:34.940" v="51" actId="26606"/>
          <ac:spMkLst>
            <pc:docMk/>
            <pc:sldMk cId="0" sldId="256"/>
            <ac:spMk id="173" creationId="{4FB5E673-6D85-4457-A048-FD09048DCECA}"/>
          </ac:spMkLst>
        </pc:spChg>
        <pc:spChg chg="add del">
          <ac:chgData name="Asif Muhammad" userId="6b0af2cb-2f76-400b-94d9-178b55ef4f85" providerId="ADAL" clId="{EAD7D5B7-5BA4-4F33-A1FD-039C32B3D093}" dt="2023-03-24T05:17:34.873" v="50" actId="26606"/>
          <ac:spMkLst>
            <pc:docMk/>
            <pc:sldMk cId="0" sldId="256"/>
            <ac:spMk id="179" creationId="{C6A81905-F480-46A4-BC10-215D24EA1AE6}"/>
          </ac:spMkLst>
        </pc:spChg>
        <pc:spChg chg="add del">
          <ac:chgData name="Asif Muhammad" userId="6b0af2cb-2f76-400b-94d9-178b55ef4f85" providerId="ADAL" clId="{EAD7D5B7-5BA4-4F33-A1FD-039C32B3D093}" dt="2023-03-24T05:17:34.873" v="50" actId="26606"/>
          <ac:spMkLst>
            <pc:docMk/>
            <pc:sldMk cId="0" sldId="256"/>
            <ac:spMk id="181" creationId="{36FD4D9D-3784-41E8-8405-A42B72F51331}"/>
          </ac:spMkLst>
        </pc:spChg>
        <pc:spChg chg="add del">
          <ac:chgData name="Asif Muhammad" userId="6b0af2cb-2f76-400b-94d9-178b55ef4f85" providerId="ADAL" clId="{EAD7D5B7-5BA4-4F33-A1FD-039C32B3D093}" dt="2023-03-24T05:17:34.873" v="50" actId="26606"/>
          <ac:spMkLst>
            <pc:docMk/>
            <pc:sldMk cId="0" sldId="256"/>
            <ac:spMk id="183" creationId="{60817A52-B891-4228-A61E-0C0A57632DDA}"/>
          </ac:spMkLst>
        </pc:spChg>
        <pc:spChg chg="add">
          <ac:chgData name="Asif Muhammad" userId="6b0af2cb-2f76-400b-94d9-178b55ef4f85" providerId="ADAL" clId="{EAD7D5B7-5BA4-4F33-A1FD-039C32B3D093}" dt="2023-03-24T05:17:34.940" v="51" actId="26606"/>
          <ac:spMkLst>
            <pc:docMk/>
            <pc:sldMk cId="0" sldId="256"/>
            <ac:spMk id="185" creationId="{F3F4807A-5068-4492-8025-D75F320E908D}"/>
          </ac:spMkLst>
        </pc:spChg>
        <pc:spChg chg="add">
          <ac:chgData name="Asif Muhammad" userId="6b0af2cb-2f76-400b-94d9-178b55ef4f85" providerId="ADAL" clId="{EAD7D5B7-5BA4-4F33-A1FD-039C32B3D093}" dt="2023-03-24T05:17:34.940" v="51" actId="26606"/>
          <ac:spMkLst>
            <pc:docMk/>
            <pc:sldMk cId="0" sldId="256"/>
            <ac:spMk id="186" creationId="{B24996F8-180C-4DCB-8A26-DFA336CDEFBC}"/>
          </ac:spMkLst>
        </pc:spChg>
        <pc:spChg chg="add">
          <ac:chgData name="Asif Muhammad" userId="6b0af2cb-2f76-400b-94d9-178b55ef4f85" providerId="ADAL" clId="{EAD7D5B7-5BA4-4F33-A1FD-039C32B3D093}" dt="2023-03-24T05:17:34.940" v="51" actId="26606"/>
          <ac:spMkLst>
            <pc:docMk/>
            <pc:sldMk cId="0" sldId="256"/>
            <ac:spMk id="188" creationId="{630182B0-3559-41D5-9EBC-0BD86BEDAD09}"/>
          </ac:spMkLst>
        </pc:spChg>
        <pc:picChg chg="add del">
          <ac:chgData name="Asif Muhammad" userId="6b0af2cb-2f76-400b-94d9-178b55ef4f85" providerId="ADAL" clId="{EAD7D5B7-5BA4-4F33-A1FD-039C32B3D093}" dt="2023-03-24T05:17:15.052" v="40" actId="26606"/>
          <ac:picMkLst>
            <pc:docMk/>
            <pc:sldMk cId="0" sldId="256"/>
            <ac:picMk id="151" creationId="{B28EE38B-BFF2-8AE4-DFDD-7C58D7853406}"/>
          </ac:picMkLst>
        </pc:picChg>
        <pc:picChg chg="add del">
          <ac:chgData name="Asif Muhammad" userId="6b0af2cb-2f76-400b-94d9-178b55ef4f85" providerId="ADAL" clId="{EAD7D5B7-5BA4-4F33-A1FD-039C32B3D093}" dt="2023-03-24T05:17:15.922" v="42" actId="26606"/>
          <ac:picMkLst>
            <pc:docMk/>
            <pc:sldMk cId="0" sldId="256"/>
            <ac:picMk id="160" creationId="{52D4F5A4-C05A-375A-B15C-86917D5EAD4E}"/>
          </ac:picMkLst>
        </pc:picChg>
        <pc:picChg chg="add del">
          <ac:chgData name="Asif Muhammad" userId="6b0af2cb-2f76-400b-94d9-178b55ef4f85" providerId="ADAL" clId="{EAD7D5B7-5BA4-4F33-A1FD-039C32B3D093}" dt="2023-03-24T05:17:19.738" v="44" actId="26606"/>
          <ac:picMkLst>
            <pc:docMk/>
            <pc:sldMk cId="0" sldId="256"/>
            <ac:picMk id="164" creationId="{4C129070-D66A-72E5-A3FE-435605CC4D2C}"/>
          </ac:picMkLst>
        </pc:picChg>
        <pc:picChg chg="add del">
          <ac:chgData name="Asif Muhammad" userId="6b0af2cb-2f76-400b-94d9-178b55ef4f85" providerId="ADAL" clId="{EAD7D5B7-5BA4-4F33-A1FD-039C32B3D093}" dt="2023-03-24T05:17:34.873" v="50" actId="26606"/>
          <ac:picMkLst>
            <pc:docMk/>
            <pc:sldMk cId="0" sldId="256"/>
            <ac:picMk id="175" creationId="{1204AF8C-6E5E-AF42-F732-D9040914440D}"/>
          </ac:picMkLst>
        </pc:picChg>
        <pc:picChg chg="add">
          <ac:chgData name="Asif Muhammad" userId="6b0af2cb-2f76-400b-94d9-178b55ef4f85" providerId="ADAL" clId="{EAD7D5B7-5BA4-4F33-A1FD-039C32B3D093}" dt="2023-03-24T05:17:34.940" v="51" actId="26606"/>
          <ac:picMkLst>
            <pc:docMk/>
            <pc:sldMk cId="0" sldId="256"/>
            <ac:picMk id="187" creationId="{6795B780-BF3C-8442-5E43-8215EAEFD678}"/>
          </ac:picMkLst>
        </pc:picChg>
      </pc:sldChg>
      <pc:sldChg chg="del">
        <pc:chgData name="Asif Muhammad" userId="6b0af2cb-2f76-400b-94d9-178b55ef4f85" providerId="ADAL" clId="{EAD7D5B7-5BA4-4F33-A1FD-039C32B3D093}" dt="2023-03-24T05:14:26.125" v="0" actId="47"/>
        <pc:sldMkLst>
          <pc:docMk/>
          <pc:sldMk cId="0" sldId="257"/>
        </pc:sldMkLst>
      </pc:sldChg>
      <pc:sldChg chg="addSp delSp modSp mod setBg setClrOvrMap">
        <pc:chgData name="Asif Muhammad" userId="6b0af2cb-2f76-400b-94d9-178b55ef4f85" providerId="ADAL" clId="{EAD7D5B7-5BA4-4F33-A1FD-039C32B3D093}" dt="2023-03-24T05:17:56.235" v="54" actId="26606"/>
        <pc:sldMkLst>
          <pc:docMk/>
          <pc:sldMk cId="0" sldId="258"/>
        </pc:sldMkLst>
        <pc:spChg chg="mod">
          <ac:chgData name="Asif Muhammad" userId="6b0af2cb-2f76-400b-94d9-178b55ef4f85" providerId="ADAL" clId="{EAD7D5B7-5BA4-4F33-A1FD-039C32B3D093}" dt="2023-03-24T05:17:56.235" v="54" actId="26606"/>
          <ac:spMkLst>
            <pc:docMk/>
            <pc:sldMk cId="0" sldId="258"/>
            <ac:spMk id="162" creationId="{00000000-0000-0000-0000-000000000000}"/>
          </ac:spMkLst>
        </pc:spChg>
        <pc:spChg chg="add del mod">
          <ac:chgData name="Asif Muhammad" userId="6b0af2cb-2f76-400b-94d9-178b55ef4f85" providerId="ADAL" clId="{EAD7D5B7-5BA4-4F33-A1FD-039C32B3D093}" dt="2023-03-24T05:17:56.235" v="54" actId="26606"/>
          <ac:spMkLst>
            <pc:docMk/>
            <pc:sldMk cId="0" sldId="258"/>
            <ac:spMk id="163" creationId="{00000000-0000-0000-0000-000000000000}"/>
          </ac:spMkLst>
        </pc:spChg>
        <pc:spChg chg="mod ord">
          <ac:chgData name="Asif Muhammad" userId="6b0af2cb-2f76-400b-94d9-178b55ef4f85" providerId="ADAL" clId="{EAD7D5B7-5BA4-4F33-A1FD-039C32B3D093}" dt="2023-03-24T05:17:56.235" v="54" actId="26606"/>
          <ac:spMkLst>
            <pc:docMk/>
            <pc:sldMk cId="0" sldId="258"/>
            <ac:spMk id="164" creationId="{00000000-0000-0000-0000-000000000000}"/>
          </ac:spMkLst>
        </pc:spChg>
        <pc:spChg chg="mod">
          <ac:chgData name="Asif Muhammad" userId="6b0af2cb-2f76-400b-94d9-178b55ef4f85" providerId="ADAL" clId="{EAD7D5B7-5BA4-4F33-A1FD-039C32B3D093}" dt="2023-03-24T05:17:56.235" v="54" actId="26606"/>
          <ac:spMkLst>
            <pc:docMk/>
            <pc:sldMk cId="0" sldId="258"/>
            <ac:spMk id="165" creationId="{00000000-0000-0000-0000-000000000000}"/>
          </ac:spMkLst>
        </pc:spChg>
        <pc:spChg chg="add">
          <ac:chgData name="Asif Muhammad" userId="6b0af2cb-2f76-400b-94d9-178b55ef4f85" providerId="ADAL" clId="{EAD7D5B7-5BA4-4F33-A1FD-039C32B3D093}" dt="2023-03-24T05:17:56.235" v="54" actId="26606"/>
          <ac:spMkLst>
            <pc:docMk/>
            <pc:sldMk cId="0" sldId="258"/>
            <ac:spMk id="171" creationId="{4E78424C-6FD0-41F8-9CAA-5DC19C42359F}"/>
          </ac:spMkLst>
        </pc:spChg>
        <pc:spChg chg="add">
          <ac:chgData name="Asif Muhammad" userId="6b0af2cb-2f76-400b-94d9-178b55ef4f85" providerId="ADAL" clId="{EAD7D5B7-5BA4-4F33-A1FD-039C32B3D093}" dt="2023-03-24T05:17:56.235" v="54" actId="26606"/>
          <ac:spMkLst>
            <pc:docMk/>
            <pc:sldMk cId="0" sldId="258"/>
            <ac:spMk id="173" creationId="{DD136760-57DC-4301-8BEA-B71AD2D13905}"/>
          </ac:spMkLst>
        </pc:spChg>
        <pc:spChg chg="add">
          <ac:chgData name="Asif Muhammad" userId="6b0af2cb-2f76-400b-94d9-178b55ef4f85" providerId="ADAL" clId="{EAD7D5B7-5BA4-4F33-A1FD-039C32B3D093}" dt="2023-03-24T05:17:56.235" v="54" actId="26606"/>
          <ac:spMkLst>
            <pc:docMk/>
            <pc:sldMk cId="0" sldId="258"/>
            <ac:spMk id="175" creationId="{BDC58DEA-1307-4F44-AD47-E613D8B76A89}"/>
          </ac:spMkLst>
        </pc:spChg>
        <pc:spChg chg="add">
          <ac:chgData name="Asif Muhammad" userId="6b0af2cb-2f76-400b-94d9-178b55ef4f85" providerId="ADAL" clId="{EAD7D5B7-5BA4-4F33-A1FD-039C32B3D093}" dt="2023-03-24T05:17:56.235" v="54" actId="26606"/>
          <ac:spMkLst>
            <pc:docMk/>
            <pc:sldMk cId="0" sldId="258"/>
            <ac:spMk id="177" creationId="{C99B912D-1E4B-42AF-A2BE-CFEFEC916EE7}"/>
          </ac:spMkLst>
        </pc:spChg>
        <pc:graphicFrameChg chg="add del">
          <ac:chgData name="Asif Muhammad" userId="6b0af2cb-2f76-400b-94d9-178b55ef4f85" providerId="ADAL" clId="{EAD7D5B7-5BA4-4F33-A1FD-039C32B3D093}" dt="2023-03-24T05:17:56.166" v="53" actId="26606"/>
          <ac:graphicFrameMkLst>
            <pc:docMk/>
            <pc:sldMk cId="0" sldId="258"/>
            <ac:graphicFrameMk id="167" creationId="{609825AA-0753-A992-A9D6-10478E83729D}"/>
          </ac:graphicFrameMkLst>
        </pc:graphicFrameChg>
        <pc:graphicFrameChg chg="add">
          <ac:chgData name="Asif Muhammad" userId="6b0af2cb-2f76-400b-94d9-178b55ef4f85" providerId="ADAL" clId="{EAD7D5B7-5BA4-4F33-A1FD-039C32B3D093}" dt="2023-03-24T05:17:56.235" v="54" actId="26606"/>
          <ac:graphicFrameMkLst>
            <pc:docMk/>
            <pc:sldMk cId="0" sldId="258"/>
            <ac:graphicFrameMk id="169" creationId="{8B4AA1B3-7684-A87F-120A-E9660202C278}"/>
          </ac:graphicFrameMkLst>
        </pc:graphicFrameChg>
      </pc:sldChg>
      <pc:sldChg chg="del">
        <pc:chgData name="Asif Muhammad" userId="6b0af2cb-2f76-400b-94d9-178b55ef4f85" providerId="ADAL" clId="{EAD7D5B7-5BA4-4F33-A1FD-039C32B3D093}" dt="2023-03-24T05:14:27.255" v="1" actId="47"/>
        <pc:sldMkLst>
          <pc:docMk/>
          <pc:sldMk cId="0" sldId="259"/>
        </pc:sldMkLst>
      </pc:sldChg>
      <pc:sldChg chg="modSp mod">
        <pc:chgData name="Asif Muhammad" userId="6b0af2cb-2f76-400b-94d9-178b55ef4f85" providerId="ADAL" clId="{EAD7D5B7-5BA4-4F33-A1FD-039C32B3D093}" dt="2023-03-26T05:56:45.161" v="248" actId="403"/>
        <pc:sldMkLst>
          <pc:docMk/>
          <pc:sldMk cId="0" sldId="260"/>
        </pc:sldMkLst>
        <pc:spChg chg="mod">
          <ac:chgData name="Asif Muhammad" userId="6b0af2cb-2f76-400b-94d9-178b55ef4f85" providerId="ADAL" clId="{EAD7D5B7-5BA4-4F33-A1FD-039C32B3D093}" dt="2023-03-24T05:15:59.350" v="7"/>
          <ac:spMkLst>
            <pc:docMk/>
            <pc:sldMk cId="0" sldId="260"/>
            <ac:spMk id="178" creationId="{00000000-0000-0000-0000-000000000000}"/>
          </ac:spMkLst>
        </pc:spChg>
        <pc:spChg chg="mod">
          <ac:chgData name="Asif Muhammad" userId="6b0af2cb-2f76-400b-94d9-178b55ef4f85" providerId="ADAL" clId="{EAD7D5B7-5BA4-4F33-A1FD-039C32B3D093}" dt="2023-03-24T05:15:59.350" v="7"/>
          <ac:spMkLst>
            <pc:docMk/>
            <pc:sldMk cId="0" sldId="260"/>
            <ac:spMk id="179" creationId="{00000000-0000-0000-0000-000000000000}"/>
          </ac:spMkLst>
        </pc:spChg>
        <pc:graphicFrameChg chg="modGraphic">
          <ac:chgData name="Asif Muhammad" userId="6b0af2cb-2f76-400b-94d9-178b55ef4f85" providerId="ADAL" clId="{EAD7D5B7-5BA4-4F33-A1FD-039C32B3D093}" dt="2023-03-26T05:56:45.161" v="248" actId="403"/>
          <ac:graphicFrameMkLst>
            <pc:docMk/>
            <pc:sldMk cId="0" sldId="260"/>
            <ac:graphicFrameMk id="180" creationId="{00000000-0000-0000-0000-000000000000}"/>
          </ac:graphicFrameMkLst>
        </pc:graphicFrameChg>
      </pc:sldChg>
      <pc:sldChg chg="addSp delSp modSp mod setBg setClrOvrMap">
        <pc:chgData name="Asif Muhammad" userId="6b0af2cb-2f76-400b-94d9-178b55ef4f85" providerId="ADAL" clId="{EAD7D5B7-5BA4-4F33-A1FD-039C32B3D093}" dt="2023-03-26T05:58:45.827" v="253" actId="403"/>
        <pc:sldMkLst>
          <pc:docMk/>
          <pc:sldMk cId="0" sldId="261"/>
        </pc:sldMkLst>
        <pc:spChg chg="mod">
          <ac:chgData name="Asif Muhammad" userId="6b0af2cb-2f76-400b-94d9-178b55ef4f85" providerId="ADAL" clId="{EAD7D5B7-5BA4-4F33-A1FD-039C32B3D093}" dt="2023-03-24T05:19:47.180" v="70" actId="26606"/>
          <ac:spMkLst>
            <pc:docMk/>
            <pc:sldMk cId="0" sldId="261"/>
            <ac:spMk id="185" creationId="{00000000-0000-0000-0000-000000000000}"/>
          </ac:spMkLst>
        </pc:spChg>
        <pc:spChg chg="mod ord">
          <ac:chgData name="Asif Muhammad" userId="6b0af2cb-2f76-400b-94d9-178b55ef4f85" providerId="ADAL" clId="{EAD7D5B7-5BA4-4F33-A1FD-039C32B3D093}" dt="2023-03-24T05:19:47.180" v="70" actId="26606"/>
          <ac:spMkLst>
            <pc:docMk/>
            <pc:sldMk cId="0" sldId="261"/>
            <ac:spMk id="186" creationId="{00000000-0000-0000-0000-000000000000}"/>
          </ac:spMkLst>
        </pc:spChg>
        <pc:spChg chg="mod ord">
          <ac:chgData name="Asif Muhammad" userId="6b0af2cb-2f76-400b-94d9-178b55ef4f85" providerId="ADAL" clId="{EAD7D5B7-5BA4-4F33-A1FD-039C32B3D093}" dt="2023-03-24T05:19:47.180" v="70" actId="26606"/>
          <ac:spMkLst>
            <pc:docMk/>
            <pc:sldMk cId="0" sldId="261"/>
            <ac:spMk id="187" creationId="{00000000-0000-0000-0000-000000000000}"/>
          </ac:spMkLst>
        </pc:spChg>
        <pc:spChg chg="add del">
          <ac:chgData name="Asif Muhammad" userId="6b0af2cb-2f76-400b-94d9-178b55ef4f85" providerId="ADAL" clId="{EAD7D5B7-5BA4-4F33-A1FD-039C32B3D093}" dt="2023-03-24T05:19:34.432" v="63" actId="26606"/>
          <ac:spMkLst>
            <pc:docMk/>
            <pc:sldMk cId="0" sldId="261"/>
            <ac:spMk id="197" creationId="{4AC0CD9D-7610-4620-93B4-798CCD9AB581}"/>
          </ac:spMkLst>
        </pc:spChg>
        <pc:spChg chg="add del">
          <ac:chgData name="Asif Muhammad" userId="6b0af2cb-2f76-400b-94d9-178b55ef4f85" providerId="ADAL" clId="{EAD7D5B7-5BA4-4F33-A1FD-039C32B3D093}" dt="2023-03-24T05:19:34.432" v="63" actId="26606"/>
          <ac:spMkLst>
            <pc:docMk/>
            <pc:sldMk cId="0" sldId="261"/>
            <ac:spMk id="203" creationId="{DE4D62F9-188E-4530-84C2-24BDEE4BEB82}"/>
          </ac:spMkLst>
        </pc:spChg>
        <pc:spChg chg="add del">
          <ac:chgData name="Asif Muhammad" userId="6b0af2cb-2f76-400b-94d9-178b55ef4f85" providerId="ADAL" clId="{EAD7D5B7-5BA4-4F33-A1FD-039C32B3D093}" dt="2023-03-24T05:19:34.432" v="63" actId="26606"/>
          <ac:spMkLst>
            <pc:docMk/>
            <pc:sldMk cId="0" sldId="261"/>
            <ac:spMk id="205" creationId="{D27CF008-4B18-436D-B2D5-C1346C12438E}"/>
          </ac:spMkLst>
        </pc:spChg>
        <pc:spChg chg="add del">
          <ac:chgData name="Asif Muhammad" userId="6b0af2cb-2f76-400b-94d9-178b55ef4f85" providerId="ADAL" clId="{EAD7D5B7-5BA4-4F33-A1FD-039C32B3D093}" dt="2023-03-24T05:19:34.432" v="63" actId="26606"/>
          <ac:spMkLst>
            <pc:docMk/>
            <pc:sldMk cId="0" sldId="261"/>
            <ac:spMk id="207" creationId="{CE22DAD8-5F67-4B73-ADA9-06EF381F7AD6}"/>
          </ac:spMkLst>
        </pc:spChg>
        <pc:spChg chg="add del">
          <ac:chgData name="Asif Muhammad" userId="6b0af2cb-2f76-400b-94d9-178b55ef4f85" providerId="ADAL" clId="{EAD7D5B7-5BA4-4F33-A1FD-039C32B3D093}" dt="2023-03-24T05:19:34.432" v="63" actId="26606"/>
          <ac:spMkLst>
            <pc:docMk/>
            <pc:sldMk cId="0" sldId="261"/>
            <ac:spMk id="209" creationId="{E4F17063-EDA4-417B-946F-BA357F3B390D}"/>
          </ac:spMkLst>
        </pc:spChg>
        <pc:spChg chg="add del">
          <ac:chgData name="Asif Muhammad" userId="6b0af2cb-2f76-400b-94d9-178b55ef4f85" providerId="ADAL" clId="{EAD7D5B7-5BA4-4F33-A1FD-039C32B3D093}" dt="2023-03-24T05:19:34.432" v="63" actId="26606"/>
          <ac:spMkLst>
            <pc:docMk/>
            <pc:sldMk cId="0" sldId="261"/>
            <ac:spMk id="211" creationId="{D36F3EEA-55D4-4677-80E7-92D00B8F343B}"/>
          </ac:spMkLst>
        </pc:spChg>
        <pc:spChg chg="add del">
          <ac:chgData name="Asif Muhammad" userId="6b0af2cb-2f76-400b-94d9-178b55ef4f85" providerId="ADAL" clId="{EAD7D5B7-5BA4-4F33-A1FD-039C32B3D093}" dt="2023-03-24T05:19:38.871" v="65" actId="26606"/>
          <ac:spMkLst>
            <pc:docMk/>
            <pc:sldMk cId="0" sldId="261"/>
            <ac:spMk id="215" creationId="{4AC0CD9D-7610-4620-93B4-798CCD9AB581}"/>
          </ac:spMkLst>
        </pc:spChg>
        <pc:spChg chg="add del">
          <ac:chgData name="Asif Muhammad" userId="6b0af2cb-2f76-400b-94d9-178b55ef4f85" providerId="ADAL" clId="{EAD7D5B7-5BA4-4F33-A1FD-039C32B3D093}" dt="2023-03-24T05:19:38.871" v="65" actId="26606"/>
          <ac:spMkLst>
            <pc:docMk/>
            <pc:sldMk cId="0" sldId="261"/>
            <ac:spMk id="218" creationId="{DE4D62F9-188E-4530-84C2-24BDEE4BEB82}"/>
          </ac:spMkLst>
        </pc:spChg>
        <pc:spChg chg="add del">
          <ac:chgData name="Asif Muhammad" userId="6b0af2cb-2f76-400b-94d9-178b55ef4f85" providerId="ADAL" clId="{EAD7D5B7-5BA4-4F33-A1FD-039C32B3D093}" dt="2023-03-24T05:19:38.871" v="65" actId="26606"/>
          <ac:spMkLst>
            <pc:docMk/>
            <pc:sldMk cId="0" sldId="261"/>
            <ac:spMk id="219" creationId="{757B325C-3E35-45CF-9D07-3BCB281F3B9C}"/>
          </ac:spMkLst>
        </pc:spChg>
        <pc:spChg chg="add del">
          <ac:chgData name="Asif Muhammad" userId="6b0af2cb-2f76-400b-94d9-178b55ef4f85" providerId="ADAL" clId="{EAD7D5B7-5BA4-4F33-A1FD-039C32B3D093}" dt="2023-03-24T05:19:38.871" v="65" actId="26606"/>
          <ac:spMkLst>
            <pc:docMk/>
            <pc:sldMk cId="0" sldId="261"/>
            <ac:spMk id="220" creationId="{C24BEC42-AFF3-40D1-93A2-A27A42E1E23C}"/>
          </ac:spMkLst>
        </pc:spChg>
        <pc:spChg chg="add del">
          <ac:chgData name="Asif Muhammad" userId="6b0af2cb-2f76-400b-94d9-178b55ef4f85" providerId="ADAL" clId="{EAD7D5B7-5BA4-4F33-A1FD-039C32B3D093}" dt="2023-03-24T05:19:38.871" v="65" actId="26606"/>
          <ac:spMkLst>
            <pc:docMk/>
            <pc:sldMk cId="0" sldId="261"/>
            <ac:spMk id="221" creationId="{608F427C-1EC9-4280-9367-F2B3AA063E82}"/>
          </ac:spMkLst>
        </pc:spChg>
        <pc:spChg chg="add del">
          <ac:chgData name="Asif Muhammad" userId="6b0af2cb-2f76-400b-94d9-178b55ef4f85" providerId="ADAL" clId="{EAD7D5B7-5BA4-4F33-A1FD-039C32B3D093}" dt="2023-03-24T05:19:38.871" v="65" actId="26606"/>
          <ac:spMkLst>
            <pc:docMk/>
            <pc:sldMk cId="0" sldId="261"/>
            <ac:spMk id="222" creationId="{F98810A7-E114-447A-A7D6-69B27CFB5650}"/>
          </ac:spMkLst>
        </pc:spChg>
        <pc:spChg chg="add del">
          <ac:chgData name="Asif Muhammad" userId="6b0af2cb-2f76-400b-94d9-178b55ef4f85" providerId="ADAL" clId="{EAD7D5B7-5BA4-4F33-A1FD-039C32B3D093}" dt="2023-03-24T05:19:42.547" v="67" actId="26606"/>
          <ac:spMkLst>
            <pc:docMk/>
            <pc:sldMk cId="0" sldId="261"/>
            <ac:spMk id="226" creationId="{4AC0CD9D-7610-4620-93B4-798CCD9AB581}"/>
          </ac:spMkLst>
        </pc:spChg>
        <pc:spChg chg="add del">
          <ac:chgData name="Asif Muhammad" userId="6b0af2cb-2f76-400b-94d9-178b55ef4f85" providerId="ADAL" clId="{EAD7D5B7-5BA4-4F33-A1FD-039C32B3D093}" dt="2023-03-24T05:19:42.547" v="67" actId="26606"/>
          <ac:spMkLst>
            <pc:docMk/>
            <pc:sldMk cId="0" sldId="261"/>
            <ac:spMk id="229" creationId="{DE4D62F9-188E-4530-84C2-24BDEE4BEB82}"/>
          </ac:spMkLst>
        </pc:spChg>
        <pc:spChg chg="add del">
          <ac:chgData name="Asif Muhammad" userId="6b0af2cb-2f76-400b-94d9-178b55ef4f85" providerId="ADAL" clId="{EAD7D5B7-5BA4-4F33-A1FD-039C32B3D093}" dt="2023-03-24T05:19:42.547" v="67" actId="26606"/>
          <ac:spMkLst>
            <pc:docMk/>
            <pc:sldMk cId="0" sldId="261"/>
            <ac:spMk id="230" creationId="{757B325C-3E35-45CF-9D07-3BCB281F3B9C}"/>
          </ac:spMkLst>
        </pc:spChg>
        <pc:spChg chg="add del">
          <ac:chgData name="Asif Muhammad" userId="6b0af2cb-2f76-400b-94d9-178b55ef4f85" providerId="ADAL" clId="{EAD7D5B7-5BA4-4F33-A1FD-039C32B3D093}" dt="2023-03-24T05:19:42.547" v="67" actId="26606"/>
          <ac:spMkLst>
            <pc:docMk/>
            <pc:sldMk cId="0" sldId="261"/>
            <ac:spMk id="231" creationId="{C24BEC42-AFF3-40D1-93A2-A27A42E1E23C}"/>
          </ac:spMkLst>
        </pc:spChg>
        <pc:spChg chg="add del">
          <ac:chgData name="Asif Muhammad" userId="6b0af2cb-2f76-400b-94d9-178b55ef4f85" providerId="ADAL" clId="{EAD7D5B7-5BA4-4F33-A1FD-039C32B3D093}" dt="2023-03-24T05:19:42.547" v="67" actId="26606"/>
          <ac:spMkLst>
            <pc:docMk/>
            <pc:sldMk cId="0" sldId="261"/>
            <ac:spMk id="232" creationId="{608F427C-1EC9-4280-9367-F2B3AA063E82}"/>
          </ac:spMkLst>
        </pc:spChg>
        <pc:spChg chg="add del">
          <ac:chgData name="Asif Muhammad" userId="6b0af2cb-2f76-400b-94d9-178b55ef4f85" providerId="ADAL" clId="{EAD7D5B7-5BA4-4F33-A1FD-039C32B3D093}" dt="2023-03-24T05:19:42.547" v="67" actId="26606"/>
          <ac:spMkLst>
            <pc:docMk/>
            <pc:sldMk cId="0" sldId="261"/>
            <ac:spMk id="233" creationId="{F98810A7-E114-447A-A7D6-69B27CFB5650}"/>
          </ac:spMkLst>
        </pc:spChg>
        <pc:spChg chg="add del">
          <ac:chgData name="Asif Muhammad" userId="6b0af2cb-2f76-400b-94d9-178b55ef4f85" providerId="ADAL" clId="{EAD7D5B7-5BA4-4F33-A1FD-039C32B3D093}" dt="2023-03-24T05:19:47.131" v="69" actId="26606"/>
          <ac:spMkLst>
            <pc:docMk/>
            <pc:sldMk cId="0" sldId="261"/>
            <ac:spMk id="237" creationId="{4AC0CD9D-7610-4620-93B4-798CCD9AB581}"/>
          </ac:spMkLst>
        </pc:spChg>
        <pc:spChg chg="add del">
          <ac:chgData name="Asif Muhammad" userId="6b0af2cb-2f76-400b-94d9-178b55ef4f85" providerId="ADAL" clId="{EAD7D5B7-5BA4-4F33-A1FD-039C32B3D093}" dt="2023-03-24T05:19:47.131" v="69" actId="26606"/>
          <ac:spMkLst>
            <pc:docMk/>
            <pc:sldMk cId="0" sldId="261"/>
            <ac:spMk id="240" creationId="{DE4D62F9-188E-4530-84C2-24BDEE4BEB82}"/>
          </ac:spMkLst>
        </pc:spChg>
        <pc:spChg chg="add del">
          <ac:chgData name="Asif Muhammad" userId="6b0af2cb-2f76-400b-94d9-178b55ef4f85" providerId="ADAL" clId="{EAD7D5B7-5BA4-4F33-A1FD-039C32B3D093}" dt="2023-03-24T05:19:47.131" v="69" actId="26606"/>
          <ac:spMkLst>
            <pc:docMk/>
            <pc:sldMk cId="0" sldId="261"/>
            <ac:spMk id="241" creationId="{D67CA421-FA2B-47ED-A101-F8BBEBB2976B}"/>
          </ac:spMkLst>
        </pc:spChg>
        <pc:spChg chg="add del">
          <ac:chgData name="Asif Muhammad" userId="6b0af2cb-2f76-400b-94d9-178b55ef4f85" providerId="ADAL" clId="{EAD7D5B7-5BA4-4F33-A1FD-039C32B3D093}" dt="2023-03-24T05:19:47.131" v="69" actId="26606"/>
          <ac:spMkLst>
            <pc:docMk/>
            <pc:sldMk cId="0" sldId="261"/>
            <ac:spMk id="242" creationId="{12425D82-CD5E-45A4-9542-70951E59F2D1}"/>
          </ac:spMkLst>
        </pc:spChg>
        <pc:spChg chg="add del">
          <ac:chgData name="Asif Muhammad" userId="6b0af2cb-2f76-400b-94d9-178b55ef4f85" providerId="ADAL" clId="{EAD7D5B7-5BA4-4F33-A1FD-039C32B3D093}" dt="2023-03-24T05:19:47.131" v="69" actId="26606"/>
          <ac:spMkLst>
            <pc:docMk/>
            <pc:sldMk cId="0" sldId="261"/>
            <ac:spMk id="243" creationId="{221DB897-A621-4D5F-AC81-91199AC4370E}"/>
          </ac:spMkLst>
        </pc:spChg>
        <pc:spChg chg="add">
          <ac:chgData name="Asif Muhammad" userId="6b0af2cb-2f76-400b-94d9-178b55ef4f85" providerId="ADAL" clId="{EAD7D5B7-5BA4-4F33-A1FD-039C32B3D093}" dt="2023-03-24T05:19:47.180" v="70" actId="26606"/>
          <ac:spMkLst>
            <pc:docMk/>
            <pc:sldMk cId="0" sldId="261"/>
            <ac:spMk id="247" creationId="{4AC0CD9D-7610-4620-93B4-798CCD9AB581}"/>
          </ac:spMkLst>
        </pc:spChg>
        <pc:spChg chg="add">
          <ac:chgData name="Asif Muhammad" userId="6b0af2cb-2f76-400b-94d9-178b55ef4f85" providerId="ADAL" clId="{EAD7D5B7-5BA4-4F33-A1FD-039C32B3D093}" dt="2023-03-24T05:19:47.180" v="70" actId="26606"/>
          <ac:spMkLst>
            <pc:docMk/>
            <pc:sldMk cId="0" sldId="261"/>
            <ac:spMk id="250" creationId="{DE4D62F9-188E-4530-84C2-24BDEE4BEB82}"/>
          </ac:spMkLst>
        </pc:spChg>
        <pc:spChg chg="add">
          <ac:chgData name="Asif Muhammad" userId="6b0af2cb-2f76-400b-94d9-178b55ef4f85" providerId="ADAL" clId="{EAD7D5B7-5BA4-4F33-A1FD-039C32B3D093}" dt="2023-03-24T05:19:47.180" v="70" actId="26606"/>
          <ac:spMkLst>
            <pc:docMk/>
            <pc:sldMk cId="0" sldId="261"/>
            <ac:spMk id="251" creationId="{D27CF008-4B18-436D-B2D5-C1346C12438E}"/>
          </ac:spMkLst>
        </pc:spChg>
        <pc:spChg chg="add">
          <ac:chgData name="Asif Muhammad" userId="6b0af2cb-2f76-400b-94d9-178b55ef4f85" providerId="ADAL" clId="{EAD7D5B7-5BA4-4F33-A1FD-039C32B3D093}" dt="2023-03-24T05:19:47.180" v="70" actId="26606"/>
          <ac:spMkLst>
            <pc:docMk/>
            <pc:sldMk cId="0" sldId="261"/>
            <ac:spMk id="252" creationId="{CE22DAD8-5F67-4B73-ADA9-06EF381F7AD6}"/>
          </ac:spMkLst>
        </pc:spChg>
        <pc:spChg chg="add">
          <ac:chgData name="Asif Muhammad" userId="6b0af2cb-2f76-400b-94d9-178b55ef4f85" providerId="ADAL" clId="{EAD7D5B7-5BA4-4F33-A1FD-039C32B3D093}" dt="2023-03-24T05:19:47.180" v="70" actId="26606"/>
          <ac:spMkLst>
            <pc:docMk/>
            <pc:sldMk cId="0" sldId="261"/>
            <ac:spMk id="253" creationId="{E4F17063-EDA4-417B-946F-BA357F3B390D}"/>
          </ac:spMkLst>
        </pc:spChg>
        <pc:spChg chg="add">
          <ac:chgData name="Asif Muhammad" userId="6b0af2cb-2f76-400b-94d9-178b55ef4f85" providerId="ADAL" clId="{EAD7D5B7-5BA4-4F33-A1FD-039C32B3D093}" dt="2023-03-24T05:19:47.180" v="70" actId="26606"/>
          <ac:spMkLst>
            <pc:docMk/>
            <pc:sldMk cId="0" sldId="261"/>
            <ac:spMk id="254" creationId="{D36F3EEA-55D4-4677-80E7-92D00B8F343B}"/>
          </ac:spMkLst>
        </pc:spChg>
        <pc:graphicFrameChg chg="add mod modGraphic">
          <ac:chgData name="Asif Muhammad" userId="6b0af2cb-2f76-400b-94d9-178b55ef4f85" providerId="ADAL" clId="{EAD7D5B7-5BA4-4F33-A1FD-039C32B3D093}" dt="2023-03-26T05:58:45.827" v="253" actId="403"/>
          <ac:graphicFrameMkLst>
            <pc:docMk/>
            <pc:sldMk cId="0" sldId="261"/>
            <ac:graphicFrameMk id="188" creationId="{00000000-0000-0000-0000-000000000000}"/>
          </ac:graphicFrameMkLst>
        </pc:graphicFrameChg>
        <pc:picChg chg="add del">
          <ac:chgData name="Asif Muhammad" userId="6b0af2cb-2f76-400b-94d9-178b55ef4f85" providerId="ADAL" clId="{EAD7D5B7-5BA4-4F33-A1FD-039C32B3D093}" dt="2023-03-24T05:19:34.432" v="63" actId="26606"/>
          <ac:picMkLst>
            <pc:docMk/>
            <pc:sldMk cId="0" sldId="261"/>
            <ac:picMk id="193" creationId="{41B68C77-138E-4BF7-A276-BD0C78A4219F}"/>
          </ac:picMkLst>
        </pc:picChg>
        <pc:picChg chg="add del">
          <ac:chgData name="Asif Muhammad" userId="6b0af2cb-2f76-400b-94d9-178b55ef4f85" providerId="ADAL" clId="{EAD7D5B7-5BA4-4F33-A1FD-039C32B3D093}" dt="2023-03-24T05:19:34.432" v="63" actId="26606"/>
          <ac:picMkLst>
            <pc:docMk/>
            <pc:sldMk cId="0" sldId="261"/>
            <ac:picMk id="195" creationId="{7C268552-D473-46ED-B1B8-422042C4DEF1}"/>
          </ac:picMkLst>
        </pc:picChg>
        <pc:picChg chg="add del">
          <ac:chgData name="Asif Muhammad" userId="6b0af2cb-2f76-400b-94d9-178b55ef4f85" providerId="ADAL" clId="{EAD7D5B7-5BA4-4F33-A1FD-039C32B3D093}" dt="2023-03-24T05:19:34.432" v="63" actId="26606"/>
          <ac:picMkLst>
            <pc:docMk/>
            <pc:sldMk cId="0" sldId="261"/>
            <ac:picMk id="199" creationId="{B9238B3E-24AA-439A-B527-6C5DF6D72145}"/>
          </ac:picMkLst>
        </pc:picChg>
        <pc:picChg chg="add del">
          <ac:chgData name="Asif Muhammad" userId="6b0af2cb-2f76-400b-94d9-178b55ef4f85" providerId="ADAL" clId="{EAD7D5B7-5BA4-4F33-A1FD-039C32B3D093}" dt="2023-03-24T05:19:34.432" v="63" actId="26606"/>
          <ac:picMkLst>
            <pc:docMk/>
            <pc:sldMk cId="0" sldId="261"/>
            <ac:picMk id="201" creationId="{69F01145-BEA3-4CBF-AA21-10077B948CA8}"/>
          </ac:picMkLst>
        </pc:picChg>
        <pc:picChg chg="add del">
          <ac:chgData name="Asif Muhammad" userId="6b0af2cb-2f76-400b-94d9-178b55ef4f85" providerId="ADAL" clId="{EAD7D5B7-5BA4-4F33-A1FD-039C32B3D093}" dt="2023-03-24T05:19:38.871" v="65" actId="26606"/>
          <ac:picMkLst>
            <pc:docMk/>
            <pc:sldMk cId="0" sldId="261"/>
            <ac:picMk id="213" creationId="{41B68C77-138E-4BF7-A276-BD0C78A4219F}"/>
          </ac:picMkLst>
        </pc:picChg>
        <pc:picChg chg="add del">
          <ac:chgData name="Asif Muhammad" userId="6b0af2cb-2f76-400b-94d9-178b55ef4f85" providerId="ADAL" clId="{EAD7D5B7-5BA4-4F33-A1FD-039C32B3D093}" dt="2023-03-24T05:19:38.871" v="65" actId="26606"/>
          <ac:picMkLst>
            <pc:docMk/>
            <pc:sldMk cId="0" sldId="261"/>
            <ac:picMk id="214" creationId="{7C268552-D473-46ED-B1B8-422042C4DEF1}"/>
          </ac:picMkLst>
        </pc:picChg>
        <pc:picChg chg="add del">
          <ac:chgData name="Asif Muhammad" userId="6b0af2cb-2f76-400b-94d9-178b55ef4f85" providerId="ADAL" clId="{EAD7D5B7-5BA4-4F33-A1FD-039C32B3D093}" dt="2023-03-24T05:19:38.871" v="65" actId="26606"/>
          <ac:picMkLst>
            <pc:docMk/>
            <pc:sldMk cId="0" sldId="261"/>
            <ac:picMk id="216" creationId="{B9238B3E-24AA-439A-B527-6C5DF6D72145}"/>
          </ac:picMkLst>
        </pc:picChg>
        <pc:picChg chg="add del">
          <ac:chgData name="Asif Muhammad" userId="6b0af2cb-2f76-400b-94d9-178b55ef4f85" providerId="ADAL" clId="{EAD7D5B7-5BA4-4F33-A1FD-039C32B3D093}" dt="2023-03-24T05:19:38.871" v="65" actId="26606"/>
          <ac:picMkLst>
            <pc:docMk/>
            <pc:sldMk cId="0" sldId="261"/>
            <ac:picMk id="217" creationId="{69F01145-BEA3-4CBF-AA21-10077B948CA8}"/>
          </ac:picMkLst>
        </pc:picChg>
        <pc:picChg chg="add del">
          <ac:chgData name="Asif Muhammad" userId="6b0af2cb-2f76-400b-94d9-178b55ef4f85" providerId="ADAL" clId="{EAD7D5B7-5BA4-4F33-A1FD-039C32B3D093}" dt="2023-03-24T05:19:42.547" v="67" actId="26606"/>
          <ac:picMkLst>
            <pc:docMk/>
            <pc:sldMk cId="0" sldId="261"/>
            <ac:picMk id="224" creationId="{41B68C77-138E-4BF7-A276-BD0C78A4219F}"/>
          </ac:picMkLst>
        </pc:picChg>
        <pc:picChg chg="add del">
          <ac:chgData name="Asif Muhammad" userId="6b0af2cb-2f76-400b-94d9-178b55ef4f85" providerId="ADAL" clId="{EAD7D5B7-5BA4-4F33-A1FD-039C32B3D093}" dt="2023-03-24T05:19:42.547" v="67" actId="26606"/>
          <ac:picMkLst>
            <pc:docMk/>
            <pc:sldMk cId="0" sldId="261"/>
            <ac:picMk id="225" creationId="{7C268552-D473-46ED-B1B8-422042C4DEF1}"/>
          </ac:picMkLst>
        </pc:picChg>
        <pc:picChg chg="add del">
          <ac:chgData name="Asif Muhammad" userId="6b0af2cb-2f76-400b-94d9-178b55ef4f85" providerId="ADAL" clId="{EAD7D5B7-5BA4-4F33-A1FD-039C32B3D093}" dt="2023-03-24T05:19:42.547" v="67" actId="26606"/>
          <ac:picMkLst>
            <pc:docMk/>
            <pc:sldMk cId="0" sldId="261"/>
            <ac:picMk id="227" creationId="{B9238B3E-24AA-439A-B527-6C5DF6D72145}"/>
          </ac:picMkLst>
        </pc:picChg>
        <pc:picChg chg="add del">
          <ac:chgData name="Asif Muhammad" userId="6b0af2cb-2f76-400b-94d9-178b55ef4f85" providerId="ADAL" clId="{EAD7D5B7-5BA4-4F33-A1FD-039C32B3D093}" dt="2023-03-24T05:19:42.547" v="67" actId="26606"/>
          <ac:picMkLst>
            <pc:docMk/>
            <pc:sldMk cId="0" sldId="261"/>
            <ac:picMk id="228" creationId="{69F01145-BEA3-4CBF-AA21-10077B948CA8}"/>
          </ac:picMkLst>
        </pc:picChg>
        <pc:picChg chg="add del">
          <ac:chgData name="Asif Muhammad" userId="6b0af2cb-2f76-400b-94d9-178b55ef4f85" providerId="ADAL" clId="{EAD7D5B7-5BA4-4F33-A1FD-039C32B3D093}" dt="2023-03-24T05:19:47.131" v="69" actId="26606"/>
          <ac:picMkLst>
            <pc:docMk/>
            <pc:sldMk cId="0" sldId="261"/>
            <ac:picMk id="235" creationId="{41B68C77-138E-4BF7-A276-BD0C78A4219F}"/>
          </ac:picMkLst>
        </pc:picChg>
        <pc:picChg chg="add del">
          <ac:chgData name="Asif Muhammad" userId="6b0af2cb-2f76-400b-94d9-178b55ef4f85" providerId="ADAL" clId="{EAD7D5B7-5BA4-4F33-A1FD-039C32B3D093}" dt="2023-03-24T05:19:47.131" v="69" actId="26606"/>
          <ac:picMkLst>
            <pc:docMk/>
            <pc:sldMk cId="0" sldId="261"/>
            <ac:picMk id="236" creationId="{7C268552-D473-46ED-B1B8-422042C4DEF1}"/>
          </ac:picMkLst>
        </pc:picChg>
        <pc:picChg chg="add del">
          <ac:chgData name="Asif Muhammad" userId="6b0af2cb-2f76-400b-94d9-178b55ef4f85" providerId="ADAL" clId="{EAD7D5B7-5BA4-4F33-A1FD-039C32B3D093}" dt="2023-03-24T05:19:47.131" v="69" actId="26606"/>
          <ac:picMkLst>
            <pc:docMk/>
            <pc:sldMk cId="0" sldId="261"/>
            <ac:picMk id="238" creationId="{B9238B3E-24AA-439A-B527-6C5DF6D72145}"/>
          </ac:picMkLst>
        </pc:picChg>
        <pc:picChg chg="add del">
          <ac:chgData name="Asif Muhammad" userId="6b0af2cb-2f76-400b-94d9-178b55ef4f85" providerId="ADAL" clId="{EAD7D5B7-5BA4-4F33-A1FD-039C32B3D093}" dt="2023-03-24T05:19:47.131" v="69" actId="26606"/>
          <ac:picMkLst>
            <pc:docMk/>
            <pc:sldMk cId="0" sldId="261"/>
            <ac:picMk id="239" creationId="{69F01145-BEA3-4CBF-AA21-10077B948CA8}"/>
          </ac:picMkLst>
        </pc:picChg>
        <pc:picChg chg="add">
          <ac:chgData name="Asif Muhammad" userId="6b0af2cb-2f76-400b-94d9-178b55ef4f85" providerId="ADAL" clId="{EAD7D5B7-5BA4-4F33-A1FD-039C32B3D093}" dt="2023-03-24T05:19:47.180" v="70" actId="26606"/>
          <ac:picMkLst>
            <pc:docMk/>
            <pc:sldMk cId="0" sldId="261"/>
            <ac:picMk id="245" creationId="{41B68C77-138E-4BF7-A276-BD0C78A4219F}"/>
          </ac:picMkLst>
        </pc:picChg>
        <pc:picChg chg="add">
          <ac:chgData name="Asif Muhammad" userId="6b0af2cb-2f76-400b-94d9-178b55ef4f85" providerId="ADAL" clId="{EAD7D5B7-5BA4-4F33-A1FD-039C32B3D093}" dt="2023-03-24T05:19:47.180" v="70" actId="26606"/>
          <ac:picMkLst>
            <pc:docMk/>
            <pc:sldMk cId="0" sldId="261"/>
            <ac:picMk id="246" creationId="{7C268552-D473-46ED-B1B8-422042C4DEF1}"/>
          </ac:picMkLst>
        </pc:picChg>
        <pc:picChg chg="add">
          <ac:chgData name="Asif Muhammad" userId="6b0af2cb-2f76-400b-94d9-178b55ef4f85" providerId="ADAL" clId="{EAD7D5B7-5BA4-4F33-A1FD-039C32B3D093}" dt="2023-03-24T05:19:47.180" v="70" actId="26606"/>
          <ac:picMkLst>
            <pc:docMk/>
            <pc:sldMk cId="0" sldId="261"/>
            <ac:picMk id="248" creationId="{B9238B3E-24AA-439A-B527-6C5DF6D72145}"/>
          </ac:picMkLst>
        </pc:picChg>
        <pc:picChg chg="add">
          <ac:chgData name="Asif Muhammad" userId="6b0af2cb-2f76-400b-94d9-178b55ef4f85" providerId="ADAL" clId="{EAD7D5B7-5BA4-4F33-A1FD-039C32B3D093}" dt="2023-03-24T05:19:47.180" v="70" actId="26606"/>
          <ac:picMkLst>
            <pc:docMk/>
            <pc:sldMk cId="0" sldId="261"/>
            <ac:picMk id="249" creationId="{69F01145-BEA3-4CBF-AA21-10077B948CA8}"/>
          </ac:picMkLst>
        </pc:picChg>
      </pc:sldChg>
      <pc:sldChg chg="addSp delSp modSp mod setBg setClrOvrMap">
        <pc:chgData name="Asif Muhammad" userId="6b0af2cb-2f76-400b-94d9-178b55ef4f85" providerId="ADAL" clId="{EAD7D5B7-5BA4-4F33-A1FD-039C32B3D093}" dt="2023-03-24T05:20:39.061" v="78" actId="26606"/>
        <pc:sldMkLst>
          <pc:docMk/>
          <pc:sldMk cId="0" sldId="262"/>
        </pc:sldMkLst>
        <pc:spChg chg="mod">
          <ac:chgData name="Asif Muhammad" userId="6b0af2cb-2f76-400b-94d9-178b55ef4f85" providerId="ADAL" clId="{EAD7D5B7-5BA4-4F33-A1FD-039C32B3D093}" dt="2023-03-24T05:20:39.061" v="78" actId="26606"/>
          <ac:spMkLst>
            <pc:docMk/>
            <pc:sldMk cId="0" sldId="262"/>
            <ac:spMk id="193" creationId="{00000000-0000-0000-0000-000000000000}"/>
          </ac:spMkLst>
        </pc:spChg>
        <pc:spChg chg="mod">
          <ac:chgData name="Asif Muhammad" userId="6b0af2cb-2f76-400b-94d9-178b55ef4f85" providerId="ADAL" clId="{EAD7D5B7-5BA4-4F33-A1FD-039C32B3D093}" dt="2023-03-24T05:20:39.061" v="78" actId="26606"/>
          <ac:spMkLst>
            <pc:docMk/>
            <pc:sldMk cId="0" sldId="262"/>
            <ac:spMk id="194" creationId="{00000000-0000-0000-0000-000000000000}"/>
          </ac:spMkLst>
        </pc:spChg>
        <pc:spChg chg="mod ord">
          <ac:chgData name="Asif Muhammad" userId="6b0af2cb-2f76-400b-94d9-178b55ef4f85" providerId="ADAL" clId="{EAD7D5B7-5BA4-4F33-A1FD-039C32B3D093}" dt="2023-03-24T05:20:39.061" v="78" actId="26606"/>
          <ac:spMkLst>
            <pc:docMk/>
            <pc:sldMk cId="0" sldId="262"/>
            <ac:spMk id="195" creationId="{00000000-0000-0000-0000-000000000000}"/>
          </ac:spMkLst>
        </pc:spChg>
        <pc:spChg chg="add del">
          <ac:chgData name="Asif Muhammad" userId="6b0af2cb-2f76-400b-94d9-178b55ef4f85" providerId="ADAL" clId="{EAD7D5B7-5BA4-4F33-A1FD-039C32B3D093}" dt="2023-03-24T05:20:39.061" v="78" actId="26606"/>
          <ac:spMkLst>
            <pc:docMk/>
            <pc:sldMk cId="0" sldId="262"/>
            <ac:spMk id="205" creationId="{4AC0CD9D-7610-4620-93B4-798CCD9AB581}"/>
          </ac:spMkLst>
        </pc:spChg>
        <pc:spChg chg="add del">
          <ac:chgData name="Asif Muhammad" userId="6b0af2cb-2f76-400b-94d9-178b55ef4f85" providerId="ADAL" clId="{EAD7D5B7-5BA4-4F33-A1FD-039C32B3D093}" dt="2023-03-24T05:20:39.061" v="78" actId="26606"/>
          <ac:spMkLst>
            <pc:docMk/>
            <pc:sldMk cId="0" sldId="262"/>
            <ac:spMk id="211" creationId="{DE4D62F9-188E-4530-84C2-24BDEE4BEB82}"/>
          </ac:spMkLst>
        </pc:spChg>
        <pc:spChg chg="add del">
          <ac:chgData name="Asif Muhammad" userId="6b0af2cb-2f76-400b-94d9-178b55ef4f85" providerId="ADAL" clId="{EAD7D5B7-5BA4-4F33-A1FD-039C32B3D093}" dt="2023-03-24T05:20:39.061" v="78" actId="26606"/>
          <ac:spMkLst>
            <pc:docMk/>
            <pc:sldMk cId="0" sldId="262"/>
            <ac:spMk id="213" creationId="{D27CF008-4B18-436D-B2D5-C1346C12438E}"/>
          </ac:spMkLst>
        </pc:spChg>
        <pc:spChg chg="add del">
          <ac:chgData name="Asif Muhammad" userId="6b0af2cb-2f76-400b-94d9-178b55ef4f85" providerId="ADAL" clId="{EAD7D5B7-5BA4-4F33-A1FD-039C32B3D093}" dt="2023-03-24T05:20:39.061" v="78" actId="26606"/>
          <ac:spMkLst>
            <pc:docMk/>
            <pc:sldMk cId="0" sldId="262"/>
            <ac:spMk id="215" creationId="{CE22DAD8-5F67-4B73-ADA9-06EF381F7AD6}"/>
          </ac:spMkLst>
        </pc:spChg>
        <pc:spChg chg="add del">
          <ac:chgData name="Asif Muhammad" userId="6b0af2cb-2f76-400b-94d9-178b55ef4f85" providerId="ADAL" clId="{EAD7D5B7-5BA4-4F33-A1FD-039C32B3D093}" dt="2023-03-24T05:20:39.061" v="78" actId="26606"/>
          <ac:spMkLst>
            <pc:docMk/>
            <pc:sldMk cId="0" sldId="262"/>
            <ac:spMk id="217" creationId="{E4F17063-EDA4-417B-946F-BA357F3B390D}"/>
          </ac:spMkLst>
        </pc:spChg>
        <pc:spChg chg="add del">
          <ac:chgData name="Asif Muhammad" userId="6b0af2cb-2f76-400b-94d9-178b55ef4f85" providerId="ADAL" clId="{EAD7D5B7-5BA4-4F33-A1FD-039C32B3D093}" dt="2023-03-24T05:20:39.061" v="78" actId="26606"/>
          <ac:spMkLst>
            <pc:docMk/>
            <pc:sldMk cId="0" sldId="262"/>
            <ac:spMk id="219" creationId="{D36F3EEA-55D4-4677-80E7-92D00B8F343B}"/>
          </ac:spMkLst>
        </pc:spChg>
        <pc:graphicFrameChg chg="add mod modGraphic">
          <ac:chgData name="Asif Muhammad" userId="6b0af2cb-2f76-400b-94d9-178b55ef4f85" providerId="ADAL" clId="{EAD7D5B7-5BA4-4F33-A1FD-039C32B3D093}" dt="2023-03-24T05:20:39.061" v="78" actId="26606"/>
          <ac:graphicFrameMkLst>
            <pc:docMk/>
            <pc:sldMk cId="0" sldId="262"/>
            <ac:graphicFrameMk id="196" creationId="{00000000-0000-0000-0000-000000000000}"/>
          </ac:graphicFrameMkLst>
        </pc:graphicFrameChg>
        <pc:picChg chg="add del">
          <ac:chgData name="Asif Muhammad" userId="6b0af2cb-2f76-400b-94d9-178b55ef4f85" providerId="ADAL" clId="{EAD7D5B7-5BA4-4F33-A1FD-039C32B3D093}" dt="2023-03-24T05:20:39.061" v="78" actId="26606"/>
          <ac:picMkLst>
            <pc:docMk/>
            <pc:sldMk cId="0" sldId="262"/>
            <ac:picMk id="201" creationId="{41B68C77-138E-4BF7-A276-BD0C78A4219F}"/>
          </ac:picMkLst>
        </pc:picChg>
        <pc:picChg chg="add del">
          <ac:chgData name="Asif Muhammad" userId="6b0af2cb-2f76-400b-94d9-178b55ef4f85" providerId="ADAL" clId="{EAD7D5B7-5BA4-4F33-A1FD-039C32B3D093}" dt="2023-03-24T05:20:39.061" v="78" actId="26606"/>
          <ac:picMkLst>
            <pc:docMk/>
            <pc:sldMk cId="0" sldId="262"/>
            <ac:picMk id="203" creationId="{7C268552-D473-46ED-B1B8-422042C4DEF1}"/>
          </ac:picMkLst>
        </pc:picChg>
        <pc:picChg chg="add del">
          <ac:chgData name="Asif Muhammad" userId="6b0af2cb-2f76-400b-94d9-178b55ef4f85" providerId="ADAL" clId="{EAD7D5B7-5BA4-4F33-A1FD-039C32B3D093}" dt="2023-03-24T05:20:39.061" v="78" actId="26606"/>
          <ac:picMkLst>
            <pc:docMk/>
            <pc:sldMk cId="0" sldId="262"/>
            <ac:picMk id="207" creationId="{B9238B3E-24AA-439A-B527-6C5DF6D72145}"/>
          </ac:picMkLst>
        </pc:picChg>
        <pc:picChg chg="add del">
          <ac:chgData name="Asif Muhammad" userId="6b0af2cb-2f76-400b-94d9-178b55ef4f85" providerId="ADAL" clId="{EAD7D5B7-5BA4-4F33-A1FD-039C32B3D093}" dt="2023-03-24T05:20:39.061" v="78" actId="26606"/>
          <ac:picMkLst>
            <pc:docMk/>
            <pc:sldMk cId="0" sldId="262"/>
            <ac:picMk id="209" creationId="{69F01145-BEA3-4CBF-AA21-10077B948CA8}"/>
          </ac:picMkLst>
        </pc:picChg>
      </pc:sldChg>
      <pc:sldChg chg="addSp delSp modSp mod setBg setClrOvrMap">
        <pc:chgData name="Asif Muhammad" userId="6b0af2cb-2f76-400b-94d9-178b55ef4f85" providerId="ADAL" clId="{EAD7D5B7-5BA4-4F33-A1FD-039C32B3D093}" dt="2023-03-24T05:47:42.844" v="211" actId="403"/>
        <pc:sldMkLst>
          <pc:docMk/>
          <pc:sldMk cId="0" sldId="263"/>
        </pc:sldMkLst>
        <pc:spChg chg="mod">
          <ac:chgData name="Asif Muhammad" userId="6b0af2cb-2f76-400b-94d9-178b55ef4f85" providerId="ADAL" clId="{EAD7D5B7-5BA4-4F33-A1FD-039C32B3D093}" dt="2023-03-24T05:21:12.707" v="85" actId="26606"/>
          <ac:spMkLst>
            <pc:docMk/>
            <pc:sldMk cId="0" sldId="263"/>
            <ac:spMk id="201" creationId="{00000000-0000-0000-0000-000000000000}"/>
          </ac:spMkLst>
        </pc:spChg>
        <pc:spChg chg="mod">
          <ac:chgData name="Asif Muhammad" userId="6b0af2cb-2f76-400b-94d9-178b55ef4f85" providerId="ADAL" clId="{EAD7D5B7-5BA4-4F33-A1FD-039C32B3D093}" dt="2023-03-24T05:21:12.707" v="85" actId="26606"/>
          <ac:spMkLst>
            <pc:docMk/>
            <pc:sldMk cId="0" sldId="263"/>
            <ac:spMk id="202" creationId="{00000000-0000-0000-0000-000000000000}"/>
          </ac:spMkLst>
        </pc:spChg>
        <pc:spChg chg="mod ord">
          <ac:chgData name="Asif Muhammad" userId="6b0af2cb-2f76-400b-94d9-178b55ef4f85" providerId="ADAL" clId="{EAD7D5B7-5BA4-4F33-A1FD-039C32B3D093}" dt="2023-03-24T05:21:12.707" v="85" actId="26606"/>
          <ac:spMkLst>
            <pc:docMk/>
            <pc:sldMk cId="0" sldId="263"/>
            <ac:spMk id="203" creationId="{00000000-0000-0000-0000-000000000000}"/>
          </ac:spMkLst>
        </pc:spChg>
        <pc:spChg chg="add del">
          <ac:chgData name="Asif Muhammad" userId="6b0af2cb-2f76-400b-94d9-178b55ef4f85" providerId="ADAL" clId="{EAD7D5B7-5BA4-4F33-A1FD-039C32B3D093}" dt="2023-03-24T05:21:12.707" v="85" actId="26606"/>
          <ac:spMkLst>
            <pc:docMk/>
            <pc:sldMk cId="0" sldId="263"/>
            <ac:spMk id="208" creationId="{4AC0CD9D-7610-4620-93B4-798CCD9AB581}"/>
          </ac:spMkLst>
        </pc:spChg>
        <pc:spChg chg="add del">
          <ac:chgData name="Asif Muhammad" userId="6b0af2cb-2f76-400b-94d9-178b55ef4f85" providerId="ADAL" clId="{EAD7D5B7-5BA4-4F33-A1FD-039C32B3D093}" dt="2023-03-24T05:21:09.888" v="83" actId="26606"/>
          <ac:spMkLst>
            <pc:docMk/>
            <pc:sldMk cId="0" sldId="263"/>
            <ac:spMk id="213" creationId="{4AC0CD9D-7610-4620-93B4-798CCD9AB581}"/>
          </ac:spMkLst>
        </pc:spChg>
        <pc:spChg chg="add del">
          <ac:chgData name="Asif Muhammad" userId="6b0af2cb-2f76-400b-94d9-178b55ef4f85" providerId="ADAL" clId="{EAD7D5B7-5BA4-4F33-A1FD-039C32B3D093}" dt="2023-03-24T05:21:12.707" v="85" actId="26606"/>
          <ac:spMkLst>
            <pc:docMk/>
            <pc:sldMk cId="0" sldId="263"/>
            <ac:spMk id="214" creationId="{DE4D62F9-188E-4530-84C2-24BDEE4BEB82}"/>
          </ac:spMkLst>
        </pc:spChg>
        <pc:spChg chg="add del">
          <ac:chgData name="Asif Muhammad" userId="6b0af2cb-2f76-400b-94d9-178b55ef4f85" providerId="ADAL" clId="{EAD7D5B7-5BA4-4F33-A1FD-039C32B3D093}" dt="2023-03-24T05:21:12.707" v="85" actId="26606"/>
          <ac:spMkLst>
            <pc:docMk/>
            <pc:sldMk cId="0" sldId="263"/>
            <ac:spMk id="216" creationId="{D27CF008-4B18-436D-B2D5-C1346C12438E}"/>
          </ac:spMkLst>
        </pc:spChg>
        <pc:spChg chg="add del">
          <ac:chgData name="Asif Muhammad" userId="6b0af2cb-2f76-400b-94d9-178b55ef4f85" providerId="ADAL" clId="{EAD7D5B7-5BA4-4F33-A1FD-039C32B3D093}" dt="2023-03-24T05:21:12.707" v="85" actId="26606"/>
          <ac:spMkLst>
            <pc:docMk/>
            <pc:sldMk cId="0" sldId="263"/>
            <ac:spMk id="218" creationId="{CE22DAD8-5F67-4B73-ADA9-06EF381F7AD6}"/>
          </ac:spMkLst>
        </pc:spChg>
        <pc:spChg chg="add del">
          <ac:chgData name="Asif Muhammad" userId="6b0af2cb-2f76-400b-94d9-178b55ef4f85" providerId="ADAL" clId="{EAD7D5B7-5BA4-4F33-A1FD-039C32B3D093}" dt="2023-03-24T05:21:09.888" v="83" actId="26606"/>
          <ac:spMkLst>
            <pc:docMk/>
            <pc:sldMk cId="0" sldId="263"/>
            <ac:spMk id="219" creationId="{DE4D62F9-188E-4530-84C2-24BDEE4BEB82}"/>
          </ac:spMkLst>
        </pc:spChg>
        <pc:spChg chg="add del">
          <ac:chgData name="Asif Muhammad" userId="6b0af2cb-2f76-400b-94d9-178b55ef4f85" providerId="ADAL" clId="{EAD7D5B7-5BA4-4F33-A1FD-039C32B3D093}" dt="2023-03-24T05:21:12.707" v="85" actId="26606"/>
          <ac:spMkLst>
            <pc:docMk/>
            <pc:sldMk cId="0" sldId="263"/>
            <ac:spMk id="220" creationId="{E4F17063-EDA4-417B-946F-BA357F3B390D}"/>
          </ac:spMkLst>
        </pc:spChg>
        <pc:spChg chg="add del">
          <ac:chgData name="Asif Muhammad" userId="6b0af2cb-2f76-400b-94d9-178b55ef4f85" providerId="ADAL" clId="{EAD7D5B7-5BA4-4F33-A1FD-039C32B3D093}" dt="2023-03-24T05:21:09.888" v="83" actId="26606"/>
          <ac:spMkLst>
            <pc:docMk/>
            <pc:sldMk cId="0" sldId="263"/>
            <ac:spMk id="221" creationId="{D27CF008-4B18-436D-B2D5-C1346C12438E}"/>
          </ac:spMkLst>
        </pc:spChg>
        <pc:spChg chg="add del">
          <ac:chgData name="Asif Muhammad" userId="6b0af2cb-2f76-400b-94d9-178b55ef4f85" providerId="ADAL" clId="{EAD7D5B7-5BA4-4F33-A1FD-039C32B3D093}" dt="2023-03-24T05:21:12.707" v="85" actId="26606"/>
          <ac:spMkLst>
            <pc:docMk/>
            <pc:sldMk cId="0" sldId="263"/>
            <ac:spMk id="222" creationId="{D36F3EEA-55D4-4677-80E7-92D00B8F343B}"/>
          </ac:spMkLst>
        </pc:spChg>
        <pc:spChg chg="add del">
          <ac:chgData name="Asif Muhammad" userId="6b0af2cb-2f76-400b-94d9-178b55ef4f85" providerId="ADAL" clId="{EAD7D5B7-5BA4-4F33-A1FD-039C32B3D093}" dt="2023-03-24T05:21:09.888" v="83" actId="26606"/>
          <ac:spMkLst>
            <pc:docMk/>
            <pc:sldMk cId="0" sldId="263"/>
            <ac:spMk id="223" creationId="{CE22DAD8-5F67-4B73-ADA9-06EF381F7AD6}"/>
          </ac:spMkLst>
        </pc:spChg>
        <pc:spChg chg="add del">
          <ac:chgData name="Asif Muhammad" userId="6b0af2cb-2f76-400b-94d9-178b55ef4f85" providerId="ADAL" clId="{EAD7D5B7-5BA4-4F33-A1FD-039C32B3D093}" dt="2023-03-24T05:21:09.888" v="83" actId="26606"/>
          <ac:spMkLst>
            <pc:docMk/>
            <pc:sldMk cId="0" sldId="263"/>
            <ac:spMk id="225" creationId="{E4F17063-EDA4-417B-946F-BA357F3B390D}"/>
          </ac:spMkLst>
        </pc:spChg>
        <pc:spChg chg="add del">
          <ac:chgData name="Asif Muhammad" userId="6b0af2cb-2f76-400b-94d9-178b55ef4f85" providerId="ADAL" clId="{EAD7D5B7-5BA4-4F33-A1FD-039C32B3D093}" dt="2023-03-24T05:21:09.888" v="83" actId="26606"/>
          <ac:spMkLst>
            <pc:docMk/>
            <pc:sldMk cId="0" sldId="263"/>
            <ac:spMk id="227" creationId="{D36F3EEA-55D4-4677-80E7-92D00B8F343B}"/>
          </ac:spMkLst>
        </pc:spChg>
        <pc:graphicFrameChg chg="add mod modGraphic">
          <ac:chgData name="Asif Muhammad" userId="6b0af2cb-2f76-400b-94d9-178b55ef4f85" providerId="ADAL" clId="{EAD7D5B7-5BA4-4F33-A1FD-039C32B3D093}" dt="2023-03-24T05:47:42.844" v="211" actId="403"/>
          <ac:graphicFrameMkLst>
            <pc:docMk/>
            <pc:sldMk cId="0" sldId="263"/>
            <ac:graphicFrameMk id="204" creationId="{00000000-0000-0000-0000-000000000000}"/>
          </ac:graphicFrameMkLst>
        </pc:graphicFrameChg>
        <pc:picChg chg="add del">
          <ac:chgData name="Asif Muhammad" userId="6b0af2cb-2f76-400b-94d9-178b55ef4f85" providerId="ADAL" clId="{EAD7D5B7-5BA4-4F33-A1FD-039C32B3D093}" dt="2023-03-24T05:21:12.707" v="85" actId="26606"/>
          <ac:picMkLst>
            <pc:docMk/>
            <pc:sldMk cId="0" sldId="263"/>
            <ac:picMk id="206" creationId="{41B68C77-138E-4BF7-A276-BD0C78A4219F}"/>
          </ac:picMkLst>
        </pc:picChg>
        <pc:picChg chg="add del">
          <ac:chgData name="Asif Muhammad" userId="6b0af2cb-2f76-400b-94d9-178b55ef4f85" providerId="ADAL" clId="{EAD7D5B7-5BA4-4F33-A1FD-039C32B3D093}" dt="2023-03-24T05:21:12.707" v="85" actId="26606"/>
          <ac:picMkLst>
            <pc:docMk/>
            <pc:sldMk cId="0" sldId="263"/>
            <ac:picMk id="207" creationId="{7C268552-D473-46ED-B1B8-422042C4DEF1}"/>
          </ac:picMkLst>
        </pc:picChg>
        <pc:picChg chg="add del">
          <ac:chgData name="Asif Muhammad" userId="6b0af2cb-2f76-400b-94d9-178b55ef4f85" providerId="ADAL" clId="{EAD7D5B7-5BA4-4F33-A1FD-039C32B3D093}" dt="2023-03-24T05:21:09.888" v="83" actId="26606"/>
          <ac:picMkLst>
            <pc:docMk/>
            <pc:sldMk cId="0" sldId="263"/>
            <ac:picMk id="209" creationId="{41B68C77-138E-4BF7-A276-BD0C78A4219F}"/>
          </ac:picMkLst>
        </pc:picChg>
        <pc:picChg chg="add del">
          <ac:chgData name="Asif Muhammad" userId="6b0af2cb-2f76-400b-94d9-178b55ef4f85" providerId="ADAL" clId="{EAD7D5B7-5BA4-4F33-A1FD-039C32B3D093}" dt="2023-03-24T05:21:12.707" v="85" actId="26606"/>
          <ac:picMkLst>
            <pc:docMk/>
            <pc:sldMk cId="0" sldId="263"/>
            <ac:picMk id="210" creationId="{B9238B3E-24AA-439A-B527-6C5DF6D72145}"/>
          </ac:picMkLst>
        </pc:picChg>
        <pc:picChg chg="add del">
          <ac:chgData name="Asif Muhammad" userId="6b0af2cb-2f76-400b-94d9-178b55ef4f85" providerId="ADAL" clId="{EAD7D5B7-5BA4-4F33-A1FD-039C32B3D093}" dt="2023-03-24T05:21:09.888" v="83" actId="26606"/>
          <ac:picMkLst>
            <pc:docMk/>
            <pc:sldMk cId="0" sldId="263"/>
            <ac:picMk id="211" creationId="{7C268552-D473-46ED-B1B8-422042C4DEF1}"/>
          </ac:picMkLst>
        </pc:picChg>
        <pc:picChg chg="add del">
          <ac:chgData name="Asif Muhammad" userId="6b0af2cb-2f76-400b-94d9-178b55ef4f85" providerId="ADAL" clId="{EAD7D5B7-5BA4-4F33-A1FD-039C32B3D093}" dt="2023-03-24T05:21:12.707" v="85" actId="26606"/>
          <ac:picMkLst>
            <pc:docMk/>
            <pc:sldMk cId="0" sldId="263"/>
            <ac:picMk id="212" creationId="{69F01145-BEA3-4CBF-AA21-10077B948CA8}"/>
          </ac:picMkLst>
        </pc:picChg>
        <pc:picChg chg="add del">
          <ac:chgData name="Asif Muhammad" userId="6b0af2cb-2f76-400b-94d9-178b55ef4f85" providerId="ADAL" clId="{EAD7D5B7-5BA4-4F33-A1FD-039C32B3D093}" dt="2023-03-24T05:21:09.888" v="83" actId="26606"/>
          <ac:picMkLst>
            <pc:docMk/>
            <pc:sldMk cId="0" sldId="263"/>
            <ac:picMk id="215" creationId="{B9238B3E-24AA-439A-B527-6C5DF6D72145}"/>
          </ac:picMkLst>
        </pc:picChg>
        <pc:picChg chg="add del">
          <ac:chgData name="Asif Muhammad" userId="6b0af2cb-2f76-400b-94d9-178b55ef4f85" providerId="ADAL" clId="{EAD7D5B7-5BA4-4F33-A1FD-039C32B3D093}" dt="2023-03-24T05:21:09.888" v="83" actId="26606"/>
          <ac:picMkLst>
            <pc:docMk/>
            <pc:sldMk cId="0" sldId="263"/>
            <ac:picMk id="217" creationId="{69F01145-BEA3-4CBF-AA21-10077B948CA8}"/>
          </ac:picMkLst>
        </pc:picChg>
      </pc:sldChg>
      <pc:sldChg chg="modSp mod">
        <pc:chgData name="Asif Muhammad" userId="6b0af2cb-2f76-400b-94d9-178b55ef4f85" providerId="ADAL" clId="{EAD7D5B7-5BA4-4F33-A1FD-039C32B3D093}" dt="2023-03-24T05:47:43.420" v="212" actId="14100"/>
        <pc:sldMkLst>
          <pc:docMk/>
          <pc:sldMk cId="0" sldId="264"/>
        </pc:sldMkLst>
        <pc:spChg chg="mod">
          <ac:chgData name="Asif Muhammad" userId="6b0af2cb-2f76-400b-94d9-178b55ef4f85" providerId="ADAL" clId="{EAD7D5B7-5BA4-4F33-A1FD-039C32B3D093}" dt="2023-03-24T05:15:59.350" v="7"/>
          <ac:spMkLst>
            <pc:docMk/>
            <pc:sldMk cId="0" sldId="264"/>
            <ac:spMk id="210" creationId="{00000000-0000-0000-0000-000000000000}"/>
          </ac:spMkLst>
        </pc:spChg>
        <pc:spChg chg="mod">
          <ac:chgData name="Asif Muhammad" userId="6b0af2cb-2f76-400b-94d9-178b55ef4f85" providerId="ADAL" clId="{EAD7D5B7-5BA4-4F33-A1FD-039C32B3D093}" dt="2023-03-24T05:15:59.350" v="7"/>
          <ac:spMkLst>
            <pc:docMk/>
            <pc:sldMk cId="0" sldId="264"/>
            <ac:spMk id="211" creationId="{00000000-0000-0000-0000-000000000000}"/>
          </ac:spMkLst>
        </pc:spChg>
        <pc:graphicFrameChg chg="mod modGraphic">
          <ac:chgData name="Asif Muhammad" userId="6b0af2cb-2f76-400b-94d9-178b55ef4f85" providerId="ADAL" clId="{EAD7D5B7-5BA4-4F33-A1FD-039C32B3D093}" dt="2023-03-24T05:47:43.420" v="212" actId="14100"/>
          <ac:graphicFrameMkLst>
            <pc:docMk/>
            <pc:sldMk cId="0" sldId="264"/>
            <ac:graphicFrameMk id="212" creationId="{00000000-0000-0000-0000-000000000000}"/>
          </ac:graphicFrameMkLst>
        </pc:graphicFrameChg>
      </pc:sldChg>
      <pc:sldChg chg="modSp mod">
        <pc:chgData name="Asif Muhammad" userId="6b0af2cb-2f76-400b-94d9-178b55ef4f85" providerId="ADAL" clId="{EAD7D5B7-5BA4-4F33-A1FD-039C32B3D093}" dt="2023-03-24T05:47:43.584" v="216" actId="404"/>
        <pc:sldMkLst>
          <pc:docMk/>
          <pc:sldMk cId="0" sldId="265"/>
        </pc:sldMkLst>
        <pc:spChg chg="mod">
          <ac:chgData name="Asif Muhammad" userId="6b0af2cb-2f76-400b-94d9-178b55ef4f85" providerId="ADAL" clId="{EAD7D5B7-5BA4-4F33-A1FD-039C32B3D093}" dt="2023-03-24T05:15:59.350" v="7"/>
          <ac:spMkLst>
            <pc:docMk/>
            <pc:sldMk cId="0" sldId="265"/>
            <ac:spMk id="218" creationId="{00000000-0000-0000-0000-000000000000}"/>
          </ac:spMkLst>
        </pc:spChg>
        <pc:spChg chg="mod">
          <ac:chgData name="Asif Muhammad" userId="6b0af2cb-2f76-400b-94d9-178b55ef4f85" providerId="ADAL" clId="{EAD7D5B7-5BA4-4F33-A1FD-039C32B3D093}" dt="2023-03-24T05:15:59.350" v="7"/>
          <ac:spMkLst>
            <pc:docMk/>
            <pc:sldMk cId="0" sldId="265"/>
            <ac:spMk id="219" creationId="{00000000-0000-0000-0000-000000000000}"/>
          </ac:spMkLst>
        </pc:spChg>
        <pc:graphicFrameChg chg="mod modGraphic">
          <ac:chgData name="Asif Muhammad" userId="6b0af2cb-2f76-400b-94d9-178b55ef4f85" providerId="ADAL" clId="{EAD7D5B7-5BA4-4F33-A1FD-039C32B3D093}" dt="2023-03-24T05:47:43.584" v="216" actId="404"/>
          <ac:graphicFrameMkLst>
            <pc:docMk/>
            <pc:sldMk cId="0" sldId="265"/>
            <ac:graphicFrameMk id="220" creationId="{00000000-0000-0000-0000-000000000000}"/>
          </ac:graphicFrameMkLst>
        </pc:graphicFrameChg>
      </pc:sldChg>
      <pc:sldChg chg="modSp">
        <pc:chgData name="Asif Muhammad" userId="6b0af2cb-2f76-400b-94d9-178b55ef4f85" providerId="ADAL" clId="{EAD7D5B7-5BA4-4F33-A1FD-039C32B3D093}" dt="2023-03-24T05:15:59.350" v="7"/>
        <pc:sldMkLst>
          <pc:docMk/>
          <pc:sldMk cId="0" sldId="266"/>
        </pc:sldMkLst>
        <pc:spChg chg="mod">
          <ac:chgData name="Asif Muhammad" userId="6b0af2cb-2f76-400b-94d9-178b55ef4f85" providerId="ADAL" clId="{EAD7D5B7-5BA4-4F33-A1FD-039C32B3D093}" dt="2023-03-24T05:15:59.350" v="7"/>
          <ac:spMkLst>
            <pc:docMk/>
            <pc:sldMk cId="0" sldId="266"/>
            <ac:spMk id="226" creationId="{00000000-0000-0000-0000-000000000000}"/>
          </ac:spMkLst>
        </pc:spChg>
        <pc:spChg chg="mod">
          <ac:chgData name="Asif Muhammad" userId="6b0af2cb-2f76-400b-94d9-178b55ef4f85" providerId="ADAL" clId="{EAD7D5B7-5BA4-4F33-A1FD-039C32B3D093}" dt="2023-03-24T05:15:59.350" v="7"/>
          <ac:spMkLst>
            <pc:docMk/>
            <pc:sldMk cId="0" sldId="266"/>
            <ac:spMk id="227" creationId="{00000000-0000-0000-0000-000000000000}"/>
          </ac:spMkLst>
        </pc:spChg>
      </pc:sldChg>
      <pc:sldChg chg="modSp mod">
        <pc:chgData name="Asif Muhammad" userId="6b0af2cb-2f76-400b-94d9-178b55ef4f85" providerId="ADAL" clId="{EAD7D5B7-5BA4-4F33-A1FD-039C32B3D093}" dt="2023-03-24T05:47:43.854" v="220" actId="404"/>
        <pc:sldMkLst>
          <pc:docMk/>
          <pc:sldMk cId="0" sldId="267"/>
        </pc:sldMkLst>
        <pc:spChg chg="mod">
          <ac:chgData name="Asif Muhammad" userId="6b0af2cb-2f76-400b-94d9-178b55ef4f85" providerId="ADAL" clId="{EAD7D5B7-5BA4-4F33-A1FD-039C32B3D093}" dt="2023-03-24T05:15:59.350" v="7"/>
          <ac:spMkLst>
            <pc:docMk/>
            <pc:sldMk cId="0" sldId="267"/>
            <ac:spMk id="234" creationId="{00000000-0000-0000-0000-000000000000}"/>
          </ac:spMkLst>
        </pc:spChg>
        <pc:spChg chg="mod">
          <ac:chgData name="Asif Muhammad" userId="6b0af2cb-2f76-400b-94d9-178b55ef4f85" providerId="ADAL" clId="{EAD7D5B7-5BA4-4F33-A1FD-039C32B3D093}" dt="2023-03-24T05:15:59.350" v="7"/>
          <ac:spMkLst>
            <pc:docMk/>
            <pc:sldMk cId="0" sldId="267"/>
            <ac:spMk id="235" creationId="{00000000-0000-0000-0000-000000000000}"/>
          </ac:spMkLst>
        </pc:spChg>
        <pc:graphicFrameChg chg="mod modGraphic">
          <ac:chgData name="Asif Muhammad" userId="6b0af2cb-2f76-400b-94d9-178b55ef4f85" providerId="ADAL" clId="{EAD7D5B7-5BA4-4F33-A1FD-039C32B3D093}" dt="2023-03-24T05:47:43.854" v="220" actId="404"/>
          <ac:graphicFrameMkLst>
            <pc:docMk/>
            <pc:sldMk cId="0" sldId="267"/>
            <ac:graphicFrameMk id="236" creationId="{00000000-0000-0000-0000-000000000000}"/>
          </ac:graphicFrameMkLst>
        </pc:graphicFrameChg>
      </pc:sldChg>
      <pc:sldChg chg="modSp mod">
        <pc:chgData name="Asif Muhammad" userId="6b0af2cb-2f76-400b-94d9-178b55ef4f85" providerId="ADAL" clId="{EAD7D5B7-5BA4-4F33-A1FD-039C32B3D093}" dt="2023-03-24T05:48:26.940" v="231" actId="14100"/>
        <pc:sldMkLst>
          <pc:docMk/>
          <pc:sldMk cId="0" sldId="268"/>
        </pc:sldMkLst>
        <pc:spChg chg="mod">
          <ac:chgData name="Asif Muhammad" userId="6b0af2cb-2f76-400b-94d9-178b55ef4f85" providerId="ADAL" clId="{EAD7D5B7-5BA4-4F33-A1FD-039C32B3D093}" dt="2023-03-24T05:15:59.350" v="7"/>
          <ac:spMkLst>
            <pc:docMk/>
            <pc:sldMk cId="0" sldId="268"/>
            <ac:spMk id="242" creationId="{00000000-0000-0000-0000-000000000000}"/>
          </ac:spMkLst>
        </pc:spChg>
        <pc:spChg chg="mod">
          <ac:chgData name="Asif Muhammad" userId="6b0af2cb-2f76-400b-94d9-178b55ef4f85" providerId="ADAL" clId="{EAD7D5B7-5BA4-4F33-A1FD-039C32B3D093}" dt="2023-03-24T05:15:59.350" v="7"/>
          <ac:spMkLst>
            <pc:docMk/>
            <pc:sldMk cId="0" sldId="268"/>
            <ac:spMk id="243" creationId="{00000000-0000-0000-0000-000000000000}"/>
          </ac:spMkLst>
        </pc:spChg>
        <pc:graphicFrameChg chg="mod modGraphic">
          <ac:chgData name="Asif Muhammad" userId="6b0af2cb-2f76-400b-94d9-178b55ef4f85" providerId="ADAL" clId="{EAD7D5B7-5BA4-4F33-A1FD-039C32B3D093}" dt="2023-03-24T05:48:26.940" v="231" actId="14100"/>
          <ac:graphicFrameMkLst>
            <pc:docMk/>
            <pc:sldMk cId="0" sldId="268"/>
            <ac:graphicFrameMk id="244" creationId="{00000000-0000-0000-0000-000000000000}"/>
          </ac:graphicFrameMkLst>
        </pc:graphicFrameChg>
      </pc:sldChg>
      <pc:sldChg chg="modSp mod">
        <pc:chgData name="Asif Muhammad" userId="6b0af2cb-2f76-400b-94d9-178b55ef4f85" providerId="ADAL" clId="{EAD7D5B7-5BA4-4F33-A1FD-039C32B3D093}" dt="2023-03-24T05:47:44.087" v="226" actId="14100"/>
        <pc:sldMkLst>
          <pc:docMk/>
          <pc:sldMk cId="0" sldId="269"/>
        </pc:sldMkLst>
        <pc:spChg chg="mod">
          <ac:chgData name="Asif Muhammad" userId="6b0af2cb-2f76-400b-94d9-178b55ef4f85" providerId="ADAL" clId="{EAD7D5B7-5BA4-4F33-A1FD-039C32B3D093}" dt="2023-03-24T05:15:59.350" v="7"/>
          <ac:spMkLst>
            <pc:docMk/>
            <pc:sldMk cId="0" sldId="269"/>
            <ac:spMk id="250" creationId="{00000000-0000-0000-0000-000000000000}"/>
          </ac:spMkLst>
        </pc:spChg>
        <pc:spChg chg="mod">
          <ac:chgData name="Asif Muhammad" userId="6b0af2cb-2f76-400b-94d9-178b55ef4f85" providerId="ADAL" clId="{EAD7D5B7-5BA4-4F33-A1FD-039C32B3D093}" dt="2023-03-24T05:15:59.350" v="7"/>
          <ac:spMkLst>
            <pc:docMk/>
            <pc:sldMk cId="0" sldId="269"/>
            <ac:spMk id="251" creationId="{00000000-0000-0000-0000-000000000000}"/>
          </ac:spMkLst>
        </pc:spChg>
        <pc:graphicFrameChg chg="mod modGraphic">
          <ac:chgData name="Asif Muhammad" userId="6b0af2cb-2f76-400b-94d9-178b55ef4f85" providerId="ADAL" clId="{EAD7D5B7-5BA4-4F33-A1FD-039C32B3D093}" dt="2023-03-24T05:47:44.087" v="226" actId="14100"/>
          <ac:graphicFrameMkLst>
            <pc:docMk/>
            <pc:sldMk cId="0" sldId="269"/>
            <ac:graphicFrameMk id="252" creationId="{00000000-0000-0000-0000-000000000000}"/>
          </ac:graphicFrameMkLst>
        </pc:graphicFrameChg>
        <pc:picChg chg="mod">
          <ac:chgData name="Asif Muhammad" userId="6b0af2cb-2f76-400b-94d9-178b55ef4f85" providerId="ADAL" clId="{EAD7D5B7-5BA4-4F33-A1FD-039C32B3D093}" dt="2023-03-24T05:47:43.935" v="223" actId="1076"/>
          <ac:picMkLst>
            <pc:docMk/>
            <pc:sldMk cId="0" sldId="269"/>
            <ac:picMk id="253" creationId="{00000000-0000-0000-0000-000000000000}"/>
          </ac:picMkLst>
        </pc:picChg>
      </pc:sldChg>
      <pc:sldChg chg="modSp mod">
        <pc:chgData name="Asif Muhammad" userId="6b0af2cb-2f76-400b-94d9-178b55ef4f85" providerId="ADAL" clId="{EAD7D5B7-5BA4-4F33-A1FD-039C32B3D093}" dt="2023-03-24T05:47:44.201" v="229" actId="14100"/>
        <pc:sldMkLst>
          <pc:docMk/>
          <pc:sldMk cId="0" sldId="270"/>
        </pc:sldMkLst>
        <pc:spChg chg="mod">
          <ac:chgData name="Asif Muhammad" userId="6b0af2cb-2f76-400b-94d9-178b55ef4f85" providerId="ADAL" clId="{EAD7D5B7-5BA4-4F33-A1FD-039C32B3D093}" dt="2023-03-24T05:15:59.350" v="7"/>
          <ac:spMkLst>
            <pc:docMk/>
            <pc:sldMk cId="0" sldId="270"/>
            <ac:spMk id="259" creationId="{00000000-0000-0000-0000-000000000000}"/>
          </ac:spMkLst>
        </pc:spChg>
        <pc:spChg chg="mod">
          <ac:chgData name="Asif Muhammad" userId="6b0af2cb-2f76-400b-94d9-178b55ef4f85" providerId="ADAL" clId="{EAD7D5B7-5BA4-4F33-A1FD-039C32B3D093}" dt="2023-03-24T05:15:59.350" v="7"/>
          <ac:spMkLst>
            <pc:docMk/>
            <pc:sldMk cId="0" sldId="270"/>
            <ac:spMk id="260" creationId="{00000000-0000-0000-0000-000000000000}"/>
          </ac:spMkLst>
        </pc:spChg>
        <pc:graphicFrameChg chg="mod modGraphic">
          <ac:chgData name="Asif Muhammad" userId="6b0af2cb-2f76-400b-94d9-178b55ef4f85" providerId="ADAL" clId="{EAD7D5B7-5BA4-4F33-A1FD-039C32B3D093}" dt="2023-03-24T05:47:44.201" v="229" actId="14100"/>
          <ac:graphicFrameMkLst>
            <pc:docMk/>
            <pc:sldMk cId="0" sldId="270"/>
            <ac:graphicFrameMk id="261" creationId="{00000000-0000-0000-0000-000000000000}"/>
          </ac:graphicFrameMkLst>
        </pc:graphicFrameChg>
        <pc:picChg chg="mod">
          <ac:chgData name="Asif Muhammad" userId="6b0af2cb-2f76-400b-94d9-178b55ef4f85" providerId="ADAL" clId="{EAD7D5B7-5BA4-4F33-A1FD-039C32B3D093}" dt="2023-03-24T05:47:44.115" v="227" actId="1076"/>
          <ac:picMkLst>
            <pc:docMk/>
            <pc:sldMk cId="0" sldId="270"/>
            <ac:picMk id="262" creationId="{00000000-0000-0000-0000-000000000000}"/>
          </ac:picMkLst>
        </pc:picChg>
      </pc:sldChg>
      <pc:sldChg chg="modSp mod">
        <pc:chgData name="Asif Muhammad" userId="6b0af2cb-2f76-400b-94d9-178b55ef4f85" providerId="ADAL" clId="{EAD7D5B7-5BA4-4F33-A1FD-039C32B3D093}" dt="2023-03-26T06:24:32.644" v="259" actId="255"/>
        <pc:sldMkLst>
          <pc:docMk/>
          <pc:sldMk cId="0" sldId="271"/>
        </pc:sldMkLst>
        <pc:spChg chg="mod">
          <ac:chgData name="Asif Muhammad" userId="6b0af2cb-2f76-400b-94d9-178b55ef4f85" providerId="ADAL" clId="{EAD7D5B7-5BA4-4F33-A1FD-039C32B3D093}" dt="2023-03-24T05:15:59.350" v="7"/>
          <ac:spMkLst>
            <pc:docMk/>
            <pc:sldMk cId="0" sldId="271"/>
            <ac:spMk id="268" creationId="{00000000-0000-0000-0000-000000000000}"/>
          </ac:spMkLst>
        </pc:spChg>
        <pc:spChg chg="mod">
          <ac:chgData name="Asif Muhammad" userId="6b0af2cb-2f76-400b-94d9-178b55ef4f85" providerId="ADAL" clId="{EAD7D5B7-5BA4-4F33-A1FD-039C32B3D093}" dt="2023-03-24T05:15:59.350" v="7"/>
          <ac:spMkLst>
            <pc:docMk/>
            <pc:sldMk cId="0" sldId="271"/>
            <ac:spMk id="269" creationId="{00000000-0000-0000-0000-000000000000}"/>
          </ac:spMkLst>
        </pc:spChg>
        <pc:graphicFrameChg chg="mod modGraphic">
          <ac:chgData name="Asif Muhammad" userId="6b0af2cb-2f76-400b-94d9-178b55ef4f85" providerId="ADAL" clId="{EAD7D5B7-5BA4-4F33-A1FD-039C32B3D093}" dt="2023-03-26T06:24:32.644" v="259" actId="255"/>
          <ac:graphicFrameMkLst>
            <pc:docMk/>
            <pc:sldMk cId="0" sldId="271"/>
            <ac:graphicFrameMk id="270" creationId="{00000000-0000-0000-0000-000000000000}"/>
          </ac:graphicFrameMkLst>
        </pc:graphicFrameChg>
      </pc:sldChg>
      <pc:sldChg chg="modSp mod">
        <pc:chgData name="Asif Muhammad" userId="6b0af2cb-2f76-400b-94d9-178b55ef4f85" providerId="ADAL" clId="{EAD7D5B7-5BA4-4F33-A1FD-039C32B3D093}" dt="2023-03-24T05:16:58.920" v="38" actId="20577"/>
        <pc:sldMkLst>
          <pc:docMk/>
          <pc:sldMk cId="0" sldId="272"/>
        </pc:sldMkLst>
        <pc:spChg chg="mod">
          <ac:chgData name="Asif Muhammad" userId="6b0af2cb-2f76-400b-94d9-178b55ef4f85" providerId="ADAL" clId="{EAD7D5B7-5BA4-4F33-A1FD-039C32B3D093}" dt="2023-03-24T05:16:58.920" v="38" actId="20577"/>
          <ac:spMkLst>
            <pc:docMk/>
            <pc:sldMk cId="0" sldId="272"/>
            <ac:spMk id="276" creationId="{00000000-0000-0000-0000-000000000000}"/>
          </ac:spMkLst>
        </pc:spChg>
        <pc:spChg chg="mod">
          <ac:chgData name="Asif Muhammad" userId="6b0af2cb-2f76-400b-94d9-178b55ef4f85" providerId="ADAL" clId="{EAD7D5B7-5BA4-4F33-A1FD-039C32B3D093}" dt="2023-03-24T05:15:59.350" v="7"/>
          <ac:spMkLst>
            <pc:docMk/>
            <pc:sldMk cId="0" sldId="272"/>
            <ac:spMk id="277" creationId="{00000000-0000-0000-0000-000000000000}"/>
          </ac:spMkLst>
        </pc:spChg>
        <pc:spChg chg="mod">
          <ac:chgData name="Asif Muhammad" userId="6b0af2cb-2f76-400b-94d9-178b55ef4f85" providerId="ADAL" clId="{EAD7D5B7-5BA4-4F33-A1FD-039C32B3D093}" dt="2023-03-24T05:15:59.350" v="7"/>
          <ac:spMkLst>
            <pc:docMk/>
            <pc:sldMk cId="0" sldId="272"/>
            <ac:spMk id="278" creationId="{00000000-0000-0000-0000-000000000000}"/>
          </ac:spMkLst>
        </pc:spChg>
      </pc:sldChg>
      <pc:sldMasterChg chg="modSldLayout">
        <pc:chgData name="Asif Muhammad" userId="6b0af2cb-2f76-400b-94d9-178b55ef4f85" providerId="ADAL" clId="{EAD7D5B7-5BA4-4F33-A1FD-039C32B3D093}" dt="2023-03-24T05:15:41.851" v="3"/>
        <pc:sldMasterMkLst>
          <pc:docMk/>
          <pc:sldMasterMk cId="153305470" sldId="2147483667"/>
        </pc:sldMasterMkLst>
        <pc:sldLayoutChg chg="delSp">
          <pc:chgData name="Asif Muhammad" userId="6b0af2cb-2f76-400b-94d9-178b55ef4f85" providerId="ADAL" clId="{EAD7D5B7-5BA4-4F33-A1FD-039C32B3D093}" dt="2023-03-24T05:15:41.851" v="3"/>
          <pc:sldLayoutMkLst>
            <pc:docMk/>
            <pc:sldMasterMk cId="153305470" sldId="2147483667"/>
            <pc:sldLayoutMk cId="1896653952" sldId="2147483679"/>
          </pc:sldLayoutMkLst>
          <pc:picChg chg="del">
            <ac:chgData name="Asif Muhammad" userId="6b0af2cb-2f76-400b-94d9-178b55ef4f85" providerId="ADAL" clId="{EAD7D5B7-5BA4-4F33-A1FD-039C32B3D093}" dt="2023-03-24T05:15:41.851" v="3"/>
            <ac:picMkLst>
              <pc:docMk/>
              <pc:sldMasterMk cId="153305470" sldId="2147483667"/>
              <pc:sldLayoutMk cId="1896653952" sldId="2147483679"/>
              <ac:picMk id="25" creationId="{00000000-0000-0000-0000-000000000000}"/>
            </ac:picMkLst>
          </pc:picChg>
          <pc:picChg chg="del">
            <ac:chgData name="Asif Muhammad" userId="6b0af2cb-2f76-400b-94d9-178b55ef4f85" providerId="ADAL" clId="{EAD7D5B7-5BA4-4F33-A1FD-039C32B3D093}" dt="2023-03-24T05:15:41.851" v="3"/>
            <ac:picMkLst>
              <pc:docMk/>
              <pc:sldMasterMk cId="153305470" sldId="2147483667"/>
              <pc:sldLayoutMk cId="1896653952" sldId="2147483679"/>
              <ac:picMk id="26" creationId="{00000000-0000-0000-0000-000000000000}"/>
            </ac:picMkLst>
          </pc:picChg>
          <pc:picChg chg="del">
            <ac:chgData name="Asif Muhammad" userId="6b0af2cb-2f76-400b-94d9-178b55ef4f85" providerId="ADAL" clId="{EAD7D5B7-5BA4-4F33-A1FD-039C32B3D093}" dt="2023-03-24T05:15:41.851" v="3"/>
            <ac:picMkLst>
              <pc:docMk/>
              <pc:sldMasterMk cId="153305470" sldId="2147483667"/>
              <pc:sldLayoutMk cId="1896653952" sldId="2147483679"/>
              <ac:picMk id="27" creationId="{00000000-0000-0000-0000-000000000000}"/>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926E0A-3F7A-4345-8694-C64D4FE1268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EE586405-58E8-4217-9473-A86C9C6CC1E1}">
      <dgm:prSet/>
      <dgm:spPr/>
      <dgm:t>
        <a:bodyPr/>
        <a:lstStyle/>
        <a:p>
          <a:r>
            <a:rPr lang="en-US"/>
            <a:t>Introduction to Node.js? </a:t>
          </a:r>
        </a:p>
      </dgm:t>
    </dgm:pt>
    <dgm:pt modelId="{1FDB57CB-EA1B-412E-B3BF-473935520DE5}" type="parTrans" cxnId="{13518BF4-8E26-4E52-B77B-E972238487EA}">
      <dgm:prSet/>
      <dgm:spPr/>
      <dgm:t>
        <a:bodyPr/>
        <a:lstStyle/>
        <a:p>
          <a:endParaRPr lang="en-US"/>
        </a:p>
      </dgm:t>
    </dgm:pt>
    <dgm:pt modelId="{6EE28573-1CAC-445F-B9CE-9808147E85CD}" type="sibTrans" cxnId="{13518BF4-8E26-4E52-B77B-E972238487EA}">
      <dgm:prSet/>
      <dgm:spPr/>
      <dgm:t>
        <a:bodyPr/>
        <a:lstStyle/>
        <a:p>
          <a:endParaRPr lang="en-US"/>
        </a:p>
      </dgm:t>
    </dgm:pt>
    <dgm:pt modelId="{384B859B-3121-4989-9BD1-C7A86368A00C}">
      <dgm:prSet/>
      <dgm:spPr/>
      <dgm:t>
        <a:bodyPr/>
        <a:lstStyle/>
        <a:p>
          <a:r>
            <a:rPr lang="en-US"/>
            <a:t>Advantages of Node.js</a:t>
          </a:r>
        </a:p>
      </dgm:t>
    </dgm:pt>
    <dgm:pt modelId="{3517439C-465F-4A55-B6FC-3AE83CD87739}" type="parTrans" cxnId="{76C3DDC6-A6B8-42E0-B105-463AF187EA6A}">
      <dgm:prSet/>
      <dgm:spPr/>
      <dgm:t>
        <a:bodyPr/>
        <a:lstStyle/>
        <a:p>
          <a:endParaRPr lang="en-US"/>
        </a:p>
      </dgm:t>
    </dgm:pt>
    <dgm:pt modelId="{A061C7E8-22A3-43FE-BCE0-ACE3CD94C6BB}" type="sibTrans" cxnId="{76C3DDC6-A6B8-42E0-B105-463AF187EA6A}">
      <dgm:prSet/>
      <dgm:spPr/>
      <dgm:t>
        <a:bodyPr/>
        <a:lstStyle/>
        <a:p>
          <a:endParaRPr lang="en-US"/>
        </a:p>
      </dgm:t>
    </dgm:pt>
    <dgm:pt modelId="{0993C922-3595-4370-A93C-BF4D5C7479B3}">
      <dgm:prSet/>
      <dgm:spPr/>
      <dgm:t>
        <a:bodyPr/>
        <a:lstStyle/>
        <a:p>
          <a:r>
            <a:rPr lang="en-US"/>
            <a:t>Installing Node.js</a:t>
          </a:r>
        </a:p>
      </dgm:t>
    </dgm:pt>
    <dgm:pt modelId="{0976224C-922D-4FA7-ADB9-3E20472B9771}" type="parTrans" cxnId="{AA2057FF-FAF3-416D-AA6B-4262789F9CEC}">
      <dgm:prSet/>
      <dgm:spPr/>
      <dgm:t>
        <a:bodyPr/>
        <a:lstStyle/>
        <a:p>
          <a:endParaRPr lang="en-US"/>
        </a:p>
      </dgm:t>
    </dgm:pt>
    <dgm:pt modelId="{B23FE850-5060-4233-9EA9-8649A89C8806}" type="sibTrans" cxnId="{AA2057FF-FAF3-416D-AA6B-4262789F9CEC}">
      <dgm:prSet/>
      <dgm:spPr/>
      <dgm:t>
        <a:bodyPr/>
        <a:lstStyle/>
        <a:p>
          <a:endParaRPr lang="en-US"/>
        </a:p>
      </dgm:t>
    </dgm:pt>
    <dgm:pt modelId="{2A71FE69-FDBF-4D21-BB6A-13EB9932F1C0}">
      <dgm:prSet/>
      <dgm:spPr/>
      <dgm:t>
        <a:bodyPr/>
        <a:lstStyle/>
        <a:p>
          <a:r>
            <a:rPr lang="en-US"/>
            <a:t>Setting up Development Environment</a:t>
          </a:r>
        </a:p>
      </dgm:t>
    </dgm:pt>
    <dgm:pt modelId="{9A1EBD55-B752-44D7-9B7A-6430CECA30CD}" type="parTrans" cxnId="{CCB8C5B3-5816-4481-89CC-4B1071165EEF}">
      <dgm:prSet/>
      <dgm:spPr/>
      <dgm:t>
        <a:bodyPr/>
        <a:lstStyle/>
        <a:p>
          <a:endParaRPr lang="en-US"/>
        </a:p>
      </dgm:t>
    </dgm:pt>
    <dgm:pt modelId="{CD03BE16-5C51-4684-A777-D2F3CECF5CE0}" type="sibTrans" cxnId="{CCB8C5B3-5816-4481-89CC-4B1071165EEF}">
      <dgm:prSet/>
      <dgm:spPr/>
      <dgm:t>
        <a:bodyPr/>
        <a:lstStyle/>
        <a:p>
          <a:endParaRPr lang="en-US"/>
        </a:p>
      </dgm:t>
    </dgm:pt>
    <dgm:pt modelId="{A4C9B0D1-EB74-40FF-9D43-FC557AAF0EB3}">
      <dgm:prSet/>
      <dgm:spPr/>
      <dgm:t>
        <a:bodyPr/>
        <a:lstStyle/>
        <a:p>
          <a:r>
            <a:rPr lang="en-US"/>
            <a:t>Working with NPM</a:t>
          </a:r>
        </a:p>
      </dgm:t>
    </dgm:pt>
    <dgm:pt modelId="{7E9352A5-D4C5-4596-A5C1-FA6DF508946D}" type="parTrans" cxnId="{2C347C00-D7E1-4D52-B809-07BDFA1A4840}">
      <dgm:prSet/>
      <dgm:spPr/>
      <dgm:t>
        <a:bodyPr/>
        <a:lstStyle/>
        <a:p>
          <a:endParaRPr lang="en-US"/>
        </a:p>
      </dgm:t>
    </dgm:pt>
    <dgm:pt modelId="{9AD9DD54-A4C3-429B-BAD1-E20DFA478E11}" type="sibTrans" cxnId="{2C347C00-D7E1-4D52-B809-07BDFA1A4840}">
      <dgm:prSet/>
      <dgm:spPr/>
      <dgm:t>
        <a:bodyPr/>
        <a:lstStyle/>
        <a:p>
          <a:endParaRPr lang="en-US"/>
        </a:p>
      </dgm:t>
    </dgm:pt>
    <dgm:pt modelId="{9D254F2F-641D-4B37-8C32-AF9736EAA780}">
      <dgm:prSet/>
      <dgm:spPr/>
      <dgm:t>
        <a:bodyPr/>
        <a:lstStyle/>
        <a:p>
          <a:r>
            <a:rPr lang="en-US"/>
            <a:t>Web server model </a:t>
          </a:r>
        </a:p>
      </dgm:t>
    </dgm:pt>
    <dgm:pt modelId="{6640083A-167B-4E58-AEF1-C3679BAB1B7B}" type="parTrans" cxnId="{C0CBC7E7-E92D-479B-A1D6-46ED6C14C77C}">
      <dgm:prSet/>
      <dgm:spPr/>
      <dgm:t>
        <a:bodyPr/>
        <a:lstStyle/>
        <a:p>
          <a:endParaRPr lang="en-US"/>
        </a:p>
      </dgm:t>
    </dgm:pt>
    <dgm:pt modelId="{98C21E2C-435D-41E8-9AF8-0939BD6656FD}" type="sibTrans" cxnId="{C0CBC7E7-E92D-479B-A1D6-46ED6C14C77C}">
      <dgm:prSet/>
      <dgm:spPr/>
      <dgm:t>
        <a:bodyPr/>
        <a:lstStyle/>
        <a:p>
          <a:endParaRPr lang="en-US"/>
        </a:p>
      </dgm:t>
    </dgm:pt>
    <dgm:pt modelId="{8548AA0F-77C7-4484-B968-469B0E4019EE}">
      <dgm:prSet/>
      <dgm:spPr/>
      <dgm:t>
        <a:bodyPr/>
        <a:lstStyle/>
        <a:p>
          <a:r>
            <a:rPr lang="en-US"/>
            <a:t>Node.js Process model </a:t>
          </a:r>
        </a:p>
      </dgm:t>
    </dgm:pt>
    <dgm:pt modelId="{170EE18F-55DB-4B79-9D8F-9DB4C7E74FC6}" type="parTrans" cxnId="{9FCB76AE-E811-4B24-AEEA-4AFA821F5D42}">
      <dgm:prSet/>
      <dgm:spPr/>
      <dgm:t>
        <a:bodyPr/>
        <a:lstStyle/>
        <a:p>
          <a:endParaRPr lang="en-US"/>
        </a:p>
      </dgm:t>
    </dgm:pt>
    <dgm:pt modelId="{28FC1973-AD18-4242-BE29-4C7919194E73}" type="sibTrans" cxnId="{9FCB76AE-E811-4B24-AEEA-4AFA821F5D42}">
      <dgm:prSet/>
      <dgm:spPr/>
      <dgm:t>
        <a:bodyPr/>
        <a:lstStyle/>
        <a:p>
          <a:endParaRPr lang="en-US"/>
        </a:p>
      </dgm:t>
    </dgm:pt>
    <dgm:pt modelId="{4C300A03-71C7-415B-AE30-41936F2B601D}" type="pres">
      <dgm:prSet presAssocID="{01926E0A-3F7A-4345-8694-C64D4FE12689}" presName="linear" presStyleCnt="0">
        <dgm:presLayoutVars>
          <dgm:animLvl val="lvl"/>
          <dgm:resizeHandles val="exact"/>
        </dgm:presLayoutVars>
      </dgm:prSet>
      <dgm:spPr/>
      <dgm:t>
        <a:bodyPr/>
        <a:lstStyle/>
        <a:p>
          <a:endParaRPr lang="en-US"/>
        </a:p>
      </dgm:t>
    </dgm:pt>
    <dgm:pt modelId="{569CB888-F0F9-46BC-A382-F843F9628EF3}" type="pres">
      <dgm:prSet presAssocID="{EE586405-58E8-4217-9473-A86C9C6CC1E1}" presName="parentText" presStyleLbl="node1" presStyleIdx="0" presStyleCnt="7">
        <dgm:presLayoutVars>
          <dgm:chMax val="0"/>
          <dgm:bulletEnabled val="1"/>
        </dgm:presLayoutVars>
      </dgm:prSet>
      <dgm:spPr/>
      <dgm:t>
        <a:bodyPr/>
        <a:lstStyle/>
        <a:p>
          <a:endParaRPr lang="en-US"/>
        </a:p>
      </dgm:t>
    </dgm:pt>
    <dgm:pt modelId="{5EA697F1-BE3D-4FFE-9A01-92C3E7DAC390}" type="pres">
      <dgm:prSet presAssocID="{6EE28573-1CAC-445F-B9CE-9808147E85CD}" presName="spacer" presStyleCnt="0"/>
      <dgm:spPr/>
    </dgm:pt>
    <dgm:pt modelId="{A716369D-12CE-4201-8B6A-E863B887A1DC}" type="pres">
      <dgm:prSet presAssocID="{384B859B-3121-4989-9BD1-C7A86368A00C}" presName="parentText" presStyleLbl="node1" presStyleIdx="1" presStyleCnt="7">
        <dgm:presLayoutVars>
          <dgm:chMax val="0"/>
          <dgm:bulletEnabled val="1"/>
        </dgm:presLayoutVars>
      </dgm:prSet>
      <dgm:spPr/>
      <dgm:t>
        <a:bodyPr/>
        <a:lstStyle/>
        <a:p>
          <a:endParaRPr lang="en-US"/>
        </a:p>
      </dgm:t>
    </dgm:pt>
    <dgm:pt modelId="{EF00EBDE-58D6-48B4-A2C5-26B7B87C966A}" type="pres">
      <dgm:prSet presAssocID="{A061C7E8-22A3-43FE-BCE0-ACE3CD94C6BB}" presName="spacer" presStyleCnt="0"/>
      <dgm:spPr/>
    </dgm:pt>
    <dgm:pt modelId="{75DF0C75-9865-4DC4-8CB0-FB18B8DE3130}" type="pres">
      <dgm:prSet presAssocID="{0993C922-3595-4370-A93C-BF4D5C7479B3}" presName="parentText" presStyleLbl="node1" presStyleIdx="2" presStyleCnt="7">
        <dgm:presLayoutVars>
          <dgm:chMax val="0"/>
          <dgm:bulletEnabled val="1"/>
        </dgm:presLayoutVars>
      </dgm:prSet>
      <dgm:spPr/>
      <dgm:t>
        <a:bodyPr/>
        <a:lstStyle/>
        <a:p>
          <a:endParaRPr lang="en-US"/>
        </a:p>
      </dgm:t>
    </dgm:pt>
    <dgm:pt modelId="{88CFA77B-9FF0-45D4-8BB7-33BA9CC064CF}" type="pres">
      <dgm:prSet presAssocID="{B23FE850-5060-4233-9EA9-8649A89C8806}" presName="spacer" presStyleCnt="0"/>
      <dgm:spPr/>
    </dgm:pt>
    <dgm:pt modelId="{4166CC8D-D41C-4977-B34B-C4D7C18690FC}" type="pres">
      <dgm:prSet presAssocID="{2A71FE69-FDBF-4D21-BB6A-13EB9932F1C0}" presName="parentText" presStyleLbl="node1" presStyleIdx="3" presStyleCnt="7">
        <dgm:presLayoutVars>
          <dgm:chMax val="0"/>
          <dgm:bulletEnabled val="1"/>
        </dgm:presLayoutVars>
      </dgm:prSet>
      <dgm:spPr/>
      <dgm:t>
        <a:bodyPr/>
        <a:lstStyle/>
        <a:p>
          <a:endParaRPr lang="en-US"/>
        </a:p>
      </dgm:t>
    </dgm:pt>
    <dgm:pt modelId="{C46B966B-1BA7-4FEB-98C1-A8B742C1FECC}" type="pres">
      <dgm:prSet presAssocID="{CD03BE16-5C51-4684-A777-D2F3CECF5CE0}" presName="spacer" presStyleCnt="0"/>
      <dgm:spPr/>
    </dgm:pt>
    <dgm:pt modelId="{C0B68797-5CFE-413E-A4DE-EAF6530EE487}" type="pres">
      <dgm:prSet presAssocID="{A4C9B0D1-EB74-40FF-9D43-FC557AAF0EB3}" presName="parentText" presStyleLbl="node1" presStyleIdx="4" presStyleCnt="7">
        <dgm:presLayoutVars>
          <dgm:chMax val="0"/>
          <dgm:bulletEnabled val="1"/>
        </dgm:presLayoutVars>
      </dgm:prSet>
      <dgm:spPr/>
      <dgm:t>
        <a:bodyPr/>
        <a:lstStyle/>
        <a:p>
          <a:endParaRPr lang="en-US"/>
        </a:p>
      </dgm:t>
    </dgm:pt>
    <dgm:pt modelId="{D7DB0F3E-803E-4AF8-92C7-A4D42FE3D394}" type="pres">
      <dgm:prSet presAssocID="{9AD9DD54-A4C3-429B-BAD1-E20DFA478E11}" presName="spacer" presStyleCnt="0"/>
      <dgm:spPr/>
    </dgm:pt>
    <dgm:pt modelId="{1A73B88F-79CE-426A-923D-0FA74864719A}" type="pres">
      <dgm:prSet presAssocID="{9D254F2F-641D-4B37-8C32-AF9736EAA780}" presName="parentText" presStyleLbl="node1" presStyleIdx="5" presStyleCnt="7">
        <dgm:presLayoutVars>
          <dgm:chMax val="0"/>
          <dgm:bulletEnabled val="1"/>
        </dgm:presLayoutVars>
      </dgm:prSet>
      <dgm:spPr/>
      <dgm:t>
        <a:bodyPr/>
        <a:lstStyle/>
        <a:p>
          <a:endParaRPr lang="en-US"/>
        </a:p>
      </dgm:t>
    </dgm:pt>
    <dgm:pt modelId="{BAC28BAC-1ECE-4BEF-8E0C-645A225EDF79}" type="pres">
      <dgm:prSet presAssocID="{98C21E2C-435D-41E8-9AF8-0939BD6656FD}" presName="spacer" presStyleCnt="0"/>
      <dgm:spPr/>
    </dgm:pt>
    <dgm:pt modelId="{5C6B974C-1C2A-48AC-867D-1A3B47B1B2B6}" type="pres">
      <dgm:prSet presAssocID="{8548AA0F-77C7-4484-B968-469B0E4019EE}" presName="parentText" presStyleLbl="node1" presStyleIdx="6" presStyleCnt="7">
        <dgm:presLayoutVars>
          <dgm:chMax val="0"/>
          <dgm:bulletEnabled val="1"/>
        </dgm:presLayoutVars>
      </dgm:prSet>
      <dgm:spPr/>
      <dgm:t>
        <a:bodyPr/>
        <a:lstStyle/>
        <a:p>
          <a:endParaRPr lang="en-US"/>
        </a:p>
      </dgm:t>
    </dgm:pt>
  </dgm:ptLst>
  <dgm:cxnLst>
    <dgm:cxn modelId="{B56B5014-C857-4657-A65D-4DA69FC67657}" type="presOf" srcId="{8548AA0F-77C7-4484-B968-469B0E4019EE}" destId="{5C6B974C-1C2A-48AC-867D-1A3B47B1B2B6}" srcOrd="0" destOrd="0" presId="urn:microsoft.com/office/officeart/2005/8/layout/vList2"/>
    <dgm:cxn modelId="{913C0EDB-F671-491A-8A33-4C22930FC5A1}" type="presOf" srcId="{384B859B-3121-4989-9BD1-C7A86368A00C}" destId="{A716369D-12CE-4201-8B6A-E863B887A1DC}" srcOrd="0" destOrd="0" presId="urn:microsoft.com/office/officeart/2005/8/layout/vList2"/>
    <dgm:cxn modelId="{CCB8C5B3-5816-4481-89CC-4B1071165EEF}" srcId="{01926E0A-3F7A-4345-8694-C64D4FE12689}" destId="{2A71FE69-FDBF-4D21-BB6A-13EB9932F1C0}" srcOrd="3" destOrd="0" parTransId="{9A1EBD55-B752-44D7-9B7A-6430CECA30CD}" sibTransId="{CD03BE16-5C51-4684-A777-D2F3CECF5CE0}"/>
    <dgm:cxn modelId="{78FA7925-1A63-436D-A521-C45BF3B2B4DF}" type="presOf" srcId="{0993C922-3595-4370-A93C-BF4D5C7479B3}" destId="{75DF0C75-9865-4DC4-8CB0-FB18B8DE3130}" srcOrd="0" destOrd="0" presId="urn:microsoft.com/office/officeart/2005/8/layout/vList2"/>
    <dgm:cxn modelId="{13518BF4-8E26-4E52-B77B-E972238487EA}" srcId="{01926E0A-3F7A-4345-8694-C64D4FE12689}" destId="{EE586405-58E8-4217-9473-A86C9C6CC1E1}" srcOrd="0" destOrd="0" parTransId="{1FDB57CB-EA1B-412E-B3BF-473935520DE5}" sibTransId="{6EE28573-1CAC-445F-B9CE-9808147E85CD}"/>
    <dgm:cxn modelId="{AA2057FF-FAF3-416D-AA6B-4262789F9CEC}" srcId="{01926E0A-3F7A-4345-8694-C64D4FE12689}" destId="{0993C922-3595-4370-A93C-BF4D5C7479B3}" srcOrd="2" destOrd="0" parTransId="{0976224C-922D-4FA7-ADB9-3E20472B9771}" sibTransId="{B23FE850-5060-4233-9EA9-8649A89C8806}"/>
    <dgm:cxn modelId="{C0CBC7E7-E92D-479B-A1D6-46ED6C14C77C}" srcId="{01926E0A-3F7A-4345-8694-C64D4FE12689}" destId="{9D254F2F-641D-4B37-8C32-AF9736EAA780}" srcOrd="5" destOrd="0" parTransId="{6640083A-167B-4E58-AEF1-C3679BAB1B7B}" sibTransId="{98C21E2C-435D-41E8-9AF8-0939BD6656FD}"/>
    <dgm:cxn modelId="{F67412DC-CAE4-428D-9289-F821C423FF36}" type="presOf" srcId="{01926E0A-3F7A-4345-8694-C64D4FE12689}" destId="{4C300A03-71C7-415B-AE30-41936F2B601D}" srcOrd="0" destOrd="0" presId="urn:microsoft.com/office/officeart/2005/8/layout/vList2"/>
    <dgm:cxn modelId="{88212F22-5C32-4CDA-8550-B60DECAF8B32}" type="presOf" srcId="{9D254F2F-641D-4B37-8C32-AF9736EAA780}" destId="{1A73B88F-79CE-426A-923D-0FA74864719A}" srcOrd="0" destOrd="0" presId="urn:microsoft.com/office/officeart/2005/8/layout/vList2"/>
    <dgm:cxn modelId="{42F246C0-D606-4BC2-A1B4-AFC88B7779E8}" type="presOf" srcId="{A4C9B0D1-EB74-40FF-9D43-FC557AAF0EB3}" destId="{C0B68797-5CFE-413E-A4DE-EAF6530EE487}" srcOrd="0" destOrd="0" presId="urn:microsoft.com/office/officeart/2005/8/layout/vList2"/>
    <dgm:cxn modelId="{76C3DDC6-A6B8-42E0-B105-463AF187EA6A}" srcId="{01926E0A-3F7A-4345-8694-C64D4FE12689}" destId="{384B859B-3121-4989-9BD1-C7A86368A00C}" srcOrd="1" destOrd="0" parTransId="{3517439C-465F-4A55-B6FC-3AE83CD87739}" sibTransId="{A061C7E8-22A3-43FE-BCE0-ACE3CD94C6BB}"/>
    <dgm:cxn modelId="{9FCB76AE-E811-4B24-AEEA-4AFA821F5D42}" srcId="{01926E0A-3F7A-4345-8694-C64D4FE12689}" destId="{8548AA0F-77C7-4484-B968-469B0E4019EE}" srcOrd="6" destOrd="0" parTransId="{170EE18F-55DB-4B79-9D8F-9DB4C7E74FC6}" sibTransId="{28FC1973-AD18-4242-BE29-4C7919194E73}"/>
    <dgm:cxn modelId="{2C347C00-D7E1-4D52-B809-07BDFA1A4840}" srcId="{01926E0A-3F7A-4345-8694-C64D4FE12689}" destId="{A4C9B0D1-EB74-40FF-9D43-FC557AAF0EB3}" srcOrd="4" destOrd="0" parTransId="{7E9352A5-D4C5-4596-A5C1-FA6DF508946D}" sibTransId="{9AD9DD54-A4C3-429B-BAD1-E20DFA478E11}"/>
    <dgm:cxn modelId="{DA511C37-D7E5-468B-A8A2-0F86648853FF}" type="presOf" srcId="{EE586405-58E8-4217-9473-A86C9C6CC1E1}" destId="{569CB888-F0F9-46BC-A382-F843F9628EF3}" srcOrd="0" destOrd="0" presId="urn:microsoft.com/office/officeart/2005/8/layout/vList2"/>
    <dgm:cxn modelId="{1801071D-ABD0-4B84-A30B-70AA90228771}" type="presOf" srcId="{2A71FE69-FDBF-4D21-BB6A-13EB9932F1C0}" destId="{4166CC8D-D41C-4977-B34B-C4D7C18690FC}" srcOrd="0" destOrd="0" presId="urn:microsoft.com/office/officeart/2005/8/layout/vList2"/>
    <dgm:cxn modelId="{8C09E7AC-0A01-4AF7-B485-861689E28289}" type="presParOf" srcId="{4C300A03-71C7-415B-AE30-41936F2B601D}" destId="{569CB888-F0F9-46BC-A382-F843F9628EF3}" srcOrd="0" destOrd="0" presId="urn:microsoft.com/office/officeart/2005/8/layout/vList2"/>
    <dgm:cxn modelId="{59D951A3-4912-41F9-85A8-3D02693DD1A4}" type="presParOf" srcId="{4C300A03-71C7-415B-AE30-41936F2B601D}" destId="{5EA697F1-BE3D-4FFE-9A01-92C3E7DAC390}" srcOrd="1" destOrd="0" presId="urn:microsoft.com/office/officeart/2005/8/layout/vList2"/>
    <dgm:cxn modelId="{B84936EA-B437-4CC2-87A4-88F54C38B23B}" type="presParOf" srcId="{4C300A03-71C7-415B-AE30-41936F2B601D}" destId="{A716369D-12CE-4201-8B6A-E863B887A1DC}" srcOrd="2" destOrd="0" presId="urn:microsoft.com/office/officeart/2005/8/layout/vList2"/>
    <dgm:cxn modelId="{2A99949D-8AE5-4966-8318-C373CDD9331D}" type="presParOf" srcId="{4C300A03-71C7-415B-AE30-41936F2B601D}" destId="{EF00EBDE-58D6-48B4-A2C5-26B7B87C966A}" srcOrd="3" destOrd="0" presId="urn:microsoft.com/office/officeart/2005/8/layout/vList2"/>
    <dgm:cxn modelId="{D6A87865-6D65-43A7-8FEA-328D5C825342}" type="presParOf" srcId="{4C300A03-71C7-415B-AE30-41936F2B601D}" destId="{75DF0C75-9865-4DC4-8CB0-FB18B8DE3130}" srcOrd="4" destOrd="0" presId="urn:microsoft.com/office/officeart/2005/8/layout/vList2"/>
    <dgm:cxn modelId="{E4A8CD79-809B-4B5B-A217-30FB3A9EE262}" type="presParOf" srcId="{4C300A03-71C7-415B-AE30-41936F2B601D}" destId="{88CFA77B-9FF0-45D4-8BB7-33BA9CC064CF}" srcOrd="5" destOrd="0" presId="urn:microsoft.com/office/officeart/2005/8/layout/vList2"/>
    <dgm:cxn modelId="{A899343E-848B-4395-9658-7AFB8FCF0B65}" type="presParOf" srcId="{4C300A03-71C7-415B-AE30-41936F2B601D}" destId="{4166CC8D-D41C-4977-B34B-C4D7C18690FC}" srcOrd="6" destOrd="0" presId="urn:microsoft.com/office/officeart/2005/8/layout/vList2"/>
    <dgm:cxn modelId="{07740942-E00B-4860-99AD-402C61DCB023}" type="presParOf" srcId="{4C300A03-71C7-415B-AE30-41936F2B601D}" destId="{C46B966B-1BA7-4FEB-98C1-A8B742C1FECC}" srcOrd="7" destOrd="0" presId="urn:microsoft.com/office/officeart/2005/8/layout/vList2"/>
    <dgm:cxn modelId="{248892BC-A5E3-46D5-9F7E-403660E9375A}" type="presParOf" srcId="{4C300A03-71C7-415B-AE30-41936F2B601D}" destId="{C0B68797-5CFE-413E-A4DE-EAF6530EE487}" srcOrd="8" destOrd="0" presId="urn:microsoft.com/office/officeart/2005/8/layout/vList2"/>
    <dgm:cxn modelId="{2EE85225-0B2C-4B95-AAEF-0DB0206D1D69}" type="presParOf" srcId="{4C300A03-71C7-415B-AE30-41936F2B601D}" destId="{D7DB0F3E-803E-4AF8-92C7-A4D42FE3D394}" srcOrd="9" destOrd="0" presId="urn:microsoft.com/office/officeart/2005/8/layout/vList2"/>
    <dgm:cxn modelId="{3E5EBEE8-DAAC-4142-894A-A9D572C553AA}" type="presParOf" srcId="{4C300A03-71C7-415B-AE30-41936F2B601D}" destId="{1A73B88F-79CE-426A-923D-0FA74864719A}" srcOrd="10" destOrd="0" presId="urn:microsoft.com/office/officeart/2005/8/layout/vList2"/>
    <dgm:cxn modelId="{7AEDAB3D-6B17-48E7-9849-733FFD7B4BD0}" type="presParOf" srcId="{4C300A03-71C7-415B-AE30-41936F2B601D}" destId="{BAC28BAC-1ECE-4BEF-8E0C-645A225EDF79}" srcOrd="11" destOrd="0" presId="urn:microsoft.com/office/officeart/2005/8/layout/vList2"/>
    <dgm:cxn modelId="{3229E3A2-8369-4D70-9F44-659C2675118B}" type="presParOf" srcId="{4C300A03-71C7-415B-AE30-41936F2B601D}" destId="{5C6B974C-1C2A-48AC-867D-1A3B47B1B2B6}"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9CB888-F0F9-46BC-A382-F843F9628EF3}">
      <dsp:nvSpPr>
        <dsp:cNvPr id="0" name=""/>
        <dsp:cNvSpPr/>
      </dsp:nvSpPr>
      <dsp:spPr>
        <a:xfrm>
          <a:off x="0" y="63900"/>
          <a:ext cx="6496050" cy="575639"/>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Introduction to Node.js? </a:t>
          </a:r>
        </a:p>
      </dsp:txBody>
      <dsp:txXfrm>
        <a:off x="28100" y="92000"/>
        <a:ext cx="6439850" cy="519439"/>
      </dsp:txXfrm>
    </dsp:sp>
    <dsp:sp modelId="{A716369D-12CE-4201-8B6A-E863B887A1DC}">
      <dsp:nvSpPr>
        <dsp:cNvPr id="0" name=""/>
        <dsp:cNvSpPr/>
      </dsp:nvSpPr>
      <dsp:spPr>
        <a:xfrm>
          <a:off x="0" y="708660"/>
          <a:ext cx="6496050" cy="575639"/>
        </a:xfrm>
        <a:prstGeom prst="roundRect">
          <a:avLst/>
        </a:prstGeom>
        <a:gradFill rotWithShape="0">
          <a:gsLst>
            <a:gs pos="0">
              <a:schemeClr val="accent2">
                <a:hueOff val="225802"/>
                <a:satOff val="-1105"/>
                <a:lumOff val="621"/>
                <a:alphaOff val="0"/>
                <a:tint val="98000"/>
                <a:lumMod val="114000"/>
              </a:schemeClr>
            </a:gs>
            <a:gs pos="100000">
              <a:schemeClr val="accent2">
                <a:hueOff val="225802"/>
                <a:satOff val="-1105"/>
                <a:lumOff val="621"/>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Advantages of Node.js</a:t>
          </a:r>
        </a:p>
      </dsp:txBody>
      <dsp:txXfrm>
        <a:off x="28100" y="736760"/>
        <a:ext cx="6439850" cy="519439"/>
      </dsp:txXfrm>
    </dsp:sp>
    <dsp:sp modelId="{75DF0C75-9865-4DC4-8CB0-FB18B8DE3130}">
      <dsp:nvSpPr>
        <dsp:cNvPr id="0" name=""/>
        <dsp:cNvSpPr/>
      </dsp:nvSpPr>
      <dsp:spPr>
        <a:xfrm>
          <a:off x="0" y="1353420"/>
          <a:ext cx="6496050" cy="575639"/>
        </a:xfrm>
        <a:prstGeom prst="roundRect">
          <a:avLst/>
        </a:prstGeom>
        <a:gradFill rotWithShape="0">
          <a:gsLst>
            <a:gs pos="0">
              <a:schemeClr val="accent2">
                <a:hueOff val="451605"/>
                <a:satOff val="-2211"/>
                <a:lumOff val="1242"/>
                <a:alphaOff val="0"/>
                <a:tint val="98000"/>
                <a:lumMod val="114000"/>
              </a:schemeClr>
            </a:gs>
            <a:gs pos="100000">
              <a:schemeClr val="accent2">
                <a:hueOff val="451605"/>
                <a:satOff val="-2211"/>
                <a:lumOff val="124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Installing Node.js</a:t>
          </a:r>
        </a:p>
      </dsp:txBody>
      <dsp:txXfrm>
        <a:off x="28100" y="1381520"/>
        <a:ext cx="6439850" cy="519439"/>
      </dsp:txXfrm>
    </dsp:sp>
    <dsp:sp modelId="{4166CC8D-D41C-4977-B34B-C4D7C18690FC}">
      <dsp:nvSpPr>
        <dsp:cNvPr id="0" name=""/>
        <dsp:cNvSpPr/>
      </dsp:nvSpPr>
      <dsp:spPr>
        <a:xfrm>
          <a:off x="0" y="1998180"/>
          <a:ext cx="6496050" cy="575639"/>
        </a:xfrm>
        <a:prstGeom prst="roundRect">
          <a:avLst/>
        </a:prstGeom>
        <a:gradFill rotWithShape="0">
          <a:gsLst>
            <a:gs pos="0">
              <a:schemeClr val="accent2">
                <a:hueOff val="677407"/>
                <a:satOff val="-3316"/>
                <a:lumOff val="1862"/>
                <a:alphaOff val="0"/>
                <a:tint val="98000"/>
                <a:lumMod val="114000"/>
              </a:schemeClr>
            </a:gs>
            <a:gs pos="100000">
              <a:schemeClr val="accent2">
                <a:hueOff val="677407"/>
                <a:satOff val="-3316"/>
                <a:lumOff val="186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Setting up Development Environment</a:t>
          </a:r>
        </a:p>
      </dsp:txBody>
      <dsp:txXfrm>
        <a:off x="28100" y="2026280"/>
        <a:ext cx="6439850" cy="519439"/>
      </dsp:txXfrm>
    </dsp:sp>
    <dsp:sp modelId="{C0B68797-5CFE-413E-A4DE-EAF6530EE487}">
      <dsp:nvSpPr>
        <dsp:cNvPr id="0" name=""/>
        <dsp:cNvSpPr/>
      </dsp:nvSpPr>
      <dsp:spPr>
        <a:xfrm>
          <a:off x="0" y="2642939"/>
          <a:ext cx="6496050" cy="575639"/>
        </a:xfrm>
        <a:prstGeom prst="roundRect">
          <a:avLst/>
        </a:prstGeom>
        <a:gradFill rotWithShape="0">
          <a:gsLst>
            <a:gs pos="0">
              <a:schemeClr val="accent2">
                <a:hueOff val="903209"/>
                <a:satOff val="-4421"/>
                <a:lumOff val="2483"/>
                <a:alphaOff val="0"/>
                <a:tint val="98000"/>
                <a:lumMod val="114000"/>
              </a:schemeClr>
            </a:gs>
            <a:gs pos="100000">
              <a:schemeClr val="accent2">
                <a:hueOff val="903209"/>
                <a:satOff val="-4421"/>
                <a:lumOff val="2483"/>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Working with NPM</a:t>
          </a:r>
        </a:p>
      </dsp:txBody>
      <dsp:txXfrm>
        <a:off x="28100" y="2671039"/>
        <a:ext cx="6439850" cy="519439"/>
      </dsp:txXfrm>
    </dsp:sp>
    <dsp:sp modelId="{1A73B88F-79CE-426A-923D-0FA74864719A}">
      <dsp:nvSpPr>
        <dsp:cNvPr id="0" name=""/>
        <dsp:cNvSpPr/>
      </dsp:nvSpPr>
      <dsp:spPr>
        <a:xfrm>
          <a:off x="0" y="3287699"/>
          <a:ext cx="6496050" cy="575639"/>
        </a:xfrm>
        <a:prstGeom prst="roundRect">
          <a:avLst/>
        </a:prstGeom>
        <a:gradFill rotWithShape="0">
          <a:gsLst>
            <a:gs pos="0">
              <a:schemeClr val="accent2">
                <a:hueOff val="1129012"/>
                <a:satOff val="-5527"/>
                <a:lumOff val="3104"/>
                <a:alphaOff val="0"/>
                <a:tint val="98000"/>
                <a:lumMod val="114000"/>
              </a:schemeClr>
            </a:gs>
            <a:gs pos="100000">
              <a:schemeClr val="accent2">
                <a:hueOff val="1129012"/>
                <a:satOff val="-5527"/>
                <a:lumOff val="3104"/>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Web server model </a:t>
          </a:r>
        </a:p>
      </dsp:txBody>
      <dsp:txXfrm>
        <a:off x="28100" y="3315799"/>
        <a:ext cx="6439850" cy="519439"/>
      </dsp:txXfrm>
    </dsp:sp>
    <dsp:sp modelId="{5C6B974C-1C2A-48AC-867D-1A3B47B1B2B6}">
      <dsp:nvSpPr>
        <dsp:cNvPr id="0" name=""/>
        <dsp:cNvSpPr/>
      </dsp:nvSpPr>
      <dsp:spPr>
        <a:xfrm>
          <a:off x="0" y="3932459"/>
          <a:ext cx="6496050" cy="575639"/>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a:t>Node.js Process model </a:t>
          </a:r>
        </a:p>
      </dsp:txBody>
      <dsp:txXfrm>
        <a:off x="28100" y="3960559"/>
        <a:ext cx="6439850" cy="5194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1092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3768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mtClean="0"/>
              <a:t>node index.js &gt;log.txt</a:t>
            </a:r>
            <a:br>
              <a:rPr lang="en-US" smtClean="0"/>
            </a:br>
            <a:r>
              <a:rPr lang="en-US" smtClean="0"/>
              <a:t>node index.js 2&gt; error.txt</a:t>
            </a:r>
            <a:endParaRPr dirty="0"/>
          </a:p>
        </p:txBody>
      </p:sp>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2655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8897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0268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15174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369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37612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5488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49863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6372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81781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53942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308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7C40303-D9F4-4346-A11D-4BA6CC2B4E25}" type="slidenum">
              <a:rPr lang="en-GB" smtClean="0"/>
              <a:t>‹#›</a:t>
            </a:fld>
            <a:endParaRPr lang="en-GB"/>
          </a:p>
        </p:txBody>
      </p:sp>
    </p:spTree>
    <p:extLst>
      <p:ext uri="{BB962C8B-B14F-4D97-AF65-F5344CB8AC3E}">
        <p14:creationId xmlns:p14="http://schemas.microsoft.com/office/powerpoint/2010/main" val="2953669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05357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424835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26CE02-3CEC-4E97-A64C-64D580380BFA}" type="datetimeFigureOut">
              <a:rPr lang="en-GB" smtClean="0"/>
              <a:t>02/12/2024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1280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26CE02-3CEC-4E97-A64C-64D580380BFA}" type="datetimeFigureOut">
              <a:rPr lang="en-GB" smtClean="0"/>
              <a:t>02/12/2024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30571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01977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03860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59750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26CE02-3CEC-4E97-A64C-64D580380BFA}" type="datetimeFigureOut">
              <a:rPr lang="en-GB" smtClean="0"/>
              <a:t>02/12/2024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3202022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26CE02-3CEC-4E97-A64C-64D580380BFA}" type="datetimeFigureOut">
              <a:rPr lang="en-GB" smtClean="0"/>
              <a:t>02/12/2024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8197162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038526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8794702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7882771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4804171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1773790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571775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26CE02-3CEC-4E97-A64C-64D580380BFA}"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970946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12/2/2024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37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548917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29330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12/2/2024</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38274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12/2/2024</a:t>
            </a:fld>
            <a:endParaRPr lang="en-US" dirty="0"/>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329465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12/2/2024</a:t>
            </a:fld>
            <a:endParaRPr lang="en-US"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62726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C8D7E02-BCB8-4D50-A234-369438C08659}" type="datetimeFigureOut">
              <a:rPr lang="en-US" smtClean="0"/>
              <a:t>12/2/2024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50873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6E86A4C-8E40-4F87-A4F0-01A0687C5742}" type="datetimeFigureOut">
              <a:rPr lang="en-US" smtClean="0"/>
              <a:t>12/2/2024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818052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12/2/2024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90072014"/>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087116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016876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719489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098593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2623092"/>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12/2/2024</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9714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948545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419246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88497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12/2/2024</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769950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36562994"/>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07379087"/>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92528234"/>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74773227"/>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10518079"/>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6048509"/>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688439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12/2/2024</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773616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Section Separator - Major">
  <p:cSld name="Section Separator - Major">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3"/>
          <p:cNvSpPr txBox="1">
            <a:spLocks noGrp="1"/>
          </p:cNvSpPr>
          <p:nvPr>
            <p:ph type="ctrTitle"/>
          </p:nvPr>
        </p:nvSpPr>
        <p:spPr>
          <a:xfrm>
            <a:off x="1097280" y="1645920"/>
            <a:ext cx="10058400" cy="356616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rgbClr val="FFFFFF"/>
              </a:buClr>
              <a:buSzPts val="6000"/>
              <a:buFont typeface="Arial"/>
              <a:buNone/>
              <a:defRPr sz="6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2514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326CE02-3CEC-4E97-A64C-64D580380BFA}" type="datetimeFigureOut">
              <a:rPr lang="en-GB" smtClean="0"/>
              <a:t>02/12/2024</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41347893"/>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BE451C3-0FF4-47C4-B829-773ADF60F88C}" type="datetimeFigureOut">
              <a:rPr lang="en-US" smtClean="0"/>
              <a:t>12/2/2024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6610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12/2/2024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95553047"/>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coreybutler/nvm-windows"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github.com/nullivex/nodist"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hyperlink" Target="https://www.javatpoint.com/nodejs-buffers" TargetMode="External"/><Relationship Id="rId2" Type="http://schemas.openxmlformats.org/officeDocument/2006/relationships/notesSlide" Target="../notesSlides/notesSlide24.xml"/><Relationship Id="rId1" Type="http://schemas.openxmlformats.org/officeDocument/2006/relationships/slideLayout" Target="../slideLayouts/slideLayout23.xml"/><Relationship Id="rId5" Type="http://schemas.openxmlformats.org/officeDocument/2006/relationships/hyperlink" Target="https://www.tutorialspoint.com/nodejs/nodejs_process.htm" TargetMode="External"/><Relationship Id="rId4" Type="http://schemas.openxmlformats.org/officeDocument/2006/relationships/hyperlink" Target="https://www.javatpoint.com/nodejs-timer"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Shape 148"/>
        <p:cNvGrpSpPr/>
        <p:nvPr/>
      </p:nvGrpSpPr>
      <p:grpSpPr>
        <a:xfrm>
          <a:off x="0" y="0"/>
          <a:ext cx="0" cy="0"/>
          <a:chOff x="0" y="0"/>
          <a:chExt cx="0" cy="0"/>
        </a:xfrm>
      </p:grpSpPr>
      <p:sp>
        <p:nvSpPr>
          <p:cNvPr id="185" name="Rectangle 178">
            <a:extLst>
              <a:ext uri="{FF2B5EF4-FFF2-40B4-BE49-F238E27FC236}">
                <a16:creationId xmlns:a16="http://schemas.microsoft.com/office/drawing/2014/main" id="{F3F4807A-5068-4492-8025-D75F320E908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9" name="Google Shape;149;p20"/>
          <p:cNvSpPr txBox="1">
            <a:spLocks noGrp="1"/>
          </p:cNvSpPr>
          <p:nvPr>
            <p:ph type="ctrTitle"/>
          </p:nvPr>
        </p:nvSpPr>
        <p:spPr>
          <a:xfrm>
            <a:off x="8000837" y="1325880"/>
            <a:ext cx="3543464" cy="3066507"/>
          </a:xfrm>
          <a:prstGeom prst="rect">
            <a:avLst/>
          </a:prstGeom>
        </p:spPr>
        <p:txBody>
          <a:bodyPr spcFirstLastPara="1" lIns="91425" tIns="45700" rIns="91425" bIns="45700" anchorCtr="0">
            <a:normAutofit/>
          </a:bodyPr>
          <a:lstStyle/>
          <a:p>
            <a:pPr marL="0" marR="0" lvl="0" indent="0" rtl="0">
              <a:spcBef>
                <a:spcPts val="0"/>
              </a:spcBef>
              <a:spcAft>
                <a:spcPts val="0"/>
              </a:spcAft>
              <a:buClr>
                <a:srgbClr val="FFFFFF"/>
              </a:buClr>
              <a:buSzPts val="7200"/>
              <a:buFont typeface="Arial"/>
              <a:buNone/>
            </a:pPr>
            <a:r>
              <a:rPr lang="en-US" sz="4400">
                <a:solidFill>
                  <a:srgbClr val="EBEBEB"/>
                </a:solidFill>
              </a:rPr>
              <a:t>Introduction to Node.js</a:t>
            </a:r>
          </a:p>
        </p:txBody>
      </p:sp>
      <p:sp>
        <p:nvSpPr>
          <p:cNvPr id="186" name="Freeform 36">
            <a:extLst>
              <a:ext uri="{FF2B5EF4-FFF2-40B4-BE49-F238E27FC236}">
                <a16:creationId xmlns:a16="http://schemas.microsoft.com/office/drawing/2014/main" id="{B24996F8-180C-4DCB-8A26-DFA336CDEFB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13666"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87" name="Picture 174">
            <a:extLst>
              <a:ext uri="{FF2B5EF4-FFF2-40B4-BE49-F238E27FC236}">
                <a16:creationId xmlns:a16="http://schemas.microsoft.com/office/drawing/2014/main" id="{6795B780-BF3C-8442-5E43-8215EAEFD678}"/>
              </a:ext>
            </a:extLst>
          </p:cNvPr>
          <p:cNvPicPr>
            <a:picLocks noChangeAspect="1"/>
          </p:cNvPicPr>
          <p:nvPr/>
        </p:nvPicPr>
        <p:blipFill rotWithShape="1">
          <a:blip r:embed="rId4"/>
          <a:srcRect l="9479" r="-1" b="-1"/>
          <a:stretch/>
        </p:blipFill>
        <p:spPr>
          <a:xfrm>
            <a:off x="20" y="10"/>
            <a:ext cx="7759920" cy="6857991"/>
          </a:xfrm>
          <a:custGeom>
            <a:avLst/>
            <a:gdLst/>
            <a:ahLst/>
            <a:cxnLst/>
            <a:rect l="l" t="t" r="r" b="b"/>
            <a:pathLst>
              <a:path w="7759940" h="6858001">
                <a:moveTo>
                  <a:pt x="0" y="0"/>
                </a:moveTo>
                <a:lnTo>
                  <a:pt x="1296537" y="0"/>
                </a:lnTo>
                <a:lnTo>
                  <a:pt x="1296537" y="1"/>
                </a:lnTo>
                <a:lnTo>
                  <a:pt x="6415225" y="1"/>
                </a:lnTo>
                <a:lnTo>
                  <a:pt x="6415225" y="0"/>
                </a:lnTo>
                <a:lnTo>
                  <a:pt x="7758763" y="0"/>
                </a:lnTo>
                <a:lnTo>
                  <a:pt x="7733718" y="155677"/>
                </a:lnTo>
                <a:lnTo>
                  <a:pt x="7709849" y="310668"/>
                </a:lnTo>
                <a:lnTo>
                  <a:pt x="7686485" y="466344"/>
                </a:lnTo>
                <a:lnTo>
                  <a:pt x="7666482" y="622707"/>
                </a:lnTo>
                <a:lnTo>
                  <a:pt x="7646311" y="778383"/>
                </a:lnTo>
                <a:lnTo>
                  <a:pt x="7627485" y="934746"/>
                </a:lnTo>
                <a:lnTo>
                  <a:pt x="7611349" y="1089051"/>
                </a:lnTo>
                <a:lnTo>
                  <a:pt x="7596053" y="1245413"/>
                </a:lnTo>
                <a:lnTo>
                  <a:pt x="7582101" y="1401090"/>
                </a:lnTo>
                <a:lnTo>
                  <a:pt x="7569999" y="1554023"/>
                </a:lnTo>
                <a:lnTo>
                  <a:pt x="7557896" y="1709014"/>
                </a:lnTo>
                <a:lnTo>
                  <a:pt x="7547811" y="1861947"/>
                </a:lnTo>
                <a:lnTo>
                  <a:pt x="7539911" y="2014881"/>
                </a:lnTo>
                <a:lnTo>
                  <a:pt x="7531674" y="2167128"/>
                </a:lnTo>
                <a:lnTo>
                  <a:pt x="7524783" y="2318004"/>
                </a:lnTo>
                <a:lnTo>
                  <a:pt x="7519908" y="2467509"/>
                </a:lnTo>
                <a:lnTo>
                  <a:pt x="7515706" y="2617013"/>
                </a:lnTo>
                <a:lnTo>
                  <a:pt x="7511672" y="2765146"/>
                </a:lnTo>
                <a:lnTo>
                  <a:pt x="7509823" y="2911221"/>
                </a:lnTo>
                <a:lnTo>
                  <a:pt x="7507806" y="3057297"/>
                </a:lnTo>
                <a:lnTo>
                  <a:pt x="7506797" y="3201315"/>
                </a:lnTo>
                <a:lnTo>
                  <a:pt x="7507806" y="3343961"/>
                </a:lnTo>
                <a:lnTo>
                  <a:pt x="7507806" y="3485236"/>
                </a:lnTo>
                <a:lnTo>
                  <a:pt x="7509823" y="3625139"/>
                </a:lnTo>
                <a:lnTo>
                  <a:pt x="7512848" y="3762299"/>
                </a:lnTo>
                <a:lnTo>
                  <a:pt x="7515706" y="3898087"/>
                </a:lnTo>
                <a:lnTo>
                  <a:pt x="7518900" y="4031133"/>
                </a:lnTo>
                <a:lnTo>
                  <a:pt x="7523774" y="4163492"/>
                </a:lnTo>
                <a:lnTo>
                  <a:pt x="7528985" y="4293793"/>
                </a:lnTo>
                <a:lnTo>
                  <a:pt x="7533691" y="4421352"/>
                </a:lnTo>
                <a:lnTo>
                  <a:pt x="7546971" y="4670298"/>
                </a:lnTo>
                <a:lnTo>
                  <a:pt x="7561090" y="4908956"/>
                </a:lnTo>
                <a:lnTo>
                  <a:pt x="7575882" y="5138013"/>
                </a:lnTo>
                <a:lnTo>
                  <a:pt x="7592187" y="5354726"/>
                </a:lnTo>
                <a:lnTo>
                  <a:pt x="7609164" y="5561838"/>
                </a:lnTo>
                <a:lnTo>
                  <a:pt x="7627485" y="5753862"/>
                </a:lnTo>
                <a:lnTo>
                  <a:pt x="7645471" y="5934227"/>
                </a:lnTo>
                <a:lnTo>
                  <a:pt x="7663456" y="6100191"/>
                </a:lnTo>
                <a:lnTo>
                  <a:pt x="7680433" y="6252438"/>
                </a:lnTo>
                <a:lnTo>
                  <a:pt x="7696570" y="6387541"/>
                </a:lnTo>
                <a:lnTo>
                  <a:pt x="7711866" y="6509613"/>
                </a:lnTo>
                <a:lnTo>
                  <a:pt x="7724641" y="6612483"/>
                </a:lnTo>
                <a:lnTo>
                  <a:pt x="7736743" y="6698894"/>
                </a:lnTo>
                <a:lnTo>
                  <a:pt x="7754057" y="6817538"/>
                </a:lnTo>
                <a:lnTo>
                  <a:pt x="7759940" y="6858000"/>
                </a:lnTo>
                <a:lnTo>
                  <a:pt x="6854586" y="6858000"/>
                </a:lnTo>
                <a:lnTo>
                  <a:pt x="6854586" y="6858001"/>
                </a:lnTo>
                <a:lnTo>
                  <a:pt x="764022" y="6858001"/>
                </a:lnTo>
                <a:lnTo>
                  <a:pt x="764022" y="6858000"/>
                </a:lnTo>
                <a:lnTo>
                  <a:pt x="0" y="6858000"/>
                </a:lnTo>
                <a:close/>
              </a:path>
            </a:pathLst>
          </a:custGeom>
        </p:spPr>
      </p:pic>
      <p:sp>
        <p:nvSpPr>
          <p:cNvPr id="188" name="Rectangle 182">
            <a:extLst>
              <a:ext uri="{FF2B5EF4-FFF2-40B4-BE49-F238E27FC236}">
                <a16:creationId xmlns:a16="http://schemas.microsoft.com/office/drawing/2014/main" id="{630182B0-3559-41D5-9EBC-0BD86BEDAD0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1"/>
        <p:cNvGrpSpPr/>
        <p:nvPr/>
      </p:nvGrpSpPr>
      <p:grpSpPr>
        <a:xfrm>
          <a:off x="0" y="0"/>
          <a:ext cx="0" cy="0"/>
          <a:chOff x="0" y="0"/>
          <a:chExt cx="0" cy="0"/>
        </a:xfrm>
      </p:grpSpPr>
      <p:sp>
        <p:nvSpPr>
          <p:cNvPr id="171" name="Rectangle 170">
            <a:extLst>
              <a:ext uri="{FF2B5EF4-FFF2-40B4-BE49-F238E27FC236}">
                <a16:creationId xmlns:a16="http://schemas.microsoft.com/office/drawing/2014/main" id="{4E78424C-6FD0-41F8-9CAA-5DC19C42359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62" name="Google Shape;162;p22"/>
          <p:cNvSpPr txBox="1">
            <a:spLocks noGrp="1"/>
          </p:cNvSpPr>
          <p:nvPr>
            <p:ph type="title"/>
          </p:nvPr>
        </p:nvSpPr>
        <p:spPr>
          <a:xfrm>
            <a:off x="643855" y="1447800"/>
            <a:ext cx="3108626" cy="4572000"/>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4800"/>
              <a:buFont typeface="Arial"/>
              <a:buNone/>
            </a:pPr>
            <a:r>
              <a:rPr lang="en-US" sz="3200">
                <a:solidFill>
                  <a:srgbClr val="F2F2F2"/>
                </a:solidFill>
              </a:rPr>
              <a:t>Learning Objectives:</a:t>
            </a:r>
          </a:p>
        </p:txBody>
      </p:sp>
      <p:sp>
        <p:nvSpPr>
          <p:cNvPr id="173" name="Freeform: Shape 172">
            <a:extLst>
              <a:ext uri="{FF2B5EF4-FFF2-40B4-BE49-F238E27FC236}">
                <a16:creationId xmlns:a16="http://schemas.microsoft.com/office/drawing/2014/main" id="{DD136760-57DC-4301-8BEA-B71AD2D139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5" name="Freeform 11">
            <a:extLst>
              <a:ext uri="{FF2B5EF4-FFF2-40B4-BE49-F238E27FC236}">
                <a16:creationId xmlns:a16="http://schemas.microsoft.com/office/drawing/2014/main" id="{BDC58DEA-1307-4F44-AD47-E613D8B76A8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77" name="Rectangle 176">
            <a:extLst>
              <a:ext uri="{FF2B5EF4-FFF2-40B4-BE49-F238E27FC236}">
                <a16:creationId xmlns:a16="http://schemas.microsoft.com/office/drawing/2014/main" id="{C99B912D-1E4B-42AF-A2BE-CFEFEC916EE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65" name="Google Shape;165;p22"/>
          <p:cNvSpPr txBox="1">
            <a:spLocks noGrp="1"/>
          </p:cNvSpPr>
          <p:nvPr>
            <p:ph type="sldNum" sz="quarter" idx="12"/>
          </p:nvPr>
        </p:nvSpPr>
        <p:spPr>
          <a:xfrm>
            <a:off x="10352540" y="295729"/>
            <a:ext cx="838199" cy="767687"/>
          </a:xfrm>
          <a:prstGeom prst="rect">
            <a:avLst/>
          </a:prstGeom>
        </p:spPr>
        <p:txBody>
          <a:bodyPr spcFirstLastPara="1" lIns="91425" tIns="45700" rIns="91425" bIns="45700" anchorCtr="0">
            <a:normAutofit/>
          </a:bodyPr>
          <a:lstStyle/>
          <a:p>
            <a:pPr marL="0" lvl="0" indent="0" rtl="0">
              <a:spcBef>
                <a:spcPts val="0"/>
              </a:spcBef>
              <a:spcAft>
                <a:spcPts val="600"/>
              </a:spcAft>
              <a:buSzPts val="1000"/>
              <a:buNone/>
            </a:pPr>
            <a:fld id="{00000000-1234-1234-1234-123412341234}" type="slidenum">
              <a:rPr lang="en-US">
                <a:solidFill>
                  <a:srgbClr val="FFFFFF"/>
                </a:solidFill>
              </a:rPr>
              <a:pPr marL="0" lvl="0" indent="0" rtl="0">
                <a:spcBef>
                  <a:spcPts val="0"/>
                </a:spcBef>
                <a:spcAft>
                  <a:spcPts val="600"/>
                </a:spcAft>
                <a:buSzPts val="1000"/>
                <a:buNone/>
              </a:pPr>
              <a:t>2</a:t>
            </a:fld>
            <a:endParaRPr lang="en-US">
              <a:solidFill>
                <a:srgbClr val="FFFFFF"/>
              </a:solidFill>
            </a:endParaRPr>
          </a:p>
        </p:txBody>
      </p:sp>
      <p:sp>
        <p:nvSpPr>
          <p:cNvPr id="164" name="Google Shape;164;p22"/>
          <p:cNvSpPr txBox="1">
            <a:spLocks noGrp="1"/>
          </p:cNvSpPr>
          <p:nvPr>
            <p:ph type="ftr" sz="quarter" idx="11"/>
          </p:nvPr>
        </p:nvSpPr>
        <p:spPr>
          <a:xfrm>
            <a:off x="5048250" y="6359311"/>
            <a:ext cx="4206240" cy="304801"/>
          </a:xfrm>
          <a:prstGeom prst="rect">
            <a:avLst/>
          </a:prstGeom>
        </p:spPr>
        <p:txBody>
          <a:bodyPr spcFirstLastPara="1" lIns="91425" tIns="45700" rIns="91425" bIns="45700" anchorCtr="0">
            <a:normAutofit/>
          </a:bodyPr>
          <a:lstStyle/>
          <a:p>
            <a:pPr marL="0" lvl="0" indent="0" rtl="0">
              <a:lnSpc>
                <a:spcPct val="90000"/>
              </a:lnSpc>
              <a:spcBef>
                <a:spcPts val="0"/>
              </a:spcBef>
              <a:spcAft>
                <a:spcPts val="600"/>
              </a:spcAft>
              <a:buSzPts val="1400"/>
              <a:buNone/>
            </a:pPr>
            <a:r>
              <a:rPr lang="en-US" sz="1000">
                <a:solidFill>
                  <a:schemeClr val="accent1"/>
                </a:solidFill>
              </a:rPr>
              <a:t>MEAN</a:t>
            </a:r>
            <a:r>
              <a:rPr lang="en-US" sz="1000" b="1">
                <a:solidFill>
                  <a:schemeClr val="accent1"/>
                </a:solidFill>
              </a:rPr>
              <a:t>/</a:t>
            </a:r>
            <a:r>
              <a:rPr lang="en-US" sz="1000">
                <a:solidFill>
                  <a:schemeClr val="accent1"/>
                </a:solidFill>
              </a:rPr>
              <a:t>MERN Stack</a:t>
            </a:r>
          </a:p>
        </p:txBody>
      </p:sp>
      <p:graphicFrame>
        <p:nvGraphicFramePr>
          <p:cNvPr id="169" name="Google Shape;163;p22">
            <a:extLst>
              <a:ext uri="{FF2B5EF4-FFF2-40B4-BE49-F238E27FC236}">
                <a16:creationId xmlns:a16="http://schemas.microsoft.com/office/drawing/2014/main" id="{8B4AA1B3-7684-A87F-120A-E9660202C278}"/>
              </a:ext>
            </a:extLst>
          </p:cNvPr>
          <p:cNvGraphicFramePr>
            <a:graphicFrameLocks noGrp="1"/>
          </p:cNvGraphicFramePr>
          <p:nvPr>
            <p:ph idx="1"/>
            <p:extLst>
              <p:ext uri="{D42A27DB-BD31-4B8C-83A1-F6EECF244321}">
                <p14:modId xmlns:p14="http://schemas.microsoft.com/office/powerpoint/2010/main" val="1446783895"/>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txBox="1">
            <a:spLocks noGrp="1"/>
          </p:cNvSpPr>
          <p:nvPr>
            <p:ph type="title"/>
          </p:nvPr>
        </p:nvSpPr>
        <p:spPr>
          <a:xfrm>
            <a:off x="1066800" y="97098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178" name="Google Shape;178;p2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79" name="Google Shape;179;p2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a:t>
            </a:fld>
            <a:endParaRPr/>
          </a:p>
        </p:txBody>
      </p:sp>
      <p:graphicFrame>
        <p:nvGraphicFramePr>
          <p:cNvPr id="180" name="Google Shape;180;p24"/>
          <p:cNvGraphicFramePr/>
          <p:nvPr>
            <p:extLst>
              <p:ext uri="{D42A27DB-BD31-4B8C-83A1-F6EECF244321}">
                <p14:modId xmlns:p14="http://schemas.microsoft.com/office/powerpoint/2010/main" val="2329675208"/>
              </p:ext>
            </p:extLst>
          </p:nvPr>
        </p:nvGraphicFramePr>
        <p:xfrm>
          <a:off x="1018013" y="1805951"/>
          <a:ext cx="10155975" cy="4571970"/>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4336700">
                <a:tc>
                  <a:txBody>
                    <a:bodyPr/>
                    <a:lstStyle/>
                    <a:p>
                      <a:pPr marL="0" marR="0" lvl="0" indent="0" algn="l" rtl="0">
                        <a:lnSpc>
                          <a:spcPct val="100000"/>
                        </a:lnSpc>
                        <a:spcBef>
                          <a:spcPts val="0"/>
                        </a:spcBef>
                        <a:spcAft>
                          <a:spcPts val="0"/>
                        </a:spcAft>
                        <a:buClr>
                          <a:srgbClr val="000000"/>
                        </a:buClr>
                        <a:buSzPts val="1200"/>
                        <a:buFont typeface="Arial"/>
                        <a:buNone/>
                      </a:pPr>
                      <a:r>
                        <a:rPr lang="en-US" sz="1600" b="1" u="sng" strike="noStrike" cap="none" dirty="0">
                          <a:latin typeface="Times New Roman"/>
                          <a:ea typeface="Times New Roman"/>
                          <a:cs typeface="Times New Roman"/>
                          <a:sym typeface="Times New Roman"/>
                        </a:rPr>
                        <a:t>Introduction/Why/Advantages of Node.js:</a:t>
                      </a:r>
                      <a:endParaRPr sz="1600"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Node.js is a very powerful JavaScript-based platform built on Google Chrome's JavaScript V8 Engine.</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It is used to develop I/O intensive web applications like video streaming sites, single-page applications, and other web applications.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Node.js is open source, completely free, and used by thousands of developers around the world.</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As an asynchronous event-driven JavaScript runtime, Node.js is designed to build scalable network applications.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Node has a lot in common with other popular web servers, like Microsoft’s Internet Information Services (IIS) or Apache.</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Another major difference between Node and more traditional web servers is that Node is single threaded.</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At first blush, this may seem like a step backward. As it turns out, it is a stroke of genius. Single threading vastly simplifies the business of writing web apps, and if you need the performance of a multithreaded app, you can simply spin up more instances of Node, and you will effectively have the performance benefits of multi‐ threading.</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Another compelling benefit of Node apps is that Node is incredibly platform independent</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It’s the software that enables JavaScript to run on the server, uncoupled from a browser, which in turn allows frameworks written in JavaScript (like Express) to be used</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Node.js has been regarded as a full-stack JavaScript for serving both the client and the server-side applications.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600" u="none" strike="noStrike" cap="none" dirty="0">
                          <a:latin typeface="Times New Roman"/>
                          <a:ea typeface="Times New Roman"/>
                          <a:cs typeface="Times New Roman"/>
                          <a:sym typeface="Times New Roman"/>
                        </a:rPr>
                        <a:t>Therefore, the advantage is that you don’t have to hire separate developers for backend as well as the front-end development. It saves both your valuable money and time.</a:t>
                      </a:r>
                      <a:endParaRPr sz="16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4"/>
        <p:cNvGrpSpPr/>
        <p:nvPr/>
      </p:nvGrpSpPr>
      <p:grpSpPr>
        <a:xfrm>
          <a:off x="0" y="0"/>
          <a:ext cx="0" cy="0"/>
          <a:chOff x="0" y="0"/>
          <a:chExt cx="0" cy="0"/>
        </a:xfrm>
      </p:grpSpPr>
      <p:pic>
        <p:nvPicPr>
          <p:cNvPr id="245" name="Picture 192">
            <a:extLst>
              <a:ext uri="{FF2B5EF4-FFF2-40B4-BE49-F238E27FC236}">
                <a16:creationId xmlns:a16="http://schemas.microsoft.com/office/drawing/2014/main" id="{41B68C77-138E-4BF7-A276-BD0C78A4219F}"/>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46" name="Picture 194">
            <a:extLst>
              <a:ext uri="{FF2B5EF4-FFF2-40B4-BE49-F238E27FC236}">
                <a16:creationId xmlns:a16="http://schemas.microsoft.com/office/drawing/2014/main" id="{7C268552-D473-46ED-B1B8-422042C4DEF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47" name="Oval 196">
            <a:extLst>
              <a:ext uri="{FF2B5EF4-FFF2-40B4-BE49-F238E27FC236}">
                <a16:creationId xmlns:a16="http://schemas.microsoft.com/office/drawing/2014/main" id="{4AC0CD9D-7610-4620-93B4-798CCD9AB58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48" name="Picture 198">
            <a:extLst>
              <a:ext uri="{FF2B5EF4-FFF2-40B4-BE49-F238E27FC236}">
                <a16:creationId xmlns:a16="http://schemas.microsoft.com/office/drawing/2014/main" id="{B9238B3E-24AA-439A-B527-6C5DF6D72145}"/>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49" name="Picture 200">
            <a:extLst>
              <a:ext uri="{FF2B5EF4-FFF2-40B4-BE49-F238E27FC236}">
                <a16:creationId xmlns:a16="http://schemas.microsoft.com/office/drawing/2014/main" id="{69F01145-BEA3-4CBF-AA21-10077B948CA8}"/>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50" name="Rectangle 202">
            <a:extLst>
              <a:ext uri="{FF2B5EF4-FFF2-40B4-BE49-F238E27FC236}">
                <a16:creationId xmlns:a16="http://schemas.microsoft.com/office/drawing/2014/main" id="{DE4D62F9-188E-4530-84C2-24BDEE4BEB8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251" name="Rectangle 204">
            <a:extLst>
              <a:ext uri="{FF2B5EF4-FFF2-40B4-BE49-F238E27FC236}">
                <a16:creationId xmlns:a16="http://schemas.microsoft.com/office/drawing/2014/main" id="{D27CF008-4B18-436D-B2D5-C1346C12438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06">
            <a:extLst>
              <a:ext uri="{FF2B5EF4-FFF2-40B4-BE49-F238E27FC236}">
                <a16:creationId xmlns:a16="http://schemas.microsoft.com/office/drawing/2014/main" id="{CE22DAD8-5F67-4B73-ADA9-06EF381F7A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7" name="Google Shape;187;p25"/>
          <p:cNvSpPr txBox="1">
            <a:spLocks noGrp="1"/>
          </p:cNvSpPr>
          <p:nvPr>
            <p:ph type="sldNum" sz="quarter" idx="12"/>
          </p:nvPr>
        </p:nvSpPr>
        <p:spPr>
          <a:xfrm>
            <a:off x="10352540" y="295729"/>
            <a:ext cx="838199" cy="767687"/>
          </a:xfrm>
          <a:prstGeom prst="rect">
            <a:avLst/>
          </a:prstGeom>
        </p:spPr>
        <p:txBody>
          <a:bodyPr spcFirstLastPara="1" vert="horz" lIns="91440" tIns="45720" rIns="91440" bIns="45720" rtlCol="0" anchor="b" anchorCtr="0">
            <a:normAutofit/>
          </a:bodyPr>
          <a:lstStyle/>
          <a:p>
            <a:pPr lvl="0" indent="0" defTabSz="914400">
              <a:spcBef>
                <a:spcPts val="0"/>
              </a:spcBef>
              <a:spcAft>
                <a:spcPts val="600"/>
              </a:spcAft>
              <a:buSzPts val="1000"/>
              <a:buNone/>
            </a:pPr>
            <a:fld id="{00000000-1234-1234-1234-123412341234}" type="slidenum">
              <a:rPr lang="en-US">
                <a:solidFill>
                  <a:srgbClr val="FFFFFF"/>
                </a:solidFill>
              </a:rPr>
              <a:pPr lvl="0" indent="0" defTabSz="914400">
                <a:spcBef>
                  <a:spcPts val="0"/>
                </a:spcBef>
                <a:spcAft>
                  <a:spcPts val="600"/>
                </a:spcAft>
                <a:buSzPts val="1000"/>
                <a:buNone/>
              </a:pPr>
              <a:t>4</a:t>
            </a:fld>
            <a:endParaRPr lang="en-US">
              <a:solidFill>
                <a:srgbClr val="FFFFFF"/>
              </a:solidFill>
            </a:endParaRPr>
          </a:p>
        </p:txBody>
      </p:sp>
      <p:sp>
        <p:nvSpPr>
          <p:cNvPr id="253" name="Freeform 16">
            <a:extLst>
              <a:ext uri="{FF2B5EF4-FFF2-40B4-BE49-F238E27FC236}">
                <a16:creationId xmlns:a16="http://schemas.microsoft.com/office/drawing/2014/main" id="{E4F17063-EDA4-417B-946F-BA357F3B390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
        <p:nvSpPr>
          <p:cNvPr id="254" name="Freeform: Shape 210">
            <a:extLst>
              <a:ext uri="{FF2B5EF4-FFF2-40B4-BE49-F238E27FC236}">
                <a16:creationId xmlns:a16="http://schemas.microsoft.com/office/drawing/2014/main" id="{D36F3EEA-55D4-4677-80E7-92D00B8F343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85" name="Google Shape;185;p25"/>
          <p:cNvSpPr txBox="1">
            <a:spLocks noGrp="1"/>
          </p:cNvSpPr>
          <p:nvPr>
            <p:ph type="title"/>
          </p:nvPr>
        </p:nvSpPr>
        <p:spPr>
          <a:xfrm>
            <a:off x="636916" y="4854346"/>
            <a:ext cx="9149350" cy="868026"/>
          </a:xfrm>
          <a:prstGeom prst="rect">
            <a:avLst/>
          </a:prstGeom>
        </p:spPr>
        <p:txBody>
          <a:bodyPr spcFirstLastPara="1" vert="horz" lIns="91440" tIns="45720" rIns="91440" bIns="45720" rtlCol="0" anchor="b" anchorCtr="0">
            <a:normAutofit/>
          </a:bodyPr>
          <a:lstStyle/>
          <a:p>
            <a:pPr marL="0" lvl="0" indent="0">
              <a:spcAft>
                <a:spcPts val="0"/>
              </a:spcAft>
              <a:buClr>
                <a:srgbClr val="FFFFFF"/>
              </a:buClr>
              <a:buSzPts val="7200"/>
            </a:pPr>
            <a:r>
              <a:rPr lang="en-US" sz="4800" b="0" i="0" kern="1200">
                <a:solidFill>
                  <a:srgbClr val="EBEBEB"/>
                </a:solidFill>
                <a:latin typeface="+mj-lt"/>
                <a:ea typeface="+mj-ea"/>
                <a:cs typeface="+mj-cs"/>
              </a:rPr>
              <a:t>Introduction to Node</a:t>
            </a:r>
          </a:p>
        </p:txBody>
      </p:sp>
      <p:sp>
        <p:nvSpPr>
          <p:cNvPr id="186" name="Google Shape;186;p25"/>
          <p:cNvSpPr txBox="1">
            <a:spLocks noGrp="1"/>
          </p:cNvSpPr>
          <p:nvPr>
            <p:ph type="ftr" sz="quarter" idx="11"/>
          </p:nvPr>
        </p:nvSpPr>
        <p:spPr>
          <a:xfrm rot="5400000">
            <a:off x="9560669" y="2616200"/>
            <a:ext cx="2641601" cy="304801"/>
          </a:xfrm>
          <a:prstGeom prst="rect">
            <a:avLst/>
          </a:prstGeom>
        </p:spPr>
        <p:txBody>
          <a:bodyPr spcFirstLastPara="1" vert="horz" lIns="91440" tIns="45720" rIns="91440" bIns="45720" rtlCol="0" anchor="b" anchorCtr="0">
            <a:normAutofit/>
          </a:bodyPr>
          <a:lstStyle/>
          <a:p>
            <a:pPr lvl="0" indent="0" defTabSz="914400">
              <a:lnSpc>
                <a:spcPct val="90000"/>
              </a:lnSpc>
              <a:spcBef>
                <a:spcPts val="0"/>
              </a:spcBef>
              <a:spcAft>
                <a:spcPts val="600"/>
              </a:spcAft>
              <a:buSzPts val="1400"/>
              <a:buNone/>
            </a:pPr>
            <a:r>
              <a:rPr lang="en-US" sz="1000" b="0" i="0" kern="1200">
                <a:solidFill>
                  <a:schemeClr val="tx1">
                    <a:alpha val="60000"/>
                  </a:schemeClr>
                </a:solidFill>
                <a:latin typeface="+mn-lt"/>
                <a:ea typeface="+mn-ea"/>
                <a:cs typeface="+mn-cs"/>
              </a:rPr>
              <a:t>MEAN/MERN Stack</a:t>
            </a:r>
          </a:p>
        </p:txBody>
      </p:sp>
      <p:graphicFrame>
        <p:nvGraphicFramePr>
          <p:cNvPr id="188" name="Google Shape;188;p25"/>
          <p:cNvGraphicFramePr/>
          <p:nvPr>
            <p:extLst>
              <p:ext uri="{D42A27DB-BD31-4B8C-83A1-F6EECF244321}">
                <p14:modId xmlns:p14="http://schemas.microsoft.com/office/powerpoint/2010/main" val="230230429"/>
              </p:ext>
            </p:extLst>
          </p:nvPr>
        </p:nvGraphicFramePr>
        <p:xfrm>
          <a:off x="635458" y="791343"/>
          <a:ext cx="9150807" cy="3148228"/>
        </p:xfrm>
        <a:graphic>
          <a:graphicData uri="http://schemas.openxmlformats.org/drawingml/2006/table">
            <a:tbl>
              <a:tblPr>
                <a:noFill/>
                <a:tableStyleId>{4F199DF3-BE8C-4084-B2FE-2A5AAD3C111F}</a:tableStyleId>
              </a:tblPr>
              <a:tblGrid>
                <a:gridCol w="9150807">
                  <a:extLst>
                    <a:ext uri="{9D8B030D-6E8A-4147-A177-3AD203B41FA5}">
                      <a16:colId xmlns:a16="http://schemas.microsoft.com/office/drawing/2014/main" val="20000"/>
                    </a:ext>
                  </a:extLst>
                </a:gridCol>
              </a:tblGrid>
              <a:tr h="2989320">
                <a:tc>
                  <a:txBody>
                    <a:bodyPr/>
                    <a:lstStyle/>
                    <a:p>
                      <a:pPr marL="0" marR="0" lvl="0" indent="0" algn="l" rtl="0">
                        <a:lnSpc>
                          <a:spcPct val="100000"/>
                        </a:lnSpc>
                        <a:spcBef>
                          <a:spcPts val="0"/>
                        </a:spcBef>
                        <a:spcAft>
                          <a:spcPts val="0"/>
                        </a:spcAft>
                        <a:buClr>
                          <a:srgbClr val="000000"/>
                        </a:buClr>
                        <a:buSzPts val="1200"/>
                        <a:buFont typeface="Arial"/>
                        <a:buNone/>
                      </a:pPr>
                      <a:r>
                        <a:rPr lang="en-US" sz="1800" b="1" u="sng" strike="noStrike" cap="none" dirty="0">
                          <a:latin typeface="Times New Roman"/>
                          <a:ea typeface="Times New Roman"/>
                          <a:cs typeface="Times New Roman"/>
                          <a:sym typeface="Times New Roman"/>
                        </a:rPr>
                        <a:t>Introduction/Why/Advantages of Node.js:</a:t>
                      </a:r>
                      <a:endParaRPr sz="1800"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800" u="none" strike="noStrike" cap="none" dirty="0">
                          <a:latin typeface="Times New Roman"/>
                          <a:ea typeface="Times New Roman"/>
                          <a:cs typeface="Times New Roman"/>
                          <a:sym typeface="Times New Roman"/>
                        </a:rPr>
                        <a:t>Node.js is blessed to have a large and active community of developers who keep on continuously contributing towards its further development and improvement.</a:t>
                      </a:r>
                      <a:endParaRPr sz="18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800" u="none" strike="noStrike" cap="none" dirty="0">
                          <a:latin typeface="Times New Roman"/>
                          <a:ea typeface="Times New Roman"/>
                          <a:cs typeface="Times New Roman"/>
                          <a:sym typeface="Times New Roman"/>
                        </a:rPr>
                        <a:t>In fact, the groups of developers are well supported by the JavaScript programmers providing ready-made and easy solutions and codes in GitHub.</a:t>
                      </a:r>
                      <a:endParaRPr sz="18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800" u="none" strike="noStrike" cap="none" dirty="0">
                          <a:latin typeface="Times New Roman"/>
                          <a:ea typeface="Times New Roman"/>
                          <a:cs typeface="Times New Roman"/>
                          <a:sym typeface="Times New Roman"/>
                        </a:rPr>
                        <a:t>The open-source runtime environment of the Node.js also provides the facility of caching single modules. Whenever there is any request for the first module, it gets cached in the application memory.</a:t>
                      </a:r>
                      <a:endParaRPr sz="18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800" u="none" strike="noStrike" cap="none" dirty="0">
                          <a:latin typeface="Times New Roman"/>
                          <a:ea typeface="Times New Roman"/>
                          <a:cs typeface="Times New Roman"/>
                          <a:sym typeface="Times New Roman"/>
                        </a:rPr>
                        <a:t>Similarly, if you want to identify and install the project dependencies, you can make use of </a:t>
                      </a:r>
                      <a:r>
                        <a:rPr lang="en-US" sz="1800" u="none" strike="noStrike" cap="none" dirty="0" err="1">
                          <a:latin typeface="Times New Roman"/>
                          <a:ea typeface="Times New Roman"/>
                          <a:cs typeface="Times New Roman"/>
                          <a:sym typeface="Times New Roman"/>
                        </a:rPr>
                        <a:t>npm</a:t>
                      </a:r>
                      <a:r>
                        <a:rPr lang="en-US" sz="1800" u="none" strike="noStrike" cap="none" dirty="0">
                          <a:latin typeface="Times New Roman"/>
                          <a:ea typeface="Times New Roman"/>
                          <a:cs typeface="Times New Roman"/>
                          <a:sym typeface="Times New Roman"/>
                        </a:rPr>
                        <a:t>, a powerful package manager. You can use grunt for task running of the project</a:t>
                      </a:r>
                      <a:endParaRPr sz="18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800" u="none" strike="noStrike" cap="none" dirty="0">
                          <a:latin typeface="Times New Roman"/>
                          <a:ea typeface="Times New Roman"/>
                          <a:cs typeface="Times New Roman"/>
                          <a:sym typeface="Times New Roman"/>
                        </a:rPr>
                        <a:t>Node.js = Runtime Environment + JavaScript Library</a:t>
                      </a:r>
                      <a:endParaRPr sz="1800" b="1" u="sng" strike="noStrike" cap="none" dirty="0">
                        <a:latin typeface="Times New Roman"/>
                        <a:ea typeface="Times New Roman"/>
                        <a:cs typeface="Times New Roman"/>
                        <a:sym typeface="Times New Roman"/>
                      </a:endParaRPr>
                    </a:p>
                  </a:txBody>
                  <a:tcPr marL="65354" marR="65354" marT="65354" marB="65354">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lang="en-US" sz="3300"/>
          </a:p>
        </p:txBody>
      </p:sp>
      <p:sp>
        <p:nvSpPr>
          <p:cNvPr id="194" name="Google Shape;194;p2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p>
        </p:txBody>
      </p:sp>
      <p:sp>
        <p:nvSpPr>
          <p:cNvPr id="195" name="Google Shape;195;p2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smtClean="0"/>
              <a:t>5</a:t>
            </a:fld>
            <a:endParaRPr lang="en-US"/>
          </a:p>
        </p:txBody>
      </p:sp>
      <p:graphicFrame>
        <p:nvGraphicFramePr>
          <p:cNvPr id="196" name="Google Shape;196;p26"/>
          <p:cNvGraphicFramePr/>
          <p:nvPr>
            <p:extLst>
              <p:ext uri="{D42A27DB-BD31-4B8C-83A1-F6EECF244321}">
                <p14:modId xmlns:p14="http://schemas.microsoft.com/office/powerpoint/2010/main" val="401511020"/>
              </p:ext>
            </p:extLst>
          </p:nvPr>
        </p:nvGraphicFramePr>
        <p:xfrm>
          <a:off x="1018000" y="1634105"/>
          <a:ext cx="10155975" cy="4928165"/>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4928165">
                <a:tc>
                  <a:txBody>
                    <a:bodyPr/>
                    <a:lstStyle/>
                    <a:p>
                      <a:pPr marL="0" marR="0" lvl="0" indent="0" algn="l" rtl="0">
                        <a:lnSpc>
                          <a:spcPct val="100000"/>
                        </a:lnSpc>
                        <a:spcBef>
                          <a:spcPts val="0"/>
                        </a:spcBef>
                        <a:spcAft>
                          <a:spcPts val="0"/>
                        </a:spcAft>
                        <a:buClr>
                          <a:srgbClr val="000000"/>
                        </a:buClr>
                        <a:buSzPts val="1200"/>
                        <a:buFont typeface="Arial"/>
                        <a:buNone/>
                      </a:pPr>
                      <a:r>
                        <a:rPr lang="en-US" sz="1400" b="1" u="sng" strike="noStrike" cap="none" dirty="0">
                          <a:latin typeface="Times New Roman"/>
                          <a:ea typeface="Times New Roman"/>
                          <a:cs typeface="Times New Roman"/>
                          <a:sym typeface="Times New Roman"/>
                        </a:rPr>
                        <a:t>Installing Node.js:</a:t>
                      </a:r>
                      <a:endParaRPr sz="14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Getting Node installed on your system couldn’t be easier. The Node team has gone to great lengths to make sure the installation process is simple and straightforward on all major platforms.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 installation is so simple, as a matter of fact, that it can be summed up in three simple steps: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EB Garamond"/>
                          <a:ea typeface="EB Garamond"/>
                          <a:cs typeface="EB Garamond"/>
                          <a:sym typeface="EB Garamond"/>
                        </a:rPr>
                        <a:t>Go to the Node download page https://nodejs.org/en/download/.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For Windows and OS X, an installer will be downloaded that walks you through the process. For Linux, you will probably be up and running more quickly if you use a package manager.</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can also download a standalone installer, which can be helpful if you are distributing Node to your organization.</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If you have trouble building Node, or for some reason you would like to build Node from scratch, please refer to the official installation instructions.</a:t>
                      </a:r>
                      <a:endParaRPr sz="1400" u="none" strike="noStrike" cap="none" dirty="0">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1200"/>
                        <a:buFont typeface="Arial"/>
                        <a:buNone/>
                      </a:pP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400" b="1" u="sng" strike="noStrike" cap="none" dirty="0">
                          <a:latin typeface="Times New Roman"/>
                          <a:ea typeface="Times New Roman"/>
                          <a:cs typeface="Times New Roman"/>
                          <a:sym typeface="Times New Roman"/>
                        </a:rPr>
                        <a:t>NVM:</a:t>
                      </a:r>
                      <a:endParaRPr sz="1400" b="1" u="sng"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4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 best way to install Node.js and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is through Node.js Version Manager, or </a:t>
                      </a:r>
                      <a:r>
                        <a:rPr lang="en-US" sz="1400" u="none" strike="noStrike" cap="none" dirty="0" err="1">
                          <a:latin typeface="Times New Roman"/>
                          <a:ea typeface="Times New Roman"/>
                          <a:cs typeface="Times New Roman"/>
                          <a:sym typeface="Times New Roman"/>
                        </a:rPr>
                        <a:t>nvm</a:t>
                      </a:r>
                      <a:r>
                        <a:rPr lang="en-US" sz="1400" u="none" strike="noStrike" cap="none" dirty="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With </a:t>
                      </a:r>
                      <a:r>
                        <a:rPr lang="en-US" sz="1400" u="none" strike="noStrike" cap="none" dirty="0" err="1">
                          <a:latin typeface="Times New Roman"/>
                          <a:ea typeface="Times New Roman"/>
                          <a:cs typeface="Times New Roman"/>
                          <a:sym typeface="Times New Roman"/>
                        </a:rPr>
                        <a:t>nvm</a:t>
                      </a:r>
                      <a:r>
                        <a:rPr lang="en-US" sz="1400" u="none" strike="noStrike" cap="none" dirty="0">
                          <a:latin typeface="Times New Roman"/>
                          <a:ea typeface="Times New Roman"/>
                          <a:cs typeface="Times New Roman"/>
                          <a:sym typeface="Times New Roman"/>
                        </a:rPr>
                        <a:t>, you can install multiple versions of both the Node.js runtime and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and they can all coexist, though you can only specify one active version of either at a time.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What I mean is, you don't have to uninstall one version of Node.js or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to install another, just tell </a:t>
                      </a:r>
                      <a:r>
                        <a:rPr lang="en-US" sz="1400" u="none" strike="noStrike" cap="none" dirty="0" err="1">
                          <a:latin typeface="Times New Roman"/>
                          <a:ea typeface="Times New Roman"/>
                          <a:cs typeface="Times New Roman"/>
                          <a:sym typeface="Times New Roman"/>
                        </a:rPr>
                        <a:t>nvm</a:t>
                      </a:r>
                      <a:r>
                        <a:rPr lang="en-US" sz="1400" u="none" strike="noStrike" cap="none" dirty="0">
                          <a:latin typeface="Times New Roman"/>
                          <a:ea typeface="Times New Roman"/>
                          <a:cs typeface="Times New Roman"/>
                          <a:sym typeface="Times New Roman"/>
                        </a:rPr>
                        <a:t> which one you want to use.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It's great for compatibility testing and managing your Node.js environment in general.</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For Windows users: </a:t>
                      </a:r>
                      <a:r>
                        <a:rPr lang="en-US" sz="1400" u="none" strike="noStrike" cap="none" dirty="0" err="1">
                          <a:latin typeface="Times New Roman"/>
                          <a:ea typeface="Times New Roman"/>
                          <a:cs typeface="Times New Roman"/>
                          <a:sym typeface="Times New Roman"/>
                        </a:rPr>
                        <a:t>nvm</a:t>
                      </a:r>
                      <a:r>
                        <a:rPr lang="en-US" sz="1400" u="none" strike="noStrike" cap="none" dirty="0">
                          <a:latin typeface="Times New Roman"/>
                          <a:ea typeface="Times New Roman"/>
                          <a:cs typeface="Times New Roman"/>
                          <a:sym typeface="Times New Roman"/>
                        </a:rPr>
                        <a:t> is officially supported only on MacOS and Linux, but there are 2 alternatives.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100" u="none" strike="noStrike" cap="none" dirty="0" err="1">
                          <a:solidFill>
                            <a:srgbClr val="161616"/>
                          </a:solidFill>
                          <a:latin typeface="Arial"/>
                          <a:ea typeface="Arial"/>
                          <a:cs typeface="Arial"/>
                          <a:sym typeface="Arial"/>
                        </a:rPr>
                        <a:t>nvm</a:t>
                      </a:r>
                      <a:r>
                        <a:rPr lang="en-US" sz="1100" u="none" strike="noStrike" cap="none" dirty="0">
                          <a:solidFill>
                            <a:srgbClr val="161616"/>
                          </a:solidFill>
                          <a:latin typeface="Arial"/>
                          <a:ea typeface="Arial"/>
                          <a:cs typeface="Arial"/>
                          <a:sym typeface="Arial"/>
                        </a:rPr>
                        <a:t>-windows: </a:t>
                      </a:r>
                      <a:r>
                        <a:rPr lang="en-US" sz="1400" u="sng" strike="noStrike" cap="none" dirty="0">
                          <a:solidFill>
                            <a:schemeClr val="hlink"/>
                          </a:solidFill>
                          <a:latin typeface="Arial"/>
                          <a:ea typeface="Arial"/>
                          <a:cs typeface="Arial"/>
                          <a:sym typeface="Arial"/>
                          <a:hlinkClick r:id="rId3"/>
                        </a:rPr>
                        <a:t>https://github.com/coreybutler/nvm-windows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100" u="none" strike="noStrike" cap="none" dirty="0" err="1">
                          <a:solidFill>
                            <a:srgbClr val="161616"/>
                          </a:solidFill>
                          <a:latin typeface="Arial"/>
                          <a:ea typeface="Arial"/>
                          <a:cs typeface="Arial"/>
                          <a:sym typeface="Arial"/>
                        </a:rPr>
                        <a:t>nodist</a:t>
                      </a:r>
                      <a:r>
                        <a:rPr lang="en-US" sz="1100" u="none" strike="noStrike" cap="none" dirty="0">
                          <a:solidFill>
                            <a:srgbClr val="161616"/>
                          </a:solidFill>
                          <a:latin typeface="Arial"/>
                          <a:ea typeface="Arial"/>
                          <a:cs typeface="Arial"/>
                          <a:sym typeface="Arial"/>
                        </a:rPr>
                        <a:t>: </a:t>
                      </a:r>
                      <a:r>
                        <a:rPr lang="en-US" sz="1400" u="sng" strike="noStrike" cap="none" dirty="0">
                          <a:solidFill>
                            <a:schemeClr val="hlink"/>
                          </a:solidFill>
                          <a:latin typeface="Arial"/>
                          <a:ea typeface="Arial"/>
                          <a:cs typeface="Arial"/>
                          <a:sym typeface="Arial"/>
                          <a:hlinkClick r:id="rId4"/>
                        </a:rPr>
                        <a:t>https://github.com/nullivex/nodist</a:t>
                      </a:r>
                      <a:endParaRPr sz="14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lang="en-US" sz="3300"/>
          </a:p>
        </p:txBody>
      </p:sp>
      <p:sp>
        <p:nvSpPr>
          <p:cNvPr id="202" name="Google Shape;202;p2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p>
        </p:txBody>
      </p:sp>
      <p:sp>
        <p:nvSpPr>
          <p:cNvPr id="203" name="Google Shape;203;p2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smtClean="0"/>
              <a:t>6</a:t>
            </a:fld>
            <a:endParaRPr lang="en-US"/>
          </a:p>
        </p:txBody>
      </p:sp>
      <p:graphicFrame>
        <p:nvGraphicFramePr>
          <p:cNvPr id="204" name="Google Shape;204;p27"/>
          <p:cNvGraphicFramePr/>
          <p:nvPr>
            <p:extLst>
              <p:ext uri="{D42A27DB-BD31-4B8C-83A1-F6EECF244321}">
                <p14:modId xmlns:p14="http://schemas.microsoft.com/office/powerpoint/2010/main" val="2808269914"/>
              </p:ext>
            </p:extLst>
          </p:nvPr>
        </p:nvGraphicFramePr>
        <p:xfrm>
          <a:off x="1018000" y="1780493"/>
          <a:ext cx="10155975" cy="4458076"/>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668708">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Installing nvm is a snap. Go to the creationix GitHub repo and scroll down to the Installation section (or go to the nvm GitHub page. Copy the install command and paste it into a Terminal window or command prompt:</a:t>
                      </a:r>
                      <a:endParaRPr sz="14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45793">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solidFill>
                            <a:srgbClr val="D4D4D4"/>
                          </a:solidFill>
                          <a:latin typeface="Arial"/>
                          <a:ea typeface="Arial"/>
                          <a:cs typeface="Arial"/>
                          <a:sym typeface="Arial"/>
                        </a:rPr>
                        <a:t>curl -o- https://raw.githubusercontent.com/creationix/nvm/v0.39.0/install.sh | bash</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891622">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Verify that </a:t>
                      </a:r>
                      <a:r>
                        <a:rPr lang="en-US" sz="1400" u="none" strike="noStrike" cap="none" dirty="0" err="1">
                          <a:latin typeface="Times New Roman"/>
                          <a:ea typeface="Times New Roman"/>
                          <a:cs typeface="Times New Roman"/>
                          <a:sym typeface="Times New Roman"/>
                        </a:rPr>
                        <a:t>nvm</a:t>
                      </a:r>
                      <a:r>
                        <a:rPr lang="en-US" sz="1400" u="none" strike="noStrike" cap="none" dirty="0">
                          <a:latin typeface="Times New Roman"/>
                          <a:ea typeface="Times New Roman"/>
                          <a:cs typeface="Times New Roman"/>
                          <a:sym typeface="Times New Roman"/>
                        </a:rPr>
                        <a:t> installed correctly by running the </a:t>
                      </a:r>
                      <a:r>
                        <a:rPr lang="en-US" sz="1400" u="none" strike="noStrike" cap="none" dirty="0" err="1">
                          <a:latin typeface="Times New Roman"/>
                          <a:ea typeface="Times New Roman"/>
                          <a:cs typeface="Times New Roman"/>
                          <a:sym typeface="Times New Roman"/>
                        </a:rPr>
                        <a:t>nvm</a:t>
                      </a:r>
                      <a:r>
                        <a:rPr lang="en-US" sz="1400" u="none" strike="noStrike" cap="none" dirty="0">
                          <a:latin typeface="Times New Roman"/>
                          <a:ea typeface="Times New Roman"/>
                          <a:cs typeface="Times New Roman"/>
                          <a:sym typeface="Times New Roman"/>
                        </a:rPr>
                        <a:t> --version command. You should see output like this: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To install Node.js and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run the </a:t>
                      </a:r>
                      <a:r>
                        <a:rPr lang="en-US" sz="1400" u="none" strike="noStrike" cap="none" dirty="0" err="1">
                          <a:latin typeface="Times New Roman"/>
                          <a:ea typeface="Times New Roman"/>
                          <a:cs typeface="Times New Roman"/>
                          <a:sym typeface="Times New Roman"/>
                        </a:rPr>
                        <a:t>nvm</a:t>
                      </a:r>
                      <a:r>
                        <a:rPr lang="en-US" sz="1400" u="none" strike="noStrike" cap="none" dirty="0">
                          <a:latin typeface="Times New Roman"/>
                          <a:ea typeface="Times New Roman"/>
                          <a:cs typeface="Times New Roman"/>
                          <a:sym typeface="Times New Roman"/>
                        </a:rPr>
                        <a:t> install --</a:t>
                      </a:r>
                      <a:r>
                        <a:rPr lang="en-US" sz="1400" u="none" strike="noStrike" cap="none" dirty="0" err="1">
                          <a:latin typeface="Times New Roman"/>
                          <a:ea typeface="Times New Roman"/>
                          <a:cs typeface="Times New Roman"/>
                          <a:sym typeface="Times New Roman"/>
                        </a:rPr>
                        <a:t>lts</a:t>
                      </a:r>
                      <a:r>
                        <a:rPr lang="en-US" sz="1400" u="none" strike="noStrike" cap="none" dirty="0">
                          <a:latin typeface="Times New Roman"/>
                          <a:ea typeface="Times New Roman"/>
                          <a:cs typeface="Times New Roman"/>
                          <a:sym typeface="Times New Roman"/>
                        </a:rPr>
                        <a:t> command, which tells </a:t>
                      </a:r>
                      <a:r>
                        <a:rPr lang="en-US" sz="1400" u="none" strike="noStrike" cap="none" dirty="0" err="1">
                          <a:latin typeface="Times New Roman"/>
                          <a:ea typeface="Times New Roman"/>
                          <a:cs typeface="Times New Roman"/>
                          <a:sym typeface="Times New Roman"/>
                        </a:rPr>
                        <a:t>nvm</a:t>
                      </a:r>
                      <a:r>
                        <a:rPr lang="en-US" sz="1400" u="none" strike="noStrike" cap="none" dirty="0">
                          <a:latin typeface="Times New Roman"/>
                          <a:ea typeface="Times New Roman"/>
                          <a:cs typeface="Times New Roman"/>
                          <a:sym typeface="Times New Roman"/>
                        </a:rPr>
                        <a:t> to install the LTS version</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Once Node.js and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are installed, verify that they are installed correctly:</a:t>
                      </a:r>
                      <a:endParaRPr sz="1400" u="none" strike="noStrike" cap="none" dirty="0">
                        <a:solidFill>
                          <a:srgbClr val="D4D4D4"/>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68708">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a:solidFill>
                            <a:srgbClr val="D4D4D4"/>
                          </a:solidFill>
                          <a:latin typeface="Arial"/>
                          <a:ea typeface="Arial"/>
                          <a:cs typeface="Arial"/>
                          <a:sym typeface="Arial"/>
                        </a:rPr>
                        <a:t>node -v</a:t>
                      </a:r>
                      <a:endParaRPr sz="14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400" u="none" strike="noStrike" cap="none">
                          <a:solidFill>
                            <a:srgbClr val="D4D4D4"/>
                          </a:solidFill>
                          <a:latin typeface="Arial"/>
                          <a:ea typeface="Arial"/>
                          <a:cs typeface="Arial"/>
                          <a:sym typeface="Arial"/>
                        </a:rPr>
                        <a:t>npm -v</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445793">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You should see output like this:</a:t>
                      </a:r>
                      <a:endParaRPr sz="1400" u="none" strike="noStrike" cap="none">
                        <a:solidFill>
                          <a:srgbClr val="D4D4D4"/>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337452">
                <a:tc>
                  <a:txBody>
                    <a:bodyPr/>
                    <a:lstStyle/>
                    <a:p>
                      <a:pPr marL="0" marR="0" lvl="0" indent="0" algn="l" rtl="0">
                        <a:lnSpc>
                          <a:spcPct val="100000"/>
                        </a:lnSpc>
                        <a:spcBef>
                          <a:spcPts val="0"/>
                        </a:spcBef>
                        <a:spcAft>
                          <a:spcPts val="0"/>
                        </a:spcAft>
                        <a:buClr>
                          <a:srgbClr val="000000"/>
                        </a:buClr>
                        <a:buSzPts val="1200"/>
                        <a:buFont typeface="Arial"/>
                        <a:buNone/>
                      </a:pPr>
                      <a:endParaRPr sz="14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solidFill>
                            <a:srgbClr val="D4D4D4"/>
                          </a:solidFill>
                          <a:latin typeface="Arial"/>
                          <a:ea typeface="Arial"/>
                          <a:cs typeface="Arial"/>
                          <a:sym typeface="Arial"/>
                        </a:rPr>
                        <a:t>$ node -v</a:t>
                      </a:r>
                      <a:endParaRPr sz="14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solidFill>
                            <a:srgbClr val="D4D4D4"/>
                          </a:solidFill>
                          <a:latin typeface="Arial"/>
                          <a:ea typeface="Arial"/>
                          <a:cs typeface="Arial"/>
                          <a:sym typeface="Arial"/>
                        </a:rPr>
                        <a:t>v10.4.0</a:t>
                      </a:r>
                      <a:endParaRPr sz="14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solidFill>
                            <a:srgbClr val="D4D4D4"/>
                          </a:solidFill>
                          <a:latin typeface="Arial"/>
                          <a:ea typeface="Arial"/>
                          <a:cs typeface="Arial"/>
                          <a:sym typeface="Arial"/>
                        </a:rPr>
                        <a:t>$ </a:t>
                      </a:r>
                      <a:r>
                        <a:rPr lang="en-US" sz="1400" u="none" strike="noStrike" cap="none" dirty="0" err="1">
                          <a:solidFill>
                            <a:srgbClr val="D4D4D4"/>
                          </a:solidFill>
                          <a:latin typeface="Arial"/>
                          <a:ea typeface="Arial"/>
                          <a:cs typeface="Arial"/>
                          <a:sym typeface="Arial"/>
                        </a:rPr>
                        <a:t>npm</a:t>
                      </a:r>
                      <a:r>
                        <a:rPr lang="en-US" sz="1400" u="none" strike="noStrike" cap="none" dirty="0">
                          <a:solidFill>
                            <a:srgbClr val="D4D4D4"/>
                          </a:solidFill>
                          <a:latin typeface="Arial"/>
                          <a:ea typeface="Arial"/>
                          <a:cs typeface="Arial"/>
                          <a:sym typeface="Arial"/>
                        </a:rPr>
                        <a:t> -v</a:t>
                      </a:r>
                      <a:endParaRPr sz="14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solidFill>
                            <a:srgbClr val="D4D4D4"/>
                          </a:solidFill>
                          <a:latin typeface="Arial"/>
                          <a:ea typeface="Arial"/>
                          <a:cs typeface="Arial"/>
                          <a:sym typeface="Arial"/>
                        </a:rPr>
                        <a:t>6.1.0</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8"/>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10" name="Google Shape;210;p2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1" name="Google Shape;211;p2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7</a:t>
            </a:fld>
            <a:endParaRPr/>
          </a:p>
        </p:txBody>
      </p:sp>
      <p:graphicFrame>
        <p:nvGraphicFramePr>
          <p:cNvPr id="212" name="Google Shape;212;p28"/>
          <p:cNvGraphicFramePr/>
          <p:nvPr>
            <p:extLst>
              <p:ext uri="{D42A27DB-BD31-4B8C-83A1-F6EECF244321}">
                <p14:modId xmlns:p14="http://schemas.microsoft.com/office/powerpoint/2010/main" val="1993812295"/>
              </p:ext>
            </p:extLst>
          </p:nvPr>
        </p:nvGraphicFramePr>
        <p:xfrm>
          <a:off x="1018000" y="1780493"/>
          <a:ext cx="10155975" cy="4961445"/>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4961445">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dirty="0">
                          <a:latin typeface="Times New Roman"/>
                          <a:ea typeface="Times New Roman"/>
                          <a:cs typeface="Times New Roman"/>
                          <a:sym typeface="Times New Roman"/>
                        </a:rPr>
                        <a:t>Installing VS Code:</a:t>
                      </a:r>
                      <a:endParaRPr sz="12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VS Code free, open source, and has an active user community with lots of extensions, which means you're likely to find lots of different extensions for your favorite language, platform, or file format.</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Plus, VS Code is built on the Electron framework, which uses Node.js under the hood.</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If you're running on Windows, the file is an installer. Instructions for installing it are on the VS Code Setup for Windows page.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If you're running Linux, you can find setup instructions VS Code Setup for Linux page.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VS Code plugs into the Node.js runtime, so you can run your code from within VS Code. Follow these steps: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Navigate to the directory where you cloned the code.</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sng" strike="noStrike" cap="none" dirty="0">
                          <a:latin typeface="Times New Roman"/>
                          <a:ea typeface="Times New Roman"/>
                          <a:cs typeface="Times New Roman"/>
                          <a:sym typeface="Times New Roman"/>
                        </a:rPr>
                        <a:t>NPM:</a:t>
                      </a:r>
                      <a:endParaRPr sz="12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b="1" u="none" strike="noStrike" cap="none" dirty="0">
                          <a:latin typeface="Times New Roman"/>
                          <a:ea typeface="Times New Roman"/>
                          <a:cs typeface="Times New Roman"/>
                          <a:sym typeface="Times New Roman"/>
                        </a:rPr>
                        <a:t>One of the major factors of Node's success is </a:t>
                      </a:r>
                      <a:r>
                        <a:rPr lang="en-US" sz="1600" b="1" u="none" strike="noStrike" cap="none" dirty="0" err="1">
                          <a:latin typeface="Times New Roman"/>
                          <a:ea typeface="Times New Roman"/>
                          <a:cs typeface="Times New Roman"/>
                          <a:sym typeface="Times New Roman"/>
                        </a:rPr>
                        <a:t>npm</a:t>
                      </a:r>
                      <a:r>
                        <a:rPr lang="en-US" sz="1600" b="1" u="none" strike="noStrike" cap="none" dirty="0">
                          <a:latin typeface="Times New Roman"/>
                          <a:ea typeface="Times New Roman"/>
                          <a:cs typeface="Times New Roman"/>
                          <a:sym typeface="Times New Roman"/>
                        </a:rPr>
                        <a:t> </a:t>
                      </a:r>
                      <a:r>
                        <a:rPr lang="en-US" sz="1200" u="none" strike="noStrike" cap="none" dirty="0">
                          <a:latin typeface="Times New Roman"/>
                          <a:ea typeface="Times New Roman"/>
                          <a:cs typeface="Times New Roman"/>
                          <a:sym typeface="Times New Roman"/>
                        </a:rPr>
                        <a:t>- its popular package manager, which allows JavaScript developers to share useful packages like </a:t>
                      </a:r>
                      <a:r>
                        <a:rPr lang="en-US" sz="1200" b="1" u="none" strike="noStrike" cap="none" dirty="0" err="1">
                          <a:latin typeface="Times New Roman"/>
                          <a:ea typeface="Times New Roman"/>
                          <a:cs typeface="Times New Roman"/>
                          <a:sym typeface="Times New Roman"/>
                        </a:rPr>
                        <a:t>lodash</a:t>
                      </a:r>
                      <a:r>
                        <a:rPr lang="en-US" sz="1200" u="none" strike="noStrike" cap="none" dirty="0">
                          <a:latin typeface="Times New Roman"/>
                          <a:ea typeface="Times New Roman"/>
                          <a:cs typeface="Times New Roman"/>
                          <a:sym typeface="Times New Roman"/>
                        </a:rPr>
                        <a:t> and </a:t>
                      </a:r>
                      <a:r>
                        <a:rPr lang="en-US" sz="1200" b="1" u="none" strike="noStrike" cap="none" dirty="0">
                          <a:latin typeface="Times New Roman"/>
                          <a:ea typeface="Times New Roman"/>
                          <a:cs typeface="Times New Roman"/>
                          <a:sym typeface="Times New Roman"/>
                        </a:rPr>
                        <a:t>moment</a:t>
                      </a:r>
                      <a:r>
                        <a:rPr lang="en-US" sz="1200" u="none" strike="noStrike" cap="none" dirty="0">
                          <a:latin typeface="Times New Roman"/>
                          <a:ea typeface="Times New Roman"/>
                          <a:cs typeface="Times New Roman"/>
                          <a:sym typeface="Times New Roman"/>
                        </a:rPr>
                        <a:t> quickly and easily.</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NPM – or "Node Package Manager" – is the default package manager for JavaScript's runtime Node.js.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NPM consists of two main parts: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a CLI (command-line interface) tool for publishing and downloading packages.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an online repository that hosts JavaScript packages.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b="1" u="sng" strike="noStrike" cap="none" dirty="0" err="1">
                          <a:latin typeface="Times New Roman"/>
                          <a:ea typeface="Times New Roman"/>
                          <a:cs typeface="Times New Roman"/>
                          <a:sym typeface="Times New Roman"/>
                        </a:rPr>
                        <a:t>package.json</a:t>
                      </a:r>
                      <a:r>
                        <a:rPr lang="en-US" sz="1200" b="1" u="sng" strike="noStrike" cap="none" dirty="0">
                          <a:latin typeface="Times New Roman"/>
                          <a:ea typeface="Times New Roman"/>
                          <a:cs typeface="Times New Roman"/>
                          <a:sym typeface="Times New Roman"/>
                        </a:rPr>
                        <a:t>:</a:t>
                      </a:r>
                      <a:endParaRPr sz="12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Every project in JavaScript – whether it's Node.js or a browser application – can be scoped as an </a:t>
                      </a:r>
                      <a:r>
                        <a:rPr lang="en-US" sz="1200" u="none" strike="noStrike" cap="none" dirty="0" err="1">
                          <a:latin typeface="Times New Roman"/>
                          <a:ea typeface="Times New Roman"/>
                          <a:cs typeface="Times New Roman"/>
                          <a:sym typeface="Times New Roman"/>
                        </a:rPr>
                        <a:t>npm</a:t>
                      </a:r>
                      <a:r>
                        <a:rPr lang="en-US" sz="1200" u="none" strike="noStrike" cap="none" dirty="0">
                          <a:latin typeface="Times New Roman"/>
                          <a:ea typeface="Times New Roman"/>
                          <a:cs typeface="Times New Roman"/>
                          <a:sym typeface="Times New Roman"/>
                        </a:rPr>
                        <a:t> package with its own package information and its </a:t>
                      </a:r>
                      <a:r>
                        <a:rPr lang="en-US" sz="1200" u="none" strike="noStrike" cap="none" dirty="0" err="1">
                          <a:latin typeface="Times New Roman"/>
                          <a:ea typeface="Times New Roman"/>
                          <a:cs typeface="Times New Roman"/>
                          <a:sym typeface="Times New Roman"/>
                        </a:rPr>
                        <a:t>package.json</a:t>
                      </a:r>
                      <a:r>
                        <a:rPr lang="en-US" sz="1200" u="none" strike="noStrike" cap="none" dirty="0">
                          <a:latin typeface="Times New Roman"/>
                          <a:ea typeface="Times New Roman"/>
                          <a:cs typeface="Times New Roman"/>
                          <a:sym typeface="Times New Roman"/>
                        </a:rPr>
                        <a:t> job to describe the project.</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err="1">
                          <a:latin typeface="Times New Roman"/>
                          <a:ea typeface="Times New Roman"/>
                          <a:cs typeface="Times New Roman"/>
                          <a:sym typeface="Times New Roman"/>
                        </a:rPr>
                        <a:t>package.json</a:t>
                      </a:r>
                      <a:r>
                        <a:rPr lang="en-US" sz="1200" u="none" strike="noStrike" cap="none" dirty="0">
                          <a:latin typeface="Times New Roman"/>
                          <a:ea typeface="Times New Roman"/>
                          <a:cs typeface="Times New Roman"/>
                          <a:sym typeface="Times New Roman"/>
                        </a:rPr>
                        <a:t> will be generated when </a:t>
                      </a:r>
                      <a:r>
                        <a:rPr lang="en-US" sz="1200" u="none" strike="noStrike" cap="none" dirty="0" err="1">
                          <a:latin typeface="Times New Roman"/>
                          <a:ea typeface="Times New Roman"/>
                          <a:cs typeface="Times New Roman"/>
                          <a:sym typeface="Times New Roman"/>
                        </a:rPr>
                        <a:t>npm</a:t>
                      </a:r>
                      <a:r>
                        <a:rPr lang="en-US" sz="1200" u="none" strike="noStrike" cap="none" dirty="0">
                          <a:latin typeface="Times New Roman"/>
                          <a:ea typeface="Times New Roman"/>
                          <a:cs typeface="Times New Roman"/>
                          <a:sym typeface="Times New Roman"/>
                        </a:rPr>
                        <a:t> </a:t>
                      </a:r>
                      <a:r>
                        <a:rPr lang="en-US" sz="1200" u="none" strike="noStrike" cap="none" dirty="0" err="1">
                          <a:latin typeface="Times New Roman"/>
                          <a:ea typeface="Times New Roman"/>
                          <a:cs typeface="Times New Roman"/>
                          <a:sym typeface="Times New Roman"/>
                        </a:rPr>
                        <a:t>init</a:t>
                      </a:r>
                      <a:r>
                        <a:rPr lang="en-US" sz="1200" u="none" strike="noStrike" cap="none" dirty="0">
                          <a:latin typeface="Times New Roman"/>
                          <a:ea typeface="Times New Roman"/>
                          <a:cs typeface="Times New Roman"/>
                          <a:sym typeface="Times New Roman"/>
                        </a:rPr>
                        <a:t> is run to </a:t>
                      </a:r>
                      <a:r>
                        <a:rPr lang="en-US" sz="1200" u="none" strike="noStrike" cap="none" dirty="0" err="1">
                          <a:latin typeface="Times New Roman"/>
                          <a:ea typeface="Times New Roman"/>
                          <a:cs typeface="Times New Roman"/>
                          <a:sym typeface="Times New Roman"/>
                        </a:rPr>
                        <a:t>initialise</a:t>
                      </a:r>
                      <a:r>
                        <a:rPr lang="en-US" sz="1200" u="none" strike="noStrike" cap="none" dirty="0">
                          <a:latin typeface="Times New Roman"/>
                          <a:ea typeface="Times New Roman"/>
                          <a:cs typeface="Times New Roman"/>
                          <a:sym typeface="Times New Roman"/>
                        </a:rPr>
                        <a:t> a JavaScript/Node.js project, with these basic metadata provided by developers: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i="1" u="none" strike="noStrike" cap="none" dirty="0">
                          <a:latin typeface="Times New Roman"/>
                          <a:ea typeface="Times New Roman"/>
                          <a:cs typeface="Times New Roman"/>
                          <a:sym typeface="Times New Roman"/>
                        </a:rPr>
                        <a:t>name</a:t>
                      </a:r>
                      <a:r>
                        <a:rPr lang="en-US" sz="1200" u="none" strike="noStrike" cap="none" dirty="0">
                          <a:latin typeface="Times New Roman"/>
                          <a:ea typeface="Times New Roman"/>
                          <a:cs typeface="Times New Roman"/>
                          <a:sym typeface="Times New Roman"/>
                        </a:rPr>
                        <a:t>: the name of your JavaScript library/project</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i="1" u="none" strike="noStrike" cap="none" dirty="0">
                          <a:latin typeface="Times New Roman"/>
                          <a:ea typeface="Times New Roman"/>
                          <a:cs typeface="Times New Roman"/>
                          <a:sym typeface="Times New Roman"/>
                        </a:rPr>
                        <a:t>version</a:t>
                      </a:r>
                      <a:r>
                        <a:rPr lang="en-US" sz="1200" u="none" strike="noStrike" cap="none" dirty="0">
                          <a:latin typeface="Times New Roman"/>
                          <a:ea typeface="Times New Roman"/>
                          <a:cs typeface="Times New Roman"/>
                          <a:sym typeface="Times New Roman"/>
                        </a:rPr>
                        <a:t>: the version of your project. Often times, for application development, this field is often neglected as there's no apparent need for versioning opensource </a:t>
                      </a:r>
                      <a:r>
                        <a:rPr lang="en-US" sz="1200" u="none" strike="noStrike" cap="none" dirty="0" err="1">
                          <a:latin typeface="Times New Roman"/>
                          <a:ea typeface="Times New Roman"/>
                          <a:cs typeface="Times New Roman"/>
                          <a:sym typeface="Times New Roman"/>
                        </a:rPr>
                        <a:t>libraies</a:t>
                      </a:r>
                      <a:r>
                        <a:rPr lang="en-US" sz="1200" u="none" strike="noStrike" cap="none" dirty="0">
                          <a:latin typeface="Times New Roman"/>
                          <a:ea typeface="Times New Roman"/>
                          <a:cs typeface="Times New Roman"/>
                          <a:sym typeface="Times New Roman"/>
                        </a:rPr>
                        <a:t>. But still, it can come handy as a source of the deployment's version.</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i="1" u="none" strike="noStrike" cap="none" dirty="0">
                          <a:latin typeface="Times New Roman"/>
                          <a:ea typeface="Times New Roman"/>
                          <a:cs typeface="Times New Roman"/>
                          <a:sym typeface="Times New Roman"/>
                        </a:rPr>
                        <a:t>description</a:t>
                      </a:r>
                      <a:r>
                        <a:rPr lang="en-US" sz="1200" u="none" strike="noStrike" cap="none" dirty="0">
                          <a:latin typeface="Times New Roman"/>
                          <a:ea typeface="Times New Roman"/>
                          <a:cs typeface="Times New Roman"/>
                          <a:sym typeface="Times New Roman"/>
                        </a:rPr>
                        <a:t>: the project's description</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i="1" u="none" strike="noStrike" cap="none" dirty="0">
                          <a:latin typeface="Times New Roman"/>
                          <a:ea typeface="Times New Roman"/>
                          <a:cs typeface="Times New Roman"/>
                          <a:sym typeface="Times New Roman"/>
                        </a:rPr>
                        <a:t>license</a:t>
                      </a:r>
                      <a:r>
                        <a:rPr lang="en-US" sz="1200" u="none" strike="noStrike" cap="none" dirty="0">
                          <a:latin typeface="Times New Roman"/>
                          <a:ea typeface="Times New Roman"/>
                          <a:cs typeface="Times New Roman"/>
                          <a:sym typeface="Times New Roman"/>
                        </a:rPr>
                        <a:t>: the project's license</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9"/>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18" name="Google Shape;218;p2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9" name="Google Shape;219;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8</a:t>
            </a:fld>
            <a:endParaRPr/>
          </a:p>
        </p:txBody>
      </p:sp>
      <p:graphicFrame>
        <p:nvGraphicFramePr>
          <p:cNvPr id="220" name="Google Shape;220;p29"/>
          <p:cNvGraphicFramePr/>
          <p:nvPr>
            <p:extLst>
              <p:ext uri="{D42A27DB-BD31-4B8C-83A1-F6EECF244321}">
                <p14:modId xmlns:p14="http://schemas.microsoft.com/office/powerpoint/2010/main" val="1923503888"/>
              </p:ext>
            </p:extLst>
          </p:nvPr>
        </p:nvGraphicFramePr>
        <p:xfrm>
          <a:off x="1018000" y="1780493"/>
          <a:ext cx="10155975" cy="4781778"/>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831597">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b="1" u="none" strike="noStrike" cap="none" dirty="0" err="1">
                          <a:latin typeface="Times New Roman"/>
                          <a:ea typeface="Times New Roman"/>
                          <a:cs typeface="Times New Roman"/>
                          <a:sym typeface="Times New Roman"/>
                        </a:rPr>
                        <a:t>npm</a:t>
                      </a:r>
                      <a:r>
                        <a:rPr lang="en-US" sz="1200" b="1" u="none" strike="noStrike" cap="none" dirty="0">
                          <a:latin typeface="Times New Roman"/>
                          <a:ea typeface="Times New Roman"/>
                          <a:cs typeface="Times New Roman"/>
                          <a:sym typeface="Times New Roman"/>
                        </a:rPr>
                        <a:t> scripts:</a:t>
                      </a:r>
                      <a:endParaRPr sz="12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err="1">
                          <a:latin typeface="Times New Roman"/>
                          <a:ea typeface="Times New Roman"/>
                          <a:cs typeface="Times New Roman"/>
                          <a:sym typeface="Times New Roman"/>
                        </a:rPr>
                        <a:t>package.json</a:t>
                      </a:r>
                      <a:r>
                        <a:rPr lang="en-US" sz="1200" u="none" strike="noStrike" cap="none" dirty="0">
                          <a:latin typeface="Times New Roman"/>
                          <a:ea typeface="Times New Roman"/>
                          <a:cs typeface="Times New Roman"/>
                          <a:sym typeface="Times New Roman"/>
                        </a:rPr>
                        <a:t> also supports a scripts property that can be defined to run command-line tools that are installed in the project's local context.</a:t>
                      </a:r>
                      <a:endParaRPr sz="12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For example, the scripts portion of an </a:t>
                      </a:r>
                      <a:r>
                        <a:rPr lang="en-US" sz="1200" u="none" strike="noStrike" cap="none" dirty="0" err="1">
                          <a:latin typeface="Times New Roman"/>
                          <a:ea typeface="Times New Roman"/>
                          <a:cs typeface="Times New Roman"/>
                          <a:sym typeface="Times New Roman"/>
                        </a:rPr>
                        <a:t>npm</a:t>
                      </a:r>
                      <a:r>
                        <a:rPr lang="en-US" sz="1200" u="none" strike="noStrike" cap="none" dirty="0">
                          <a:latin typeface="Times New Roman"/>
                          <a:ea typeface="Times New Roman"/>
                          <a:cs typeface="Times New Roman"/>
                          <a:sym typeface="Times New Roman"/>
                        </a:rPr>
                        <a:t> project can look something like this:</a:t>
                      </a:r>
                      <a:endParaRPr sz="12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49486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"scripts"</a:t>
                      </a: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"build"</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"tsc"</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"format"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"prettier --write **/*.ts"</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"format-check"</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"prettier --check **/*.ts"</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"lint"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"eslint src/**/*.ts"</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"pack"</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"ncc build"</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"test"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"jest"</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"all"</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"npm run build &amp;&amp; npm run format &amp;&amp; npm run lint &amp;&amp; npm run pack &amp;&amp; npm test"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1455321">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with </a:t>
                      </a:r>
                      <a:r>
                        <a:rPr lang="en-US" sz="1200" u="none" strike="noStrike" cap="none" dirty="0" err="1">
                          <a:latin typeface="Times New Roman"/>
                          <a:ea typeface="Times New Roman"/>
                          <a:cs typeface="Times New Roman"/>
                          <a:sym typeface="Times New Roman"/>
                        </a:rPr>
                        <a:t>eslint</a:t>
                      </a:r>
                      <a:r>
                        <a:rPr lang="en-US" sz="1200" u="none" strike="noStrike" cap="none" dirty="0">
                          <a:latin typeface="Times New Roman"/>
                          <a:ea typeface="Times New Roman"/>
                          <a:cs typeface="Times New Roman"/>
                          <a:sym typeface="Times New Roman"/>
                        </a:rPr>
                        <a:t>, prettier, </a:t>
                      </a:r>
                      <a:r>
                        <a:rPr lang="en-US" sz="1200" u="none" strike="noStrike" cap="none" dirty="0" err="1">
                          <a:latin typeface="Times New Roman"/>
                          <a:ea typeface="Times New Roman"/>
                          <a:cs typeface="Times New Roman"/>
                          <a:sym typeface="Times New Roman"/>
                        </a:rPr>
                        <a:t>ncc</a:t>
                      </a:r>
                      <a:r>
                        <a:rPr lang="en-US" sz="1200" u="none" strike="noStrike" cap="none" dirty="0">
                          <a:latin typeface="Times New Roman"/>
                          <a:ea typeface="Times New Roman"/>
                          <a:cs typeface="Times New Roman"/>
                          <a:sym typeface="Times New Roman"/>
                        </a:rPr>
                        <a:t>, jest not necessarily installed as global executables but rather as local to your project inside </a:t>
                      </a:r>
                      <a:r>
                        <a:rPr lang="en-US" sz="1200" u="none" strike="noStrike" cap="none" dirty="0" err="1">
                          <a:latin typeface="Times New Roman"/>
                          <a:ea typeface="Times New Roman"/>
                          <a:cs typeface="Times New Roman"/>
                          <a:sym typeface="Times New Roman"/>
                        </a:rPr>
                        <a:t>node_modules</a:t>
                      </a:r>
                      <a:r>
                        <a:rPr lang="en-US" sz="1200" u="none" strike="noStrike" cap="none" dirty="0">
                          <a:latin typeface="Times New Roman"/>
                          <a:ea typeface="Times New Roman"/>
                          <a:cs typeface="Times New Roman"/>
                          <a:sym typeface="Times New Roman"/>
                        </a:rPr>
                        <a:t>/.bin/.</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 recent introduction of </a:t>
                      </a:r>
                      <a:r>
                        <a:rPr lang="en-US" sz="1200" u="none" strike="noStrike" cap="none" dirty="0" err="1">
                          <a:latin typeface="Times New Roman"/>
                          <a:ea typeface="Times New Roman"/>
                          <a:cs typeface="Times New Roman"/>
                          <a:sym typeface="Times New Roman"/>
                        </a:rPr>
                        <a:t>npx</a:t>
                      </a:r>
                      <a:r>
                        <a:rPr lang="en-US" sz="1200" u="none" strike="noStrike" cap="none" dirty="0">
                          <a:latin typeface="Times New Roman"/>
                          <a:ea typeface="Times New Roman"/>
                          <a:cs typeface="Times New Roman"/>
                          <a:sym typeface="Times New Roman"/>
                        </a:rPr>
                        <a:t> allows us to run these </a:t>
                      </a:r>
                      <a:r>
                        <a:rPr lang="en-US" sz="1200" u="none" strike="noStrike" cap="none" dirty="0" err="1">
                          <a:latin typeface="Times New Roman"/>
                          <a:ea typeface="Times New Roman"/>
                          <a:cs typeface="Times New Roman"/>
                          <a:sym typeface="Times New Roman"/>
                        </a:rPr>
                        <a:t>node_modules</a:t>
                      </a:r>
                      <a:r>
                        <a:rPr lang="en-US" sz="1200" u="none" strike="noStrike" cap="none" dirty="0">
                          <a:latin typeface="Times New Roman"/>
                          <a:ea typeface="Times New Roman"/>
                          <a:cs typeface="Times New Roman"/>
                          <a:sym typeface="Times New Roman"/>
                        </a:rPr>
                        <a:t> project-scoped commands just like a globally installed program by prefixing </a:t>
                      </a:r>
                      <a:r>
                        <a:rPr lang="en-US" sz="1200" u="none" strike="noStrike" cap="none" dirty="0" err="1">
                          <a:latin typeface="Times New Roman"/>
                          <a:ea typeface="Times New Roman"/>
                          <a:cs typeface="Times New Roman"/>
                          <a:sym typeface="Times New Roman"/>
                        </a:rPr>
                        <a:t>npx</a:t>
                      </a:r>
                      <a:r>
                        <a:rPr lang="en-US" sz="1200" u="none" strike="noStrike" cap="none" dirty="0">
                          <a:latin typeface="Times New Roman"/>
                          <a:ea typeface="Times New Roman"/>
                          <a:cs typeface="Times New Roman"/>
                          <a:sym typeface="Times New Roman"/>
                        </a:rPr>
                        <a:t> ... (i.e. </a:t>
                      </a:r>
                      <a:r>
                        <a:rPr lang="en-US" sz="1200" u="none" strike="noStrike" cap="none" dirty="0" err="1">
                          <a:latin typeface="Times New Roman"/>
                          <a:ea typeface="Times New Roman"/>
                          <a:cs typeface="Times New Roman"/>
                          <a:sym typeface="Times New Roman"/>
                        </a:rPr>
                        <a:t>npx</a:t>
                      </a:r>
                      <a:r>
                        <a:rPr lang="en-US" sz="1200" u="none" strike="noStrike" cap="none" dirty="0">
                          <a:latin typeface="Times New Roman"/>
                          <a:ea typeface="Times New Roman"/>
                          <a:cs typeface="Times New Roman"/>
                          <a:sym typeface="Times New Roman"/>
                        </a:rPr>
                        <a:t> prettier --write **/*.</a:t>
                      </a:r>
                      <a:r>
                        <a:rPr lang="en-US" sz="1200" u="none" strike="noStrike" cap="none" dirty="0" err="1">
                          <a:latin typeface="Times New Roman"/>
                          <a:ea typeface="Times New Roman"/>
                          <a:cs typeface="Times New Roman"/>
                          <a:sym typeface="Times New Roman"/>
                        </a:rPr>
                        <a:t>ts</a:t>
                      </a:r>
                      <a:r>
                        <a:rPr lang="en-US" sz="1200" u="none" strike="noStrike" cap="none" dirty="0">
                          <a:latin typeface="Times New Roman"/>
                          <a:ea typeface="Times New Roman"/>
                          <a:cs typeface="Times New Roman"/>
                          <a:sym typeface="Times New Roman"/>
                        </a:rPr>
                        <a:t>). </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b="1" u="none" strike="noStrike" cap="none" dirty="0">
                          <a:latin typeface="Times New Roman"/>
                          <a:ea typeface="Times New Roman"/>
                          <a:cs typeface="Times New Roman"/>
                          <a:sym typeface="Times New Roman"/>
                        </a:rPr>
                        <a:t>dependencies vs </a:t>
                      </a:r>
                      <a:r>
                        <a:rPr lang="en-US" sz="1200" b="1" u="none" strike="noStrike" cap="none" dirty="0" err="1">
                          <a:latin typeface="Times New Roman"/>
                          <a:ea typeface="Times New Roman"/>
                          <a:cs typeface="Times New Roman"/>
                          <a:sym typeface="Times New Roman"/>
                        </a:rPr>
                        <a:t>devDependencies</a:t>
                      </a:r>
                      <a:r>
                        <a:rPr lang="en-US" sz="1200" b="1" u="none" strike="noStrike" cap="none" dirty="0">
                          <a:latin typeface="Times New Roman"/>
                          <a:ea typeface="Times New Roman"/>
                          <a:cs typeface="Times New Roman"/>
                          <a:sym typeface="Times New Roman"/>
                        </a:rPr>
                        <a:t>:</a:t>
                      </a:r>
                      <a:endParaRPr sz="12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These two come in form of key-value objects with </a:t>
                      </a:r>
                      <a:r>
                        <a:rPr lang="en-US" sz="1200" u="none" strike="noStrike" cap="none" dirty="0" err="1">
                          <a:latin typeface="Times New Roman"/>
                          <a:ea typeface="Times New Roman"/>
                          <a:cs typeface="Times New Roman"/>
                          <a:sym typeface="Times New Roman"/>
                        </a:rPr>
                        <a:t>npm</a:t>
                      </a:r>
                      <a:r>
                        <a:rPr lang="en-US" sz="1200" u="none" strike="noStrike" cap="none" dirty="0">
                          <a:latin typeface="Times New Roman"/>
                          <a:ea typeface="Times New Roman"/>
                          <a:cs typeface="Times New Roman"/>
                          <a:sym typeface="Times New Roman"/>
                        </a:rPr>
                        <a:t> libraries' names as the key and their semantic-formatted versions as the value. This is an example from </a:t>
                      </a:r>
                      <a:r>
                        <a:rPr lang="en-US" sz="1200" u="none" strike="noStrike" cap="none" dirty="0" err="1">
                          <a:latin typeface="Times New Roman"/>
                          <a:ea typeface="Times New Roman"/>
                          <a:cs typeface="Times New Roman"/>
                          <a:sym typeface="Times New Roman"/>
                        </a:rPr>
                        <a:t>Github's</a:t>
                      </a:r>
                      <a:r>
                        <a:rPr lang="en-US" sz="1200" u="none" strike="noStrike" cap="none" dirty="0">
                          <a:latin typeface="Times New Roman"/>
                          <a:ea typeface="Times New Roman"/>
                          <a:cs typeface="Times New Roman"/>
                          <a:sym typeface="Times New Roman"/>
                        </a:rPr>
                        <a:t> TypeScript Action template.</a:t>
                      </a:r>
                      <a:endParaRPr sz="1200" u="none" strike="noStrike" cap="none" dirty="0">
                        <a:solidFill>
                          <a:srgbClr val="D4D4D4"/>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0"/>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26" name="Google Shape;226;p3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27" name="Google Shape;227;p3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9</a:t>
            </a:fld>
            <a:endParaRPr/>
          </a:p>
        </p:txBody>
      </p:sp>
      <p:graphicFrame>
        <p:nvGraphicFramePr>
          <p:cNvPr id="228" name="Google Shape;228;p30"/>
          <p:cNvGraphicFramePr/>
          <p:nvPr/>
        </p:nvGraphicFramePr>
        <p:xfrm>
          <a:off x="1018000" y="1987088"/>
          <a:ext cx="10155975" cy="4023330"/>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2581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"dependencies"</a:t>
                      </a: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"@actions/core"</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"^1.2.3"</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"@actions/github"</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"^2.1.1"</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"devDependencies"</a:t>
                      </a: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"@types/jest"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"^25.1.4"</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"@types/node"</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"^13.9.0"</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"@typescript-eslint/parser"</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"^2.22.0"</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"@zeit/ncc"</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"^0.21.1"</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"eslint"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"^6.8.0"</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"eslint-plugin-github"</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"^3.4.1"</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"eslint-plugin-jest"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"^23.8.2"</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"jest"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"^25.1.0"</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"jest-circus"</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"^25.1.0"</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"js-yaml"</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"^3.13.1"</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"prettier"</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"^1.19.1"</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"ts-jest"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"^25.2.1"</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"typescript"</a:t>
                      </a:r>
                      <a:r>
                        <a:rPr lang="en-US" sz="1200" u="none" strike="noStrike" cap="none">
                          <a:solidFill>
                            <a:srgbClr val="D4D4D4"/>
                          </a:solidFill>
                          <a:latin typeface="Arial"/>
                          <a:ea typeface="Arial"/>
                          <a:cs typeface="Arial"/>
                          <a:sym typeface="Arial"/>
                        </a:rPr>
                        <a:t>: </a:t>
                      </a:r>
                      <a:r>
                        <a:rPr lang="en-US" sz="1200" u="none" strike="noStrike" cap="none">
                          <a:solidFill>
                            <a:srgbClr val="CE9178"/>
                          </a:solidFill>
                          <a:latin typeface="Arial"/>
                          <a:ea typeface="Arial"/>
                          <a:cs typeface="Arial"/>
                          <a:sym typeface="Arial"/>
                        </a:rPr>
                        <a:t>"^3.8.3"</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1"/>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34" name="Google Shape;234;p3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35" name="Google Shape;235;p3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10</a:t>
            </a:fld>
            <a:endParaRPr/>
          </a:p>
        </p:txBody>
      </p:sp>
      <p:graphicFrame>
        <p:nvGraphicFramePr>
          <p:cNvPr id="236" name="Google Shape;236;p31"/>
          <p:cNvGraphicFramePr/>
          <p:nvPr>
            <p:extLst>
              <p:ext uri="{D42A27DB-BD31-4B8C-83A1-F6EECF244321}">
                <p14:modId xmlns:p14="http://schemas.microsoft.com/office/powerpoint/2010/main" val="2923115059"/>
              </p:ext>
            </p:extLst>
          </p:nvPr>
        </p:nvGraphicFramePr>
        <p:xfrm>
          <a:off x="1018000" y="1634106"/>
          <a:ext cx="10155975" cy="4663410"/>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4010552">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These dependencies are installed via the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install command with --save and --save-dev flags.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They're meant to be used for production and development/test environments respectively.</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b="1" u="none" strike="noStrike" cap="none" dirty="0">
                          <a:latin typeface="Times New Roman"/>
                          <a:ea typeface="Times New Roman"/>
                          <a:cs typeface="Times New Roman"/>
                          <a:sym typeface="Times New Roman"/>
                        </a:rPr>
                        <a:t>package-</a:t>
                      </a:r>
                      <a:r>
                        <a:rPr lang="en-US" sz="1400" b="1" u="none" strike="noStrike" cap="none" dirty="0" err="1">
                          <a:latin typeface="Times New Roman"/>
                          <a:ea typeface="Times New Roman"/>
                          <a:cs typeface="Times New Roman"/>
                          <a:sym typeface="Times New Roman"/>
                        </a:rPr>
                        <a:t>lock.json</a:t>
                      </a:r>
                      <a:r>
                        <a:rPr lang="en-US" sz="1400" b="1" u="none" strike="noStrike" cap="none" dirty="0">
                          <a:latin typeface="Times New Roman"/>
                          <a:ea typeface="Times New Roman"/>
                          <a:cs typeface="Times New Roman"/>
                          <a:sym typeface="Times New Roman"/>
                        </a:rPr>
                        <a:t>:</a:t>
                      </a:r>
                      <a:endParaRPr sz="14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This file describes the exact versions of the dependencies used in an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JavaScript project.</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If </a:t>
                      </a:r>
                      <a:r>
                        <a:rPr lang="en-US" sz="1400" u="none" strike="noStrike" cap="none" dirty="0" err="1">
                          <a:latin typeface="Times New Roman"/>
                          <a:ea typeface="Times New Roman"/>
                          <a:cs typeface="Times New Roman"/>
                          <a:sym typeface="Times New Roman"/>
                        </a:rPr>
                        <a:t>package.json</a:t>
                      </a:r>
                      <a:r>
                        <a:rPr lang="en-US" sz="1400" u="none" strike="noStrike" cap="none" dirty="0">
                          <a:latin typeface="Times New Roman"/>
                          <a:ea typeface="Times New Roman"/>
                          <a:cs typeface="Times New Roman"/>
                          <a:sym typeface="Times New Roman"/>
                        </a:rPr>
                        <a:t> is a generic descriptive label, package-</a:t>
                      </a:r>
                      <a:r>
                        <a:rPr lang="en-US" sz="1400" u="none" strike="noStrike" cap="none" dirty="0" err="1">
                          <a:latin typeface="Times New Roman"/>
                          <a:ea typeface="Times New Roman"/>
                          <a:cs typeface="Times New Roman"/>
                          <a:sym typeface="Times New Roman"/>
                        </a:rPr>
                        <a:t>lock.json</a:t>
                      </a:r>
                      <a:r>
                        <a:rPr lang="en-US" sz="1400" u="none" strike="noStrike" cap="none" dirty="0">
                          <a:latin typeface="Times New Roman"/>
                          <a:ea typeface="Times New Roman"/>
                          <a:cs typeface="Times New Roman"/>
                          <a:sym typeface="Times New Roman"/>
                        </a:rPr>
                        <a:t> is an ingredient table.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And just like how we don't usually read the ingredient table of a product (unless you are too bored or need to know), package-</a:t>
                      </a:r>
                      <a:r>
                        <a:rPr lang="en-US" sz="1400" u="none" strike="noStrike" cap="none" dirty="0" err="1">
                          <a:latin typeface="Times New Roman"/>
                          <a:ea typeface="Times New Roman"/>
                          <a:cs typeface="Times New Roman"/>
                          <a:sym typeface="Times New Roman"/>
                        </a:rPr>
                        <a:t>lock.json</a:t>
                      </a:r>
                      <a:r>
                        <a:rPr lang="en-US" sz="1400" u="none" strike="noStrike" cap="none" dirty="0">
                          <a:latin typeface="Times New Roman"/>
                          <a:ea typeface="Times New Roman"/>
                          <a:cs typeface="Times New Roman"/>
                          <a:sym typeface="Times New Roman"/>
                        </a:rPr>
                        <a:t> is not meant to be read line-by-line by developers (unless we're desperate to resolve "works in my machine" issues).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package-</a:t>
                      </a:r>
                      <a:r>
                        <a:rPr lang="en-US" sz="1400" u="none" strike="noStrike" cap="none" dirty="0" err="1">
                          <a:latin typeface="Times New Roman"/>
                          <a:ea typeface="Times New Roman"/>
                          <a:cs typeface="Times New Roman"/>
                          <a:sym typeface="Times New Roman"/>
                        </a:rPr>
                        <a:t>lock.json</a:t>
                      </a:r>
                      <a:r>
                        <a:rPr lang="en-US" sz="1400" u="none" strike="noStrike" cap="none" dirty="0">
                          <a:latin typeface="Times New Roman"/>
                          <a:ea typeface="Times New Roman"/>
                          <a:cs typeface="Times New Roman"/>
                          <a:sym typeface="Times New Roman"/>
                        </a:rPr>
                        <a:t> is usually generated by the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install command, and is also read by our NPM CLI tool to ensure reproduction of build environments for the project with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ci.</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b="1" u="none" strike="noStrike" cap="none" dirty="0" err="1">
                          <a:latin typeface="Times New Roman"/>
                          <a:ea typeface="Times New Roman"/>
                          <a:cs typeface="Times New Roman"/>
                          <a:sym typeface="Times New Roman"/>
                        </a:rPr>
                        <a:t>npm</a:t>
                      </a:r>
                      <a:r>
                        <a:rPr lang="en-US" sz="1400" b="1" u="none" strike="noStrike" cap="none" dirty="0">
                          <a:latin typeface="Times New Roman"/>
                          <a:ea typeface="Times New Roman"/>
                          <a:cs typeface="Times New Roman"/>
                          <a:sym typeface="Times New Roman"/>
                        </a:rPr>
                        <a:t> install:</a:t>
                      </a:r>
                      <a:endParaRPr sz="14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By default,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install &lt;package-name&gt; will install the latest version of a package with the ^ version sign.</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An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install within the context of an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project will download packages into the project's </a:t>
                      </a:r>
                      <a:r>
                        <a:rPr lang="en-US" sz="1400" u="none" strike="noStrike" cap="none" dirty="0" err="1">
                          <a:latin typeface="Times New Roman"/>
                          <a:ea typeface="Times New Roman"/>
                          <a:cs typeface="Times New Roman"/>
                          <a:sym typeface="Times New Roman"/>
                        </a:rPr>
                        <a:t>node_modules</a:t>
                      </a:r>
                      <a:r>
                        <a:rPr lang="en-US" sz="1400" u="none" strike="noStrike" cap="none" dirty="0">
                          <a:latin typeface="Times New Roman"/>
                          <a:ea typeface="Times New Roman"/>
                          <a:cs typeface="Times New Roman"/>
                          <a:sym typeface="Times New Roman"/>
                        </a:rPr>
                        <a:t> folder according to </a:t>
                      </a:r>
                      <a:r>
                        <a:rPr lang="en-US" sz="1400" u="none" strike="noStrike" cap="none" dirty="0" err="1">
                          <a:latin typeface="Times New Roman"/>
                          <a:ea typeface="Times New Roman"/>
                          <a:cs typeface="Times New Roman"/>
                          <a:sym typeface="Times New Roman"/>
                        </a:rPr>
                        <a:t>package.json</a:t>
                      </a:r>
                      <a:r>
                        <a:rPr lang="en-US" sz="1400" u="none" strike="noStrike" cap="none" dirty="0">
                          <a:latin typeface="Times New Roman"/>
                          <a:ea typeface="Times New Roman"/>
                          <a:cs typeface="Times New Roman"/>
                          <a:sym typeface="Times New Roman"/>
                        </a:rPr>
                        <a:t> specifications, upgrading the package version (and in turn regenerating package-</a:t>
                      </a:r>
                      <a:r>
                        <a:rPr lang="en-US" sz="1400" u="none" strike="noStrike" cap="none" dirty="0" err="1">
                          <a:latin typeface="Times New Roman"/>
                          <a:ea typeface="Times New Roman"/>
                          <a:cs typeface="Times New Roman"/>
                          <a:sym typeface="Times New Roman"/>
                        </a:rPr>
                        <a:t>lock.json</a:t>
                      </a:r>
                      <a:r>
                        <a:rPr lang="en-US" sz="1400" u="none" strike="noStrike" cap="none" dirty="0">
                          <a:latin typeface="Times New Roman"/>
                          <a:ea typeface="Times New Roman"/>
                          <a:cs typeface="Times New Roman"/>
                          <a:sym typeface="Times New Roman"/>
                        </a:rPr>
                        <a:t>) wherever it can based on ^ and ~ version matching.</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can specify a global flag -g if you want to install a package in the global context which you can use anywhere across your machine (this is common for command-line tooling packages like live-server).</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has made installing JavaScript packages so easy that this command is often used incorrectly. This is where the --</a:t>
                      </a:r>
                      <a:r>
                        <a:rPr lang="en-US" sz="1400" i="1" u="none" strike="noStrike" cap="none" dirty="0">
                          <a:latin typeface="Times New Roman"/>
                          <a:ea typeface="Times New Roman"/>
                          <a:cs typeface="Times New Roman"/>
                          <a:sym typeface="Times New Roman"/>
                        </a:rPr>
                        <a:t>production</a:t>
                      </a:r>
                      <a:r>
                        <a:rPr lang="en-US" sz="1400" u="none" strike="noStrike" cap="none" dirty="0">
                          <a:latin typeface="Times New Roman"/>
                          <a:ea typeface="Times New Roman"/>
                          <a:cs typeface="Times New Roman"/>
                          <a:sym typeface="Times New Roman"/>
                        </a:rPr>
                        <a:t> flag comes to the rescue.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This --production flag is how the differences in </a:t>
                      </a:r>
                      <a:r>
                        <a:rPr lang="en-US" sz="1400" u="none" strike="noStrike" cap="none" dirty="0" err="1">
                          <a:latin typeface="Times New Roman"/>
                          <a:ea typeface="Times New Roman"/>
                          <a:cs typeface="Times New Roman"/>
                          <a:sym typeface="Times New Roman"/>
                        </a:rPr>
                        <a:t>node_modules</a:t>
                      </a:r>
                      <a:r>
                        <a:rPr lang="en-US" sz="1400" u="none" strike="noStrike" cap="none" dirty="0">
                          <a:latin typeface="Times New Roman"/>
                          <a:ea typeface="Times New Roman"/>
                          <a:cs typeface="Times New Roman"/>
                          <a:sym typeface="Times New Roman"/>
                        </a:rPr>
                        <a:t> are made.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By attaching this flag to the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install command, we will only install packages from dependencies, thus drastically reducing the size of our </a:t>
                      </a:r>
                      <a:r>
                        <a:rPr lang="en-US" sz="1400" u="none" strike="noStrike" cap="none" dirty="0" err="1">
                          <a:latin typeface="Times New Roman"/>
                          <a:ea typeface="Times New Roman"/>
                          <a:cs typeface="Times New Roman"/>
                          <a:sym typeface="Times New Roman"/>
                        </a:rPr>
                        <a:t>node_modules</a:t>
                      </a:r>
                      <a:r>
                        <a:rPr lang="en-US" sz="1400" u="none" strike="noStrike" cap="none" dirty="0">
                          <a:latin typeface="Times New Roman"/>
                          <a:ea typeface="Times New Roman"/>
                          <a:cs typeface="Times New Roman"/>
                          <a:sym typeface="Times New Roman"/>
                        </a:rPr>
                        <a:t> to whatever is absolutely necessary for our applications to be up and running.</a:t>
                      </a:r>
                      <a:endParaRPr sz="1400" u="none" strike="noStrike" cap="none" dirty="0">
                        <a:solidFill>
                          <a:srgbClr val="D4D4D4"/>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2"/>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42" name="Google Shape;242;p3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43" name="Google Shape;243;p3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11</a:t>
            </a:fld>
            <a:endParaRPr/>
          </a:p>
        </p:txBody>
      </p:sp>
      <p:graphicFrame>
        <p:nvGraphicFramePr>
          <p:cNvPr id="244" name="Google Shape;244;p32"/>
          <p:cNvGraphicFramePr/>
          <p:nvPr>
            <p:extLst>
              <p:ext uri="{D42A27DB-BD31-4B8C-83A1-F6EECF244321}">
                <p14:modId xmlns:p14="http://schemas.microsoft.com/office/powerpoint/2010/main" val="642749585"/>
              </p:ext>
            </p:extLst>
          </p:nvPr>
        </p:nvGraphicFramePr>
        <p:xfrm>
          <a:off x="1018000" y="1634107"/>
          <a:ext cx="10155975" cy="5016392"/>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5016392">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b="1" u="none" strike="noStrike" cap="none" dirty="0" err="1">
                          <a:latin typeface="Times New Roman"/>
                          <a:ea typeface="Times New Roman"/>
                          <a:cs typeface="Times New Roman"/>
                          <a:sym typeface="Times New Roman"/>
                        </a:rPr>
                        <a:t>npm</a:t>
                      </a:r>
                      <a:r>
                        <a:rPr lang="en-US" sz="1400" b="1" u="none" strike="noStrike" cap="none" dirty="0">
                          <a:latin typeface="Times New Roman"/>
                          <a:ea typeface="Times New Roman"/>
                          <a:cs typeface="Times New Roman"/>
                          <a:sym typeface="Times New Roman"/>
                        </a:rPr>
                        <a:t> ci:</a:t>
                      </a:r>
                      <a:endParaRPr sz="14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Just like how if package-</a:t>
                      </a:r>
                      <a:r>
                        <a:rPr lang="en-US" sz="1400" u="none" strike="noStrike" cap="none" dirty="0" err="1">
                          <a:latin typeface="Times New Roman"/>
                          <a:ea typeface="Times New Roman"/>
                          <a:cs typeface="Times New Roman"/>
                          <a:sym typeface="Times New Roman"/>
                        </a:rPr>
                        <a:t>lock.json</a:t>
                      </a:r>
                      <a:r>
                        <a:rPr lang="en-US" sz="1400" u="none" strike="noStrike" cap="none" dirty="0">
                          <a:latin typeface="Times New Roman"/>
                          <a:ea typeface="Times New Roman"/>
                          <a:cs typeface="Times New Roman"/>
                          <a:sym typeface="Times New Roman"/>
                        </a:rPr>
                        <a:t> doesn't already exist in the project it's generated whenever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install is called,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ci consumes this file to download the exact version of each individual package that the project depends on.</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This is how we can make sure that the our project's context stays exactly the same across different machines, whether it's our laptops used for development or CI (Continuous Integration) build environments like </a:t>
                      </a:r>
                      <a:r>
                        <a:rPr lang="en-US" sz="1400" u="none" strike="noStrike" cap="none" dirty="0" err="1">
                          <a:latin typeface="Times New Roman"/>
                          <a:ea typeface="Times New Roman"/>
                          <a:cs typeface="Times New Roman"/>
                          <a:sym typeface="Times New Roman"/>
                        </a:rPr>
                        <a:t>Github</a:t>
                      </a:r>
                      <a:r>
                        <a:rPr lang="en-US" sz="1400" u="none" strike="noStrike" cap="none" dirty="0">
                          <a:latin typeface="Times New Roman"/>
                          <a:ea typeface="Times New Roman"/>
                          <a:cs typeface="Times New Roman"/>
                          <a:sym typeface="Times New Roman"/>
                        </a:rPr>
                        <a:t> Actions</a:t>
                      </a:r>
                      <a:r>
                        <a:rPr lang="en-US" sz="1400" u="none" strike="noStrike" cap="none" dirty="0" smtClean="0">
                          <a:latin typeface="Times New Roman"/>
                          <a:ea typeface="Times New Roman"/>
                          <a:cs typeface="Times New Roman"/>
                          <a:sym typeface="Times New Roman"/>
                        </a:rPr>
                        <a:t>.</a:t>
                      </a:r>
                    </a:p>
                    <a:p>
                      <a:pPr marL="457200" marR="0" lvl="0" indent="-304800" algn="l" rtl="0">
                        <a:lnSpc>
                          <a:spcPct val="100000"/>
                        </a:lnSpc>
                        <a:spcBef>
                          <a:spcPts val="0"/>
                        </a:spcBef>
                        <a:spcAft>
                          <a:spcPts val="0"/>
                        </a:spcAft>
                        <a:buClr>
                          <a:srgbClr val="000000"/>
                        </a:buClr>
                        <a:buSzPts val="1200"/>
                        <a:buFont typeface="Noto Sans Symbols"/>
                        <a:buChar char="●"/>
                      </a:pPr>
                      <a:endParaRPr lang="en-US" sz="1400" u="none" strike="noStrike" cap="none" dirty="0" smtClean="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endParaRPr lang="en-US" sz="1400" u="none" strike="noStrike" cap="none" dirty="0" smtClean="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endParaRPr lang="en-US" sz="1400" u="none" strike="noStrike" cap="none" dirty="0" smtClean="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b="1" u="none" strike="noStrike" cap="none" dirty="0" err="1">
                          <a:latin typeface="Times New Roman"/>
                          <a:ea typeface="Times New Roman"/>
                          <a:cs typeface="Times New Roman"/>
                          <a:sym typeface="Times New Roman"/>
                        </a:rPr>
                        <a:t>npm</a:t>
                      </a:r>
                      <a:r>
                        <a:rPr lang="en-US" sz="1400" b="1" u="none" strike="noStrike" cap="none" dirty="0">
                          <a:latin typeface="Times New Roman"/>
                          <a:ea typeface="Times New Roman"/>
                          <a:cs typeface="Times New Roman"/>
                          <a:sym typeface="Times New Roman"/>
                        </a:rPr>
                        <a:t> audit</a:t>
                      </a:r>
                      <a:endParaRPr sz="14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With the humongous number of packages that have been published and can easily be installed,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packages are susceptible to bad authors with malicious intentions.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err="1">
                          <a:latin typeface="Times New Roman"/>
                          <a:ea typeface="Times New Roman"/>
                          <a:cs typeface="Times New Roman"/>
                          <a:sym typeface="Times New Roman"/>
                        </a:rPr>
                        <a:t>Realising</a:t>
                      </a:r>
                      <a:r>
                        <a:rPr lang="en-US" sz="1400" u="none" strike="noStrike" cap="none" dirty="0">
                          <a:latin typeface="Times New Roman"/>
                          <a:ea typeface="Times New Roman"/>
                          <a:cs typeface="Times New Roman"/>
                          <a:sym typeface="Times New Roman"/>
                        </a:rPr>
                        <a:t> that there was an issue in the ecosystem, the npm.js </a:t>
                      </a:r>
                      <a:r>
                        <a:rPr lang="en-US" sz="1400" u="none" strike="noStrike" cap="none" dirty="0" err="1">
                          <a:latin typeface="Times New Roman"/>
                          <a:ea typeface="Times New Roman"/>
                          <a:cs typeface="Times New Roman"/>
                          <a:sym typeface="Times New Roman"/>
                        </a:rPr>
                        <a:t>organisation</a:t>
                      </a:r>
                      <a:r>
                        <a:rPr lang="en-US" sz="1400" u="none" strike="noStrike" cap="none" dirty="0">
                          <a:latin typeface="Times New Roman"/>
                          <a:ea typeface="Times New Roman"/>
                          <a:cs typeface="Times New Roman"/>
                          <a:sym typeface="Times New Roman"/>
                        </a:rPr>
                        <a:t> came up with the idea of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audit.</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They maintain a list of security loopholes that developers can audit their dependencies against using the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audit command.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If the remediations are available in the next non-breaking version upgrades, </a:t>
                      </a:r>
                      <a:r>
                        <a:rPr lang="en-US" sz="1400" u="none" strike="noStrike" cap="none" dirty="0" err="1">
                          <a:latin typeface="Times New Roman"/>
                          <a:ea typeface="Times New Roman"/>
                          <a:cs typeface="Times New Roman"/>
                          <a:sym typeface="Times New Roman"/>
                        </a:rPr>
                        <a:t>npm</a:t>
                      </a:r>
                      <a:r>
                        <a:rPr lang="en-US" sz="1400" u="none" strike="noStrike" cap="none" dirty="0">
                          <a:latin typeface="Times New Roman"/>
                          <a:ea typeface="Times New Roman"/>
                          <a:cs typeface="Times New Roman"/>
                          <a:sym typeface="Times New Roman"/>
                        </a:rPr>
                        <a:t> audit fix can be used to upgrade the </a:t>
                      </a:r>
                      <a:r>
                        <a:rPr lang="en-US" sz="1400" u="none" strike="noStrike" cap="none" dirty="0" smtClean="0">
                          <a:latin typeface="Times New Roman"/>
                          <a:ea typeface="Times New Roman"/>
                          <a:cs typeface="Times New Roman"/>
                          <a:sym typeface="Times New Roman"/>
                        </a:rPr>
                        <a:t>affected</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4"/>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59" name="Google Shape;259;p3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60" name="Google Shape;260;p3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12</a:t>
            </a:fld>
            <a:endParaRPr/>
          </a:p>
        </p:txBody>
      </p:sp>
      <p:graphicFrame>
        <p:nvGraphicFramePr>
          <p:cNvPr id="261" name="Google Shape;261;p34"/>
          <p:cNvGraphicFramePr/>
          <p:nvPr>
            <p:extLst>
              <p:ext uri="{D42A27DB-BD31-4B8C-83A1-F6EECF244321}">
                <p14:modId xmlns:p14="http://schemas.microsoft.com/office/powerpoint/2010/main" val="486459946"/>
              </p:ext>
            </p:extLst>
          </p:nvPr>
        </p:nvGraphicFramePr>
        <p:xfrm>
          <a:off x="1018000" y="1780493"/>
          <a:ext cx="10155975" cy="2523045"/>
        </p:xfrm>
        <a:graphic>
          <a:graphicData uri="http://schemas.openxmlformats.org/drawingml/2006/table">
            <a:tbl>
              <a:tblPr>
                <a:noFill/>
                <a:tableStyleId>{4F199DF3-BE8C-4084-B2FE-2A5AAD3C111F}</a:tableStyleId>
              </a:tblPr>
              <a:tblGrid>
                <a:gridCol w="10155975">
                  <a:extLst>
                    <a:ext uri="{9D8B030D-6E8A-4147-A177-3AD203B41FA5}">
                      <a16:colId xmlns:a16="http://schemas.microsoft.com/office/drawing/2014/main" val="20000"/>
                    </a:ext>
                  </a:extLst>
                </a:gridCol>
              </a:tblGrid>
              <a:tr h="2523045">
                <a:tc>
                  <a:txBody>
                    <a:bodyPr/>
                    <a:lstStyle/>
                    <a:p>
                      <a:pPr marL="0" marR="0" lvl="0" indent="0" algn="l" rtl="0">
                        <a:lnSpc>
                          <a:spcPct val="100000"/>
                        </a:lnSpc>
                        <a:spcBef>
                          <a:spcPts val="0"/>
                        </a:spcBef>
                        <a:spcAft>
                          <a:spcPts val="0"/>
                        </a:spcAft>
                        <a:buClr>
                          <a:srgbClr val="000000"/>
                        </a:buClr>
                        <a:buSzPts val="1200"/>
                        <a:buFont typeface="Arial"/>
                        <a:buNone/>
                      </a:pPr>
                      <a:r>
                        <a:rPr lang="en-US" sz="1400" b="1" u="sng" strike="noStrike" cap="none" dirty="0" smtClean="0">
                          <a:latin typeface="Times New Roman"/>
                          <a:ea typeface="Times New Roman"/>
                          <a:cs typeface="Times New Roman"/>
                          <a:sym typeface="Times New Roman"/>
                        </a:rPr>
                        <a:t>Node.js </a:t>
                      </a:r>
                      <a:r>
                        <a:rPr lang="en-US" sz="1400" b="1" u="sng" strike="noStrike" cap="none" dirty="0">
                          <a:latin typeface="Times New Roman"/>
                          <a:ea typeface="Times New Roman"/>
                          <a:cs typeface="Times New Roman"/>
                          <a:sym typeface="Times New Roman"/>
                        </a:rPr>
                        <a:t>Model:</a:t>
                      </a:r>
                      <a:endParaRPr sz="14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In the traditional web server model, each request is handled by a dedicated thread from the thread pool.</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If no thread is available in the thread pool at any point of time then the request waits till the next available thread.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Dedicated thread executes a particular request and does not return to thread pool until it completes the execution and returns a response.</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4" name="Google Shape;262;p34"/>
          <p:cNvPicPr preferRelativeResize="0"/>
          <p:nvPr/>
        </p:nvPicPr>
        <p:blipFill rotWithShape="1">
          <a:blip r:embed="rId2">
            <a:alphaModFix/>
          </a:blip>
          <a:srcRect/>
          <a:stretch/>
        </p:blipFill>
        <p:spPr>
          <a:xfrm>
            <a:off x="1475241" y="2519880"/>
            <a:ext cx="9134488" cy="4042285"/>
          </a:xfrm>
          <a:prstGeom prst="rect">
            <a:avLst/>
          </a:prstGeom>
          <a:noFill/>
          <a:ln>
            <a:noFill/>
          </a:ln>
        </p:spPr>
      </p:pic>
    </p:spTree>
    <p:extLst>
      <p:ext uri="{BB962C8B-B14F-4D97-AF65-F5344CB8AC3E}">
        <p14:creationId xmlns:p14="http://schemas.microsoft.com/office/powerpoint/2010/main" val="16859250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5"/>
          <p:cNvSpPr txBox="1">
            <a:spLocks noGrp="1"/>
          </p:cNvSpPr>
          <p:nvPr>
            <p:ph type="title"/>
          </p:nvPr>
        </p:nvSpPr>
        <p:spPr>
          <a:xfrm>
            <a:off x="1066788" y="10128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68" name="Google Shape;268;p3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69" name="Google Shape;269;p3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14</a:t>
            </a:fld>
            <a:endParaRPr/>
          </a:p>
        </p:txBody>
      </p:sp>
      <p:graphicFrame>
        <p:nvGraphicFramePr>
          <p:cNvPr id="270" name="Google Shape;270;p35"/>
          <p:cNvGraphicFramePr/>
          <p:nvPr>
            <p:extLst>
              <p:ext uri="{D42A27DB-BD31-4B8C-83A1-F6EECF244321}">
                <p14:modId xmlns:p14="http://schemas.microsoft.com/office/powerpoint/2010/main" val="3070509268"/>
              </p:ext>
            </p:extLst>
          </p:nvPr>
        </p:nvGraphicFramePr>
        <p:xfrm>
          <a:off x="1066788" y="1722394"/>
          <a:ext cx="6754400" cy="4754850"/>
        </p:xfrm>
        <a:graphic>
          <a:graphicData uri="http://schemas.openxmlformats.org/drawingml/2006/table">
            <a:tbl>
              <a:tblPr>
                <a:noFill/>
                <a:tableStyleId>{4F199DF3-BE8C-4084-B2FE-2A5AAD3C111F}</a:tableStyleId>
              </a:tblPr>
              <a:tblGrid>
                <a:gridCol w="6754400">
                  <a:extLst>
                    <a:ext uri="{9D8B030D-6E8A-4147-A177-3AD203B41FA5}">
                      <a16:colId xmlns:a16="http://schemas.microsoft.com/office/drawing/2014/main" val="20000"/>
                    </a:ext>
                  </a:extLst>
                </a:gridCol>
              </a:tblGrid>
              <a:tr h="23774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Node.js processes user requests differently when compared to a traditional web server model.</a:t>
                      </a:r>
                      <a:endParaRPr sz="15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Node.js runs in a single process and the application code runs in a single thread and thereby needs less resources than other platforms.</a:t>
                      </a:r>
                      <a:endParaRPr sz="15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All the user requests to your web application will be handled by a single thread and all the I/O work or long running job is performed asynchronously for a particular request.</a:t>
                      </a:r>
                      <a:endParaRPr sz="15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So, this single thread doesn't have to wait for the request to complete and is free to handle the next request. When asynchronous I/O work completes then it processes the request further and sends the response.</a:t>
                      </a:r>
                      <a:endParaRPr sz="15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An event loop is constantly watching for the events to be raised for an asynchronous job and executing callback function when the job completes.</a:t>
                      </a:r>
                      <a:endParaRPr sz="15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Internally, Node.js uses </a:t>
                      </a:r>
                      <a:r>
                        <a:rPr lang="en-US" sz="1500" u="none" strike="noStrike" cap="none" dirty="0" err="1">
                          <a:latin typeface="Times New Roman"/>
                          <a:ea typeface="Times New Roman"/>
                          <a:cs typeface="Times New Roman"/>
                          <a:sym typeface="Times New Roman"/>
                        </a:rPr>
                        <a:t>libev</a:t>
                      </a:r>
                      <a:r>
                        <a:rPr lang="en-US" sz="1500" u="none" strike="noStrike" cap="none" dirty="0">
                          <a:latin typeface="Times New Roman"/>
                          <a:ea typeface="Times New Roman"/>
                          <a:cs typeface="Times New Roman"/>
                          <a:sym typeface="Times New Roman"/>
                        </a:rPr>
                        <a:t> for the event loop which in turn uses internal C++ thread pool to provide asynchronous I/O.</a:t>
                      </a:r>
                      <a:endParaRPr sz="15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The following figure illustrates asynchronous web server model using Node.js.</a:t>
                      </a:r>
                      <a:endParaRPr sz="15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Node.js process model increases the performance and scalability with a few caveats.</a:t>
                      </a:r>
                      <a:endParaRPr sz="15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500" u="none" strike="noStrike" cap="none" dirty="0">
                          <a:latin typeface="Times New Roman"/>
                          <a:ea typeface="Times New Roman"/>
                          <a:cs typeface="Times New Roman"/>
                          <a:sym typeface="Times New Roman"/>
                        </a:rPr>
                        <a:t>Node.js is not fit for an application which performs CPU-intensive operations like image processing or other heavy computation work because it takes time to process a request and thereby blocks the single thread.</a:t>
                      </a:r>
                      <a:endParaRPr sz="15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4" name="Google Shape;271;p35"/>
          <p:cNvPicPr preferRelativeResize="0"/>
          <p:nvPr/>
        </p:nvPicPr>
        <p:blipFill rotWithShape="1">
          <a:blip r:embed="rId2">
            <a:alphaModFix/>
          </a:blip>
          <a:srcRect/>
          <a:stretch/>
        </p:blipFill>
        <p:spPr>
          <a:xfrm>
            <a:off x="1141161" y="1409495"/>
            <a:ext cx="9320652" cy="4749258"/>
          </a:xfrm>
          <a:prstGeom prst="rect">
            <a:avLst/>
          </a:prstGeom>
          <a:noFill/>
          <a:ln>
            <a:noFill/>
          </a:ln>
        </p:spPr>
      </p:pic>
    </p:spTree>
    <p:extLst>
      <p:ext uri="{BB962C8B-B14F-4D97-AF65-F5344CB8AC3E}">
        <p14:creationId xmlns:p14="http://schemas.microsoft.com/office/powerpoint/2010/main" val="32769567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0"/>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marR="0" lvl="0" indent="0" algn="l" rtl="0">
              <a:lnSpc>
                <a:spcPct val="85000"/>
              </a:lnSpc>
              <a:spcBef>
                <a:spcPts val="0"/>
              </a:spcBef>
              <a:spcAft>
                <a:spcPts val="0"/>
              </a:spcAft>
              <a:buClr>
                <a:srgbClr val="FFFFFF"/>
              </a:buClr>
              <a:buSzPts val="7200"/>
              <a:buFont typeface="Arial"/>
              <a:buNone/>
            </a:pPr>
            <a:r>
              <a:rPr lang="en-US" sz="2900" dirty="0" smtClean="0"/>
              <a:t>Node.js Fundamentals</a:t>
            </a:r>
            <a:endParaRPr sz="2900" dirty="0"/>
          </a:p>
        </p:txBody>
      </p:sp>
      <p:sp>
        <p:nvSpPr>
          <p:cNvPr id="150" name="Google Shape;150;p20"/>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n-US"/>
              <a:t>MEAN/MERN STACK</a:t>
            </a:r>
            <a:endParaRPr/>
          </a:p>
        </p:txBody>
      </p:sp>
    </p:spTree>
    <p:extLst>
      <p:ext uri="{BB962C8B-B14F-4D97-AF65-F5344CB8AC3E}">
        <p14:creationId xmlns:p14="http://schemas.microsoft.com/office/powerpoint/2010/main" val="11609548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a:t>Learning Objectives:</a:t>
            </a:r>
            <a:endParaRPr/>
          </a:p>
        </p:txBody>
      </p:sp>
      <p:sp>
        <p:nvSpPr>
          <p:cNvPr id="163" name="Google Shape;163;p22"/>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1400"/>
              </a:spcBef>
              <a:spcAft>
                <a:spcPts val="0"/>
              </a:spcAft>
              <a:buSzPts val="1800"/>
              <a:buNone/>
            </a:pPr>
            <a:endParaRPr/>
          </a:p>
          <a:p>
            <a:pPr marL="384048" lvl="1" indent="-144780" algn="l" rtl="0">
              <a:lnSpc>
                <a:spcPct val="100000"/>
              </a:lnSpc>
              <a:spcBef>
                <a:spcPts val="0"/>
              </a:spcBef>
              <a:spcAft>
                <a:spcPts val="0"/>
              </a:spcAft>
              <a:buClr>
                <a:srgbClr val="000000"/>
              </a:buClr>
              <a:buSzPts val="1200"/>
              <a:buFont typeface="Times New Roman"/>
              <a:buChar char="►"/>
            </a:pPr>
            <a:r>
              <a:rPr lang="en-US" sz="2000"/>
              <a:t>Using Node.js Console Module</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Understanding Event Loop in Node.js</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What is callback? Why it is used?</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How we use Global Objects</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How utility objects are used and how are they helpful? </a:t>
            </a:r>
            <a:endParaRPr sz="2000"/>
          </a:p>
          <a:p>
            <a:pPr marL="914400" lvl="0" indent="0" algn="l" rtl="0">
              <a:lnSpc>
                <a:spcPct val="100000"/>
              </a:lnSpc>
              <a:spcBef>
                <a:spcPts val="0"/>
              </a:spcBef>
              <a:spcAft>
                <a:spcPts val="0"/>
              </a:spcAft>
              <a:buSzPts val="1800"/>
              <a:buNone/>
            </a:pPr>
            <a:endParaRPr sz="2000"/>
          </a:p>
          <a:p>
            <a:pPr marL="0" lvl="0" indent="0" algn="l" rtl="0">
              <a:lnSpc>
                <a:spcPct val="100000"/>
              </a:lnSpc>
              <a:spcBef>
                <a:spcPts val="0"/>
              </a:spcBef>
              <a:spcAft>
                <a:spcPts val="0"/>
              </a:spcAft>
              <a:buSzPts val="1800"/>
              <a:buNone/>
            </a:pPr>
            <a:endParaRPr sz="2000"/>
          </a:p>
          <a:p>
            <a:pPr marL="914400" lvl="0" indent="0" algn="l" rtl="0">
              <a:lnSpc>
                <a:spcPct val="100000"/>
              </a:lnSpc>
              <a:spcBef>
                <a:spcPts val="0"/>
              </a:spcBef>
              <a:spcAft>
                <a:spcPts val="0"/>
              </a:spcAft>
              <a:buSzPts val="1800"/>
              <a:buNone/>
            </a:pPr>
            <a:endParaRPr sz="2000"/>
          </a:p>
          <a:p>
            <a:pPr marL="384048" lvl="0" indent="0" algn="l" rtl="0">
              <a:lnSpc>
                <a:spcPct val="100000"/>
              </a:lnSpc>
              <a:spcBef>
                <a:spcPts val="0"/>
              </a:spcBef>
              <a:spcAft>
                <a:spcPts val="0"/>
              </a:spcAft>
              <a:buSzPts val="1800"/>
              <a:buNone/>
            </a:pPr>
            <a:endParaRPr sz="2000"/>
          </a:p>
          <a:p>
            <a:pPr marL="384048" lvl="0" indent="0" algn="l" rtl="0">
              <a:lnSpc>
                <a:spcPct val="100000"/>
              </a:lnSpc>
              <a:spcBef>
                <a:spcPts val="0"/>
              </a:spcBef>
              <a:spcAft>
                <a:spcPts val="0"/>
              </a:spcAft>
              <a:buSzPts val="1800"/>
              <a:buNone/>
            </a:pPr>
            <a:endParaRPr sz="2000"/>
          </a:p>
        </p:txBody>
      </p:sp>
      <p:sp>
        <p:nvSpPr>
          <p:cNvPr id="164" name="Google Shape;164;p2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165" name="Google Shape;165;p2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17</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69365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txBox="1">
            <a:spLocks noGrp="1"/>
          </p:cNvSpPr>
          <p:nvPr>
            <p:ph type="title"/>
          </p:nvPr>
        </p:nvSpPr>
        <p:spPr>
          <a:xfrm>
            <a:off x="1018013" y="8640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178" name="Google Shape;178;p2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179" name="Google Shape;179;p2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18</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180" name="Google Shape;180;p24"/>
          <p:cNvGraphicFramePr/>
          <p:nvPr/>
        </p:nvGraphicFramePr>
        <p:xfrm>
          <a:off x="969213" y="1485351"/>
          <a:ext cx="10155975" cy="531236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16186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Node.js Console:</a:t>
                      </a:r>
                      <a:endParaRPr sz="1200" u="sng"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Node.js provides a console module which provides tons of very useful ways to interact with the command line.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Node.js console module is a global object that provides a simple debugging console similar to JavaScript to display different levels of message.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It is basically the same as the console object you find in the browser.</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It is provided by web browsers. The console module contains two components:</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b="1" u="none" strike="noStrike" cap="none">
                          <a:latin typeface="Times New Roman"/>
                          <a:ea typeface="Times New Roman"/>
                          <a:cs typeface="Times New Roman"/>
                          <a:sym typeface="Times New Roman"/>
                        </a:rPr>
                        <a:t>Console class</a:t>
                      </a:r>
                      <a:r>
                        <a:rPr lang="en-US" sz="1200" u="none" strike="noStrike" cap="none">
                          <a:latin typeface="Times New Roman"/>
                          <a:ea typeface="Times New Roman"/>
                          <a:cs typeface="Times New Roman"/>
                          <a:sym typeface="Times New Roman"/>
                        </a:rPr>
                        <a:t>: The console class methods are console.log(), console.error() and console.warn() to display Node.js stream.</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b="1" u="none" strike="noStrike" cap="none">
                          <a:latin typeface="Times New Roman"/>
                          <a:ea typeface="Times New Roman"/>
                          <a:cs typeface="Times New Roman"/>
                          <a:sym typeface="Times New Roman"/>
                        </a:rPr>
                        <a:t>global console</a:t>
                      </a:r>
                      <a:r>
                        <a:rPr lang="en-US" sz="1200" u="none" strike="noStrike" cap="none">
                          <a:latin typeface="Times New Roman"/>
                          <a:ea typeface="Times New Roman"/>
                          <a:cs typeface="Times New Roman"/>
                          <a:sym typeface="Times New Roman"/>
                        </a:rPr>
                        <a:t>: It is used without calling require(‘console’).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200" u="none" strike="noStrike" cap="none">
                          <a:latin typeface="Times New Roman"/>
                          <a:ea typeface="Times New Roman"/>
                          <a:cs typeface="Times New Roman"/>
                          <a:sym typeface="Times New Roman"/>
                        </a:rPr>
                        <a:t>The most basic and most used method is console.log(), which prints the string you pass to it to the console.</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740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569CD6"/>
                          </a:solidFill>
                          <a:latin typeface="Arial"/>
                          <a:ea typeface="Arial"/>
                          <a:cs typeface="Arial"/>
                          <a:sym typeface="Arial"/>
                        </a:rPr>
                        <a:t>const</a:t>
                      </a: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x</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CE9178"/>
                          </a:solidFill>
                          <a:latin typeface="Arial"/>
                          <a:ea typeface="Arial"/>
                          <a:cs typeface="Arial"/>
                          <a:sym typeface="Arial"/>
                        </a:rPr>
                        <a:t>'x'</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569CD6"/>
                          </a:solidFill>
                          <a:latin typeface="Arial"/>
                          <a:ea typeface="Arial"/>
                          <a:cs typeface="Arial"/>
                          <a:sym typeface="Arial"/>
                        </a:rPr>
                        <a:t>const</a:t>
                      </a: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y</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CE9178"/>
                          </a:solidFill>
                          <a:latin typeface="Arial"/>
                          <a:ea typeface="Arial"/>
                          <a:cs typeface="Arial"/>
                          <a:sym typeface="Arial"/>
                        </a:rPr>
                        <a:t>'y'</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9CDCFE"/>
                          </a:solidFill>
                          <a:latin typeface="Arial"/>
                          <a:ea typeface="Arial"/>
                          <a:cs typeface="Arial"/>
                          <a:sym typeface="Arial"/>
                        </a:rPr>
                        <a:t>x</a:t>
                      </a:r>
                      <a:r>
                        <a:rPr lang="en-US" sz="1200" u="none" strike="noStrike" cap="none" dirty="0">
                          <a:solidFill>
                            <a:srgbClr val="D4D4D4"/>
                          </a:solidFill>
                          <a:latin typeface="Arial"/>
                          <a:ea typeface="Arial"/>
                          <a:cs typeface="Arial"/>
                          <a:sym typeface="Arial"/>
                        </a:rPr>
                        <a:t>,</a:t>
                      </a: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y</a:t>
                      </a:r>
                      <a:r>
                        <a:rPr lang="en-US" sz="1200" u="none" strike="noStrike" cap="none" dirty="0">
                          <a:solidFill>
                            <a:srgbClr val="D4D4D4"/>
                          </a:solidFill>
                          <a:latin typeface="Arial"/>
                          <a:ea typeface="Arial"/>
                          <a:cs typeface="Arial"/>
                          <a:sym typeface="Arial"/>
                        </a:rPr>
                        <a:t>);</a:t>
                      </a:r>
                      <a:endParaRPr sz="12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2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This is one example of global console. </a:t>
                      </a:r>
                      <a:endParaRPr sz="1200" u="none" strike="noStrike" cap="none">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2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It will display 'This is the first object example' to </a:t>
                      </a:r>
                      <a:r>
                        <a:rPr lang="en-US" sz="1200" u="none" strike="noStrike" cap="none" dirty="0" err="1">
                          <a:solidFill>
                            <a:srgbClr val="6A9955"/>
                          </a:solidFill>
                          <a:latin typeface="Arial"/>
                          <a:ea typeface="Arial"/>
                          <a:cs typeface="Arial"/>
                          <a:sym typeface="Arial"/>
                        </a:rPr>
                        <a:t>stdout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'This is the first object example'</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It will display 'This is the second object example' to </a:t>
                      </a:r>
                      <a:r>
                        <a:rPr lang="en-US" sz="1200" u="none" strike="noStrike" cap="none" dirty="0" err="1">
                          <a:solidFill>
                            <a:srgbClr val="6A9955"/>
                          </a:solidFill>
                          <a:latin typeface="Arial"/>
                          <a:ea typeface="Arial"/>
                          <a:cs typeface="Arial"/>
                          <a:sym typeface="Arial"/>
                        </a:rPr>
                        <a:t>stdout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'This is the %s example'</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CE9178"/>
                          </a:solidFill>
                          <a:latin typeface="Arial"/>
                          <a:ea typeface="Arial"/>
                          <a:cs typeface="Arial"/>
                          <a:sym typeface="Arial"/>
                        </a:rPr>
                        <a:t>'second object'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It will display 'Error: New Error has happened' to </a:t>
                      </a:r>
                      <a:r>
                        <a:rPr lang="en-US" sz="1200" u="none" strike="noStrike" cap="none" dirty="0" err="1">
                          <a:solidFill>
                            <a:srgbClr val="6A9955"/>
                          </a:solidFill>
                          <a:latin typeface="Arial"/>
                          <a:ea typeface="Arial"/>
                          <a:cs typeface="Arial"/>
                          <a:sym typeface="Arial"/>
                        </a:rPr>
                        <a:t>stderr</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9CDCFE"/>
                          </a:solidFill>
                          <a:latin typeface="Arial"/>
                          <a:ea typeface="Arial"/>
                          <a:cs typeface="Arial"/>
                          <a:sym typeface="Arial"/>
                        </a:rPr>
                        <a:t>console</a:t>
                      </a:r>
                      <a:r>
                        <a:rPr lang="en-US" sz="1200" u="none" strike="noStrike" cap="none" dirty="0" err="1">
                          <a:solidFill>
                            <a:srgbClr val="D4D4D4"/>
                          </a:solidFill>
                          <a:latin typeface="Arial"/>
                          <a:ea typeface="Arial"/>
                          <a:cs typeface="Arial"/>
                          <a:sym typeface="Arial"/>
                        </a:rPr>
                        <a:t>.</a:t>
                      </a:r>
                      <a:r>
                        <a:rPr lang="en-US" sz="1200" u="none" strike="noStrike" cap="none" dirty="0" err="1">
                          <a:solidFill>
                            <a:srgbClr val="DCDCAA"/>
                          </a:solidFill>
                          <a:latin typeface="Arial"/>
                          <a:ea typeface="Arial"/>
                          <a:cs typeface="Arial"/>
                          <a:sym typeface="Arial"/>
                        </a:rPr>
                        <a:t>error</a:t>
                      </a:r>
                      <a:r>
                        <a:rPr lang="en-US" sz="1200" u="none" strike="noStrike" cap="none" dirty="0">
                          <a:solidFill>
                            <a:srgbClr val="D4D4D4"/>
                          </a:solidFill>
                          <a:latin typeface="Arial"/>
                          <a:ea typeface="Arial"/>
                          <a:cs typeface="Arial"/>
                          <a:sym typeface="Arial"/>
                        </a:rPr>
                        <a:t>(</a:t>
                      </a:r>
                      <a:r>
                        <a:rPr lang="en-US" sz="1200" u="none" strike="noStrike" cap="none" dirty="0">
                          <a:solidFill>
                            <a:srgbClr val="569CD6"/>
                          </a:solidFill>
                          <a:latin typeface="Arial"/>
                          <a:ea typeface="Arial"/>
                          <a:cs typeface="Arial"/>
                          <a:sym typeface="Arial"/>
                        </a:rPr>
                        <a:t>new</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4EC9B0"/>
                          </a:solidFill>
                          <a:latin typeface="Arial"/>
                          <a:ea typeface="Arial"/>
                          <a:cs typeface="Arial"/>
                          <a:sym typeface="Arial"/>
                        </a:rPr>
                        <a:t>Error</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'New Error has happened'</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569CD6"/>
                          </a:solidFill>
                          <a:latin typeface="Arial"/>
                          <a:ea typeface="Arial"/>
                          <a:cs typeface="Arial"/>
                          <a:sym typeface="Arial"/>
                        </a:rPr>
                        <a:t>const</a:t>
                      </a:r>
                      <a:r>
                        <a:rPr lang="en-US" sz="1200" u="none" strike="noStrike" cap="none" dirty="0">
                          <a:solidFill>
                            <a:srgbClr val="9CDCFE"/>
                          </a:solidFill>
                          <a:latin typeface="Arial"/>
                          <a:ea typeface="Arial"/>
                          <a:cs typeface="Arial"/>
                          <a:sym typeface="Arial"/>
                        </a:rPr>
                        <a:t> </a:t>
                      </a:r>
                      <a:r>
                        <a:rPr lang="en-US" sz="1200" u="none" strike="noStrike" cap="none" dirty="0" err="1">
                          <a:solidFill>
                            <a:srgbClr val="4FC1FF"/>
                          </a:solidFill>
                          <a:latin typeface="Arial"/>
                          <a:ea typeface="Arial"/>
                          <a:cs typeface="Arial"/>
                          <a:sym typeface="Arial"/>
                        </a:rPr>
                        <a:t>obj</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CE9178"/>
                          </a:solidFill>
                          <a:latin typeface="Arial"/>
                          <a:ea typeface="Arial"/>
                          <a:cs typeface="Arial"/>
                          <a:sym typeface="Arial"/>
                        </a:rPr>
                        <a:t>'third object'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It will display 'This is the third object example' to </a:t>
                      </a:r>
                      <a:r>
                        <a:rPr lang="en-US" sz="1200" u="none" strike="noStrike" cap="none" dirty="0" err="1">
                          <a:solidFill>
                            <a:srgbClr val="6A9955"/>
                          </a:solidFill>
                          <a:latin typeface="Arial"/>
                          <a:ea typeface="Arial"/>
                          <a:cs typeface="Arial"/>
                          <a:sym typeface="Arial"/>
                        </a:rPr>
                        <a:t>stderr</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9CDCFE"/>
                          </a:solidFill>
                          <a:latin typeface="Arial"/>
                          <a:ea typeface="Arial"/>
                          <a:cs typeface="Arial"/>
                          <a:sym typeface="Arial"/>
                        </a:rPr>
                        <a:t>console</a:t>
                      </a:r>
                      <a:r>
                        <a:rPr lang="en-US" sz="1200" u="none" strike="noStrike" cap="none" dirty="0" err="1">
                          <a:solidFill>
                            <a:srgbClr val="D4D4D4"/>
                          </a:solidFill>
                          <a:latin typeface="Arial"/>
                          <a:ea typeface="Arial"/>
                          <a:cs typeface="Arial"/>
                          <a:sym typeface="Arial"/>
                        </a:rPr>
                        <a:t>.</a:t>
                      </a:r>
                      <a:r>
                        <a:rPr lang="en-US" sz="1200" u="none" strike="noStrike" cap="none" dirty="0" err="1">
                          <a:solidFill>
                            <a:srgbClr val="DCDCAA"/>
                          </a:solidFill>
                          <a:latin typeface="Arial"/>
                          <a:ea typeface="Arial"/>
                          <a:cs typeface="Arial"/>
                          <a:sym typeface="Arial"/>
                        </a:rPr>
                        <a:t>warn</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`This is the ${</a:t>
                      </a:r>
                      <a:r>
                        <a:rPr lang="en-US" sz="1200" u="none" strike="noStrike" cap="none" dirty="0" err="1">
                          <a:solidFill>
                            <a:srgbClr val="4FC1FF"/>
                          </a:solidFill>
                          <a:latin typeface="Arial"/>
                          <a:ea typeface="Arial"/>
                          <a:cs typeface="Arial"/>
                          <a:sym typeface="Arial"/>
                        </a:rPr>
                        <a:t>obj</a:t>
                      </a:r>
                      <a:r>
                        <a:rPr lang="en-US" sz="1200" u="none" strike="noStrike" cap="none" dirty="0">
                          <a:solidFill>
                            <a:srgbClr val="CE9178"/>
                          </a:solidFill>
                          <a:latin typeface="Arial"/>
                          <a:ea typeface="Arial"/>
                          <a:cs typeface="Arial"/>
                          <a:sym typeface="Arial"/>
                        </a:rPr>
                        <a:t>} example`</a:t>
                      </a:r>
                      <a:r>
                        <a:rPr lang="en-US" sz="1200" u="none" strike="noStrike" cap="none" dirty="0">
                          <a:solidFill>
                            <a:srgbClr val="D4D4D4"/>
                          </a:solidFill>
                          <a:latin typeface="Arial"/>
                          <a:ea typeface="Arial"/>
                          <a:cs typeface="Arial"/>
                          <a:sym typeface="Arial"/>
                        </a:rPr>
                        <a: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006488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5"/>
          <p:cNvSpPr txBox="1">
            <a:spLocks noGrp="1"/>
          </p:cNvSpPr>
          <p:nvPr>
            <p:ph type="title"/>
          </p:nvPr>
        </p:nvSpPr>
        <p:spPr>
          <a:xfrm>
            <a:off x="1018013" y="8640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186" name="Google Shape;186;p2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187" name="Google Shape;187;p2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19</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188" name="Google Shape;188;p25"/>
          <p:cNvGraphicFramePr/>
          <p:nvPr/>
        </p:nvGraphicFramePr>
        <p:xfrm>
          <a:off x="969213" y="1485351"/>
          <a:ext cx="10155975" cy="457194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16186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If you observe above code, we are trying to write a messages to node.js stream by using global console object methods such as console.log(), console.error() and console.warn().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Here, we are accessing global console object without importing it using require directive.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Now, we will execute example_console_object.js file, for that open a command prompt (cmd) and navigate to the folder that contains this code in a file and write the command with node </a:t>
                      </a:r>
                      <a:r>
                        <a:rPr lang="en-US" sz="1200" i="1" u="none" strike="noStrike" cap="none">
                          <a:latin typeface="Times New Roman"/>
                          <a:ea typeface="Times New Roman"/>
                          <a:cs typeface="Times New Roman"/>
                          <a:sym typeface="Times New Roman"/>
                        </a:rPr>
                        <a:t>filename.js.</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Now, we will execute example_console_object.js file, for that open a command prompt (cmd) and navigate to the folder that contains a example_console_object.js file and write the command node example_console_object.js and hit enter button like as shown below.</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console.count(): It is used to count the number of times a specific label has been called.</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740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const</a:t>
                      </a: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x</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B5CEA8"/>
                          </a:solidFill>
                          <a:latin typeface="Arial"/>
                          <a:ea typeface="Arial"/>
                          <a:cs typeface="Arial"/>
                          <a:sym typeface="Arial"/>
                        </a:rPr>
                        <a:t>1</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const</a:t>
                      </a: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y</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B5CEA8"/>
                          </a:solidFill>
                          <a:latin typeface="Arial"/>
                          <a:ea typeface="Arial"/>
                          <a:cs typeface="Arial"/>
                          <a:sym typeface="Arial"/>
                        </a:rPr>
                        <a:t>2</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const</a:t>
                      </a: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z</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B5CEA8"/>
                          </a:solidFill>
                          <a:latin typeface="Arial"/>
                          <a:ea typeface="Arial"/>
                          <a:cs typeface="Arial"/>
                          <a:sym typeface="Arial"/>
                        </a:rPr>
                        <a:t>3</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9CDCFE"/>
                          </a:solidFill>
                          <a:latin typeface="Arial"/>
                          <a:ea typeface="Arial"/>
                          <a:cs typeface="Arial"/>
                          <a:sym typeface="Arial"/>
                        </a:rPr>
                        <a:t>console</a:t>
                      </a:r>
                      <a:r>
                        <a:rPr lang="en-US" sz="1200" u="none" strike="noStrike" cap="none" dirty="0" err="1">
                          <a:solidFill>
                            <a:srgbClr val="D4D4D4"/>
                          </a:solidFill>
                          <a:latin typeface="Arial"/>
                          <a:ea typeface="Arial"/>
                          <a:cs typeface="Arial"/>
                          <a:sym typeface="Arial"/>
                        </a:rPr>
                        <a:t>.</a:t>
                      </a:r>
                      <a:r>
                        <a:rPr lang="en-US" sz="1200" u="none" strike="noStrike" cap="none" dirty="0" err="1">
                          <a:solidFill>
                            <a:srgbClr val="DCDCAA"/>
                          </a:solidFill>
                          <a:latin typeface="Arial"/>
                          <a:ea typeface="Arial"/>
                          <a:cs typeface="Arial"/>
                          <a:sym typeface="Arial"/>
                        </a:rPr>
                        <a:t>count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CE9178"/>
                          </a:solidFill>
                          <a:latin typeface="Arial"/>
                          <a:ea typeface="Arial"/>
                          <a:cs typeface="Arial"/>
                          <a:sym typeface="Arial"/>
                        </a:rPr>
                        <a:t>'The value of x is '</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 x</a:t>
                      </a:r>
                      <a:r>
                        <a:rPr lang="en-US" sz="1200" u="none" strike="noStrike" cap="none" dirty="0">
                          <a:solidFill>
                            <a:srgbClr val="D4D4D4"/>
                          </a:solidFill>
                          <a:latin typeface="Arial"/>
                          <a:ea typeface="Arial"/>
                          <a:cs typeface="Arial"/>
                          <a:sym typeface="Arial"/>
                        </a:rPr>
                        <a:t> +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CE9178"/>
                          </a:solidFill>
                          <a:latin typeface="Arial"/>
                          <a:ea typeface="Arial"/>
                          <a:cs typeface="Arial"/>
                          <a:sym typeface="Arial"/>
                        </a:rPr>
                        <a:t>' and has been checked .. how many times?'</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9CDCFE"/>
                          </a:solidFill>
                          <a:latin typeface="Arial"/>
                          <a:ea typeface="Arial"/>
                          <a:cs typeface="Arial"/>
                          <a:sym typeface="Arial"/>
                        </a:rPr>
                        <a:t>console</a:t>
                      </a:r>
                      <a:r>
                        <a:rPr lang="en-US" sz="1200" u="none" strike="noStrike" cap="none" dirty="0" err="1">
                          <a:solidFill>
                            <a:srgbClr val="D4D4D4"/>
                          </a:solidFill>
                          <a:latin typeface="Arial"/>
                          <a:ea typeface="Arial"/>
                          <a:cs typeface="Arial"/>
                          <a:sym typeface="Arial"/>
                        </a:rPr>
                        <a:t>.</a:t>
                      </a:r>
                      <a:r>
                        <a:rPr lang="en-US" sz="1200" u="none" strike="noStrike" cap="none" dirty="0" err="1">
                          <a:solidFill>
                            <a:srgbClr val="DCDCAA"/>
                          </a:solidFill>
                          <a:latin typeface="Arial"/>
                          <a:ea typeface="Arial"/>
                          <a:cs typeface="Arial"/>
                          <a:sym typeface="Arial"/>
                        </a:rPr>
                        <a:t>count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CE9178"/>
                          </a:solidFill>
                          <a:latin typeface="Arial"/>
                          <a:ea typeface="Arial"/>
                          <a:cs typeface="Arial"/>
                          <a:sym typeface="Arial"/>
                        </a:rPr>
                        <a:t>'The value of x is '</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 x</a:t>
                      </a:r>
                      <a:r>
                        <a:rPr lang="en-US" sz="1200" u="none" strike="noStrike" cap="none" dirty="0">
                          <a:solidFill>
                            <a:srgbClr val="D4D4D4"/>
                          </a:solidFill>
                          <a:latin typeface="Arial"/>
                          <a:ea typeface="Arial"/>
                          <a:cs typeface="Arial"/>
                          <a:sym typeface="Arial"/>
                        </a:rPr>
                        <a:t> +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CE9178"/>
                          </a:solidFill>
                          <a:latin typeface="Arial"/>
                          <a:ea typeface="Arial"/>
                          <a:cs typeface="Arial"/>
                          <a:sym typeface="Arial"/>
                        </a:rPr>
                        <a:t>' and has been checked .. how many times?'</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9CDCFE"/>
                          </a:solidFill>
                          <a:latin typeface="Arial"/>
                          <a:ea typeface="Arial"/>
                          <a:cs typeface="Arial"/>
                          <a:sym typeface="Arial"/>
                        </a:rPr>
                        <a:t>console</a:t>
                      </a:r>
                      <a:r>
                        <a:rPr lang="en-US" sz="1200" u="none" strike="noStrike" cap="none" dirty="0" err="1">
                          <a:solidFill>
                            <a:srgbClr val="D4D4D4"/>
                          </a:solidFill>
                          <a:latin typeface="Arial"/>
                          <a:ea typeface="Arial"/>
                          <a:cs typeface="Arial"/>
                          <a:sym typeface="Arial"/>
                        </a:rPr>
                        <a:t>.</a:t>
                      </a:r>
                      <a:r>
                        <a:rPr lang="en-US" sz="1200" u="none" strike="noStrike" cap="none" dirty="0" err="1">
                          <a:solidFill>
                            <a:srgbClr val="DCDCAA"/>
                          </a:solidFill>
                          <a:latin typeface="Arial"/>
                          <a:ea typeface="Arial"/>
                          <a:cs typeface="Arial"/>
                          <a:sym typeface="Arial"/>
                        </a:rPr>
                        <a:t>count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CE9178"/>
                          </a:solidFill>
                          <a:latin typeface="Arial"/>
                          <a:ea typeface="Arial"/>
                          <a:cs typeface="Arial"/>
                          <a:sym typeface="Arial"/>
                        </a:rPr>
                        <a:t>'The value of y is '</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y</a:t>
                      </a:r>
                      <a:r>
                        <a:rPr lang="en-US" sz="1200" u="none" strike="noStrike" cap="none" dirty="0">
                          <a:solidFill>
                            <a:srgbClr val="D4D4D4"/>
                          </a:solidFill>
                          <a:latin typeface="Arial"/>
                          <a:ea typeface="Arial"/>
                          <a:cs typeface="Arial"/>
                          <a:sym typeface="Arial"/>
                        </a:rPr>
                        <a:t> +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CE9178"/>
                          </a:solidFill>
                          <a:latin typeface="Arial"/>
                          <a:ea typeface="Arial"/>
                          <a:cs typeface="Arial"/>
                          <a:sym typeface="Arial"/>
                        </a:rPr>
                        <a:t>' and has been checked .. how many times?'</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a:t>
                      </a:r>
                      <a:endParaRPr sz="1200" u="none" strike="noStrike" cap="none" dirty="0">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9138705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1018013" y="8640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194" name="Google Shape;194;p2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195" name="Google Shape;195;p2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20</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196" name="Google Shape;196;p26"/>
          <p:cNvGraphicFramePr/>
          <p:nvPr/>
        </p:nvGraphicFramePr>
        <p:xfrm>
          <a:off x="969213" y="1485351"/>
          <a:ext cx="10155975" cy="4062365"/>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935575">
                <a:tc>
                  <a:txBody>
                    <a:bodyPr/>
                    <a:lstStyle/>
                    <a:p>
                      <a:pPr marL="45720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console.clear(): It is used to clear the console history.</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console.info(): It is used to write a messages on console and it is an alias of console.log() method.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console.time(): It is used to get the starting time of an action.</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740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569CD6"/>
                          </a:solidFill>
                          <a:latin typeface="Arial"/>
                          <a:ea typeface="Arial"/>
                          <a:cs typeface="Arial"/>
                          <a:sym typeface="Arial"/>
                        </a:rPr>
                        <a:t>const</a:t>
                      </a:r>
                      <a:r>
                        <a:rPr lang="en-US" sz="1200" u="none" strike="noStrike" cap="none" dirty="0">
                          <a:solidFill>
                            <a:srgbClr val="D4D4D4"/>
                          </a:solidFill>
                          <a:latin typeface="Arial"/>
                          <a:ea typeface="Arial"/>
                          <a:cs typeface="Arial"/>
                          <a:sym typeface="Arial"/>
                        </a:rPr>
                        <a:t> </a:t>
                      </a:r>
                      <a:r>
                        <a:rPr lang="en-US" sz="1200" u="none" strike="noStrike" cap="none" dirty="0" err="1">
                          <a:solidFill>
                            <a:srgbClr val="DCDCAA"/>
                          </a:solidFill>
                          <a:latin typeface="Arial"/>
                          <a:ea typeface="Arial"/>
                          <a:cs typeface="Arial"/>
                          <a:sym typeface="Arial"/>
                        </a:rPr>
                        <a:t>doSomething</a:t>
                      </a:r>
                      <a:r>
                        <a:rPr lang="en-US" sz="1200" u="none" strike="noStrike" cap="none" dirty="0">
                          <a:solidFill>
                            <a:srgbClr val="D4D4D4"/>
                          </a:solidFill>
                          <a:latin typeface="Arial"/>
                          <a:ea typeface="Arial"/>
                          <a:cs typeface="Arial"/>
                          <a:sym typeface="Arial"/>
                        </a:rPr>
                        <a:t> = () </a:t>
                      </a:r>
                      <a:r>
                        <a:rPr lang="en-US" sz="1200" u="none" strike="noStrike" cap="none" dirty="0">
                          <a:solidFill>
                            <a:srgbClr val="569CD6"/>
                          </a:solidFill>
                          <a:latin typeface="Arial"/>
                          <a:ea typeface="Arial"/>
                          <a:cs typeface="Arial"/>
                          <a:sym typeface="Arial"/>
                        </a:rPr>
                        <a:t>=&gt;</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'test'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569CD6"/>
                          </a:solidFill>
                          <a:latin typeface="Arial"/>
                          <a:ea typeface="Arial"/>
                          <a:cs typeface="Arial"/>
                          <a:sym typeface="Arial"/>
                        </a:rPr>
                        <a:t>const</a:t>
                      </a:r>
                      <a:r>
                        <a:rPr lang="en-US" sz="1200" u="none" strike="noStrike" cap="none" dirty="0">
                          <a:solidFill>
                            <a:srgbClr val="D4D4D4"/>
                          </a:solidFill>
                          <a:latin typeface="Arial"/>
                          <a:ea typeface="Arial"/>
                          <a:cs typeface="Arial"/>
                          <a:sym typeface="Arial"/>
                        </a:rPr>
                        <a:t> </a:t>
                      </a:r>
                      <a:r>
                        <a:rPr lang="en-US" sz="1200" u="none" strike="noStrike" cap="none" dirty="0" err="1">
                          <a:solidFill>
                            <a:srgbClr val="DCDCAA"/>
                          </a:solidFill>
                          <a:latin typeface="Arial"/>
                          <a:ea typeface="Arial"/>
                          <a:cs typeface="Arial"/>
                          <a:sym typeface="Arial"/>
                        </a:rPr>
                        <a:t>measureDoingSomething</a:t>
                      </a:r>
                      <a:r>
                        <a:rPr lang="en-US" sz="1200" u="none" strike="noStrike" cap="none" dirty="0">
                          <a:solidFill>
                            <a:srgbClr val="D4D4D4"/>
                          </a:solidFill>
                          <a:latin typeface="Arial"/>
                          <a:ea typeface="Arial"/>
                          <a:cs typeface="Arial"/>
                          <a:sym typeface="Arial"/>
                        </a:rPr>
                        <a:t> = () </a:t>
                      </a:r>
                      <a:r>
                        <a:rPr lang="en-US" sz="1200" u="none" strike="noStrike" cap="none" dirty="0">
                          <a:solidFill>
                            <a:srgbClr val="569CD6"/>
                          </a:solidFill>
                          <a:latin typeface="Arial"/>
                          <a:ea typeface="Arial"/>
                          <a:cs typeface="Arial"/>
                          <a:sym typeface="Arial"/>
                        </a:rPr>
                        <a:t>=&gt;</a:t>
                      </a: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err="1">
                          <a:solidFill>
                            <a:srgbClr val="9CDCFE"/>
                          </a:solidFill>
                          <a:latin typeface="Arial"/>
                          <a:ea typeface="Arial"/>
                          <a:cs typeface="Arial"/>
                          <a:sym typeface="Arial"/>
                        </a:rPr>
                        <a:t>console</a:t>
                      </a:r>
                      <a:r>
                        <a:rPr lang="en-US" sz="1200" u="none" strike="noStrike" cap="none" dirty="0" err="1">
                          <a:solidFill>
                            <a:srgbClr val="D4D4D4"/>
                          </a:solidFill>
                          <a:latin typeface="Arial"/>
                          <a:ea typeface="Arial"/>
                          <a:cs typeface="Arial"/>
                          <a:sym typeface="Arial"/>
                        </a:rPr>
                        <a:t>.</a:t>
                      </a:r>
                      <a:r>
                        <a:rPr lang="en-US" sz="1200" u="none" strike="noStrike" cap="none" dirty="0" err="1">
                          <a:solidFill>
                            <a:srgbClr val="DCDCAA"/>
                          </a:solidFill>
                          <a:latin typeface="Arial"/>
                          <a:ea typeface="Arial"/>
                          <a:cs typeface="Arial"/>
                          <a:sym typeface="Arial"/>
                        </a:rPr>
                        <a:t>time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a:t>
                      </a:r>
                      <a:r>
                        <a:rPr lang="en-US" sz="1200" u="none" strike="noStrike" cap="none" dirty="0" err="1">
                          <a:solidFill>
                            <a:srgbClr val="CE9178"/>
                          </a:solidFill>
                          <a:latin typeface="Arial"/>
                          <a:ea typeface="Arial"/>
                          <a:cs typeface="Arial"/>
                          <a:sym typeface="Arial"/>
                        </a:rPr>
                        <a:t>doSomething</a:t>
                      </a:r>
                      <a:r>
                        <a:rPr lang="en-US" sz="1200" u="none" strike="noStrike" cap="none" dirty="0">
                          <a:solidFill>
                            <a:srgbClr val="CE9178"/>
                          </a:solidFill>
                          <a:latin typeface="Arial"/>
                          <a:ea typeface="Arial"/>
                          <a:cs typeface="Arial"/>
                          <a:sym typeface="Arial"/>
                        </a:rPr>
                        <a: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 do something, and measure the time it takes</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err="1">
                          <a:solidFill>
                            <a:srgbClr val="DCDCAA"/>
                          </a:solidFill>
                          <a:latin typeface="Arial"/>
                          <a:ea typeface="Arial"/>
                          <a:cs typeface="Arial"/>
                          <a:sym typeface="Arial"/>
                        </a:rPr>
                        <a:t>doSomething</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err="1">
                          <a:solidFill>
                            <a:srgbClr val="9CDCFE"/>
                          </a:solidFill>
                          <a:latin typeface="Arial"/>
                          <a:ea typeface="Arial"/>
                          <a:cs typeface="Arial"/>
                          <a:sym typeface="Arial"/>
                        </a:rPr>
                        <a:t>console</a:t>
                      </a:r>
                      <a:r>
                        <a:rPr lang="en-US" sz="1200" u="none" strike="noStrike" cap="none" dirty="0" err="1">
                          <a:solidFill>
                            <a:srgbClr val="D4D4D4"/>
                          </a:solidFill>
                          <a:latin typeface="Arial"/>
                          <a:ea typeface="Arial"/>
                          <a:cs typeface="Arial"/>
                          <a:sym typeface="Arial"/>
                        </a:rPr>
                        <a:t>.</a:t>
                      </a:r>
                      <a:r>
                        <a:rPr lang="en-US" sz="1200" u="none" strike="noStrike" cap="none" dirty="0" err="1">
                          <a:solidFill>
                            <a:srgbClr val="DCDCAA"/>
                          </a:solidFill>
                          <a:latin typeface="Arial"/>
                          <a:ea typeface="Arial"/>
                          <a:cs typeface="Arial"/>
                          <a:sym typeface="Arial"/>
                        </a:rPr>
                        <a:t>timeEnd</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a:t>
                      </a:r>
                      <a:r>
                        <a:rPr lang="en-US" sz="1200" u="none" strike="noStrike" cap="none" dirty="0" err="1">
                          <a:solidFill>
                            <a:srgbClr val="CE9178"/>
                          </a:solidFill>
                          <a:latin typeface="Arial"/>
                          <a:ea typeface="Arial"/>
                          <a:cs typeface="Arial"/>
                          <a:sym typeface="Arial"/>
                        </a:rPr>
                        <a:t>doSomething</a:t>
                      </a:r>
                      <a:r>
                        <a:rPr lang="en-US" sz="1200" u="none" strike="noStrike" cap="none" dirty="0">
                          <a:solidFill>
                            <a:srgbClr val="CE9178"/>
                          </a:solidFill>
                          <a:latin typeface="Arial"/>
                          <a:ea typeface="Arial"/>
                          <a:cs typeface="Arial"/>
                          <a:sym typeface="Arial"/>
                        </a:rPr>
                        <a: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DCDCAA"/>
                          </a:solidFill>
                          <a:latin typeface="Arial"/>
                          <a:ea typeface="Arial"/>
                          <a:cs typeface="Arial"/>
                          <a:sym typeface="Arial"/>
                        </a:rPr>
                        <a:t>measureDoingSomething</a:t>
                      </a:r>
                      <a:r>
                        <a:rPr lang="en-US" sz="1200" u="none" strike="noStrike" cap="none" dirty="0">
                          <a:solidFill>
                            <a:srgbClr val="D4D4D4"/>
                          </a:solidFill>
                          <a:latin typeface="Arial"/>
                          <a:ea typeface="Arial"/>
                          <a:cs typeface="Arial"/>
                          <a:sym typeface="Arial"/>
                        </a:rPr>
                        <a:t>();</a:t>
                      </a:r>
                      <a:endParaRPr sz="1200" u="none" strike="noStrike" cap="none" dirty="0">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7404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console.timeEnd(): It is used to get the end time of specific action.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console.dir(): It use util.inspect() on object and prints the resulting string to stdout.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console.trace(): It is used to print the call stack trace of a function, maybe to answer the question how did you reach that part of the code?</a:t>
                      </a:r>
                      <a:endParaRPr sz="1200" u="none" strike="noStrike" cap="none">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74045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569CD6"/>
                          </a:solidFill>
                          <a:latin typeface="Arial"/>
                          <a:ea typeface="Arial"/>
                          <a:cs typeface="Arial"/>
                          <a:sym typeface="Arial"/>
                        </a:rPr>
                        <a:t>const</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DCDCAA"/>
                          </a:solidFill>
                          <a:latin typeface="Arial"/>
                          <a:ea typeface="Arial"/>
                          <a:cs typeface="Arial"/>
                          <a:sym typeface="Arial"/>
                        </a:rPr>
                        <a:t>function2</a:t>
                      </a:r>
                      <a:r>
                        <a:rPr lang="en-US" sz="1200" u="none" strike="noStrike" cap="none" dirty="0">
                          <a:solidFill>
                            <a:srgbClr val="D4D4D4"/>
                          </a:solidFill>
                          <a:latin typeface="Arial"/>
                          <a:ea typeface="Arial"/>
                          <a:cs typeface="Arial"/>
                          <a:sym typeface="Arial"/>
                        </a:rPr>
                        <a:t> = () </a:t>
                      </a:r>
                      <a:r>
                        <a:rPr lang="en-US" sz="1200" u="none" strike="noStrike" cap="none" dirty="0">
                          <a:solidFill>
                            <a:srgbClr val="569CD6"/>
                          </a:solidFill>
                          <a:latin typeface="Arial"/>
                          <a:ea typeface="Arial"/>
                          <a:cs typeface="Arial"/>
                          <a:sym typeface="Arial"/>
                        </a:rPr>
                        <a:t>=&gt;</a:t>
                      </a:r>
                      <a:r>
                        <a:rPr lang="en-US" sz="1200" u="none" strike="noStrike" cap="none" dirty="0">
                          <a:solidFill>
                            <a:srgbClr val="D4D4D4"/>
                          </a:solidFill>
                          <a:latin typeface="Arial"/>
                          <a:ea typeface="Arial"/>
                          <a:cs typeface="Arial"/>
                          <a:sym typeface="Arial"/>
                        </a:rPr>
                        <a:t> </a:t>
                      </a:r>
                      <a:r>
                        <a:rPr lang="en-US" sz="1200" u="none" strike="noStrike" cap="none" dirty="0" err="1">
                          <a:solidFill>
                            <a:srgbClr val="9CDCFE"/>
                          </a:solidFill>
                          <a:latin typeface="Arial"/>
                          <a:ea typeface="Arial"/>
                          <a:cs typeface="Arial"/>
                          <a:sym typeface="Arial"/>
                        </a:rPr>
                        <a:t>console</a:t>
                      </a:r>
                      <a:r>
                        <a:rPr lang="en-US" sz="1200" u="none" strike="noStrike" cap="none" dirty="0" err="1">
                          <a:solidFill>
                            <a:srgbClr val="D4D4D4"/>
                          </a:solidFill>
                          <a:latin typeface="Arial"/>
                          <a:ea typeface="Arial"/>
                          <a:cs typeface="Arial"/>
                          <a:sym typeface="Arial"/>
                        </a:rPr>
                        <a:t>.</a:t>
                      </a:r>
                      <a:r>
                        <a:rPr lang="en-US" sz="1200" u="none" strike="noStrike" cap="none" dirty="0" err="1">
                          <a:solidFill>
                            <a:srgbClr val="DCDCAA"/>
                          </a:solidFill>
                          <a:latin typeface="Arial"/>
                          <a:ea typeface="Arial"/>
                          <a:cs typeface="Arial"/>
                          <a:sym typeface="Arial"/>
                        </a:rPr>
                        <a:t>trace</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569CD6"/>
                          </a:solidFill>
                          <a:latin typeface="Arial"/>
                          <a:ea typeface="Arial"/>
                          <a:cs typeface="Arial"/>
                          <a:sym typeface="Arial"/>
                        </a:rPr>
                        <a:t>const</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DCDCAA"/>
                          </a:solidFill>
                          <a:latin typeface="Arial"/>
                          <a:ea typeface="Arial"/>
                          <a:cs typeface="Arial"/>
                          <a:sym typeface="Arial"/>
                        </a:rPr>
                        <a:t>function1</a:t>
                      </a:r>
                      <a:r>
                        <a:rPr lang="en-US" sz="1200" u="none" strike="noStrike" cap="none" dirty="0">
                          <a:solidFill>
                            <a:srgbClr val="D4D4D4"/>
                          </a:solidFill>
                          <a:latin typeface="Arial"/>
                          <a:ea typeface="Arial"/>
                          <a:cs typeface="Arial"/>
                          <a:sym typeface="Arial"/>
                        </a:rPr>
                        <a:t> = () </a:t>
                      </a:r>
                      <a:r>
                        <a:rPr lang="en-US" sz="1200" u="none" strike="noStrike" cap="none" dirty="0">
                          <a:solidFill>
                            <a:srgbClr val="569CD6"/>
                          </a:solidFill>
                          <a:latin typeface="Arial"/>
                          <a:ea typeface="Arial"/>
                          <a:cs typeface="Arial"/>
                          <a:sym typeface="Arial"/>
                        </a:rPr>
                        <a:t>=&gt;</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DCDCAA"/>
                          </a:solidFill>
                          <a:latin typeface="Arial"/>
                          <a:ea typeface="Arial"/>
                          <a:cs typeface="Arial"/>
                          <a:sym typeface="Arial"/>
                        </a:rPr>
                        <a:t>function2</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CDCAA"/>
                          </a:solidFill>
                          <a:latin typeface="Arial"/>
                          <a:ea typeface="Arial"/>
                          <a:cs typeface="Arial"/>
                          <a:sym typeface="Arial"/>
                        </a:rPr>
                        <a:t>function1</a:t>
                      </a:r>
                      <a:r>
                        <a:rPr lang="en-US" sz="1200" u="none" strike="noStrike" cap="none" dirty="0">
                          <a:solidFill>
                            <a:srgbClr val="D4D4D4"/>
                          </a:solidFill>
                          <a:latin typeface="Arial"/>
                          <a:ea typeface="Arial"/>
                          <a:cs typeface="Arial"/>
                          <a:sym typeface="Arial"/>
                        </a:rPr>
                        <a: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328662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txBox="1">
            <a:spLocks noGrp="1"/>
          </p:cNvSpPr>
          <p:nvPr>
            <p:ph type="title"/>
          </p:nvPr>
        </p:nvSpPr>
        <p:spPr>
          <a:xfrm>
            <a:off x="1018013" y="8640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02" name="Google Shape;202;p2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203" name="Google Shape;203;p2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21</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04" name="Google Shape;204;p27"/>
          <p:cNvGraphicFramePr/>
          <p:nvPr>
            <p:extLst/>
          </p:nvPr>
        </p:nvGraphicFramePr>
        <p:xfrm>
          <a:off x="969225" y="1607574"/>
          <a:ext cx="10155975" cy="485328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3251142">
                <a:tc>
                  <a:txBody>
                    <a:bodyPr/>
                    <a:lstStyle/>
                    <a:p>
                      <a:pPr marL="0" marR="0" lvl="0" indent="0" algn="l" rtl="0">
                        <a:lnSpc>
                          <a:spcPct val="100000"/>
                        </a:lnSpc>
                        <a:spcBef>
                          <a:spcPts val="0"/>
                        </a:spcBef>
                        <a:spcAft>
                          <a:spcPts val="0"/>
                        </a:spcAft>
                        <a:buClr>
                          <a:srgbClr val="000000"/>
                        </a:buClr>
                        <a:buSzPts val="1200"/>
                        <a:buFont typeface="Arial"/>
                        <a:buNone/>
                      </a:pPr>
                      <a:r>
                        <a:rPr lang="en-US" sz="1600" b="1" u="sng" strike="noStrike" cap="none" dirty="0">
                          <a:latin typeface="Times New Roman"/>
                          <a:ea typeface="Times New Roman"/>
                          <a:cs typeface="Times New Roman"/>
                          <a:sym typeface="Times New Roman"/>
                        </a:rPr>
                        <a:t>Node.js Console:</a:t>
                      </a:r>
                      <a:endParaRPr sz="1600"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Node.js is a single-threaded event-driven platform that is capable of running non-blocking, asynchronously programming.</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event loop allows Node.js to perform non-blocking I/O operations despite the fact that JavaScript is single-threaded.</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Most operating systems are multi-threaded and hence can handle multiple operations executing in the background.</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When one of these operations is completed, the kernel tells Node.js and the respective callback assigned to that operation is added to the event queue which will eventually be executed.</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Features of Event Loop:</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Event loop is an endless loop, which waits for tasks, executes them and then sleeps until it receives more tasks.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event loop executes tasks from the event queue only when the call stack is empty i.e. there is no ongoing task.</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event loop allows us to use callbacks and promises.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event loop executes the tasks starting from the oldest first.</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50051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"This is the first statement"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DCDCAA"/>
                          </a:solidFill>
                          <a:latin typeface="Arial"/>
                          <a:ea typeface="Arial"/>
                          <a:cs typeface="Arial"/>
                          <a:sym typeface="Arial"/>
                        </a:rPr>
                        <a:t>setTimeout</a:t>
                      </a:r>
                      <a:r>
                        <a:rPr lang="en-US" sz="1200" u="none" strike="noStrike" cap="none" dirty="0">
                          <a:solidFill>
                            <a:srgbClr val="D4D4D4"/>
                          </a:solidFill>
                          <a:latin typeface="Arial"/>
                          <a:ea typeface="Arial"/>
                          <a:cs typeface="Arial"/>
                          <a:sym typeface="Arial"/>
                        </a:rPr>
                        <a:t>(</a:t>
                      </a:r>
                      <a:r>
                        <a:rPr lang="en-US" sz="1200" u="none" strike="noStrike" cap="none" dirty="0">
                          <a:solidFill>
                            <a:srgbClr val="569CD6"/>
                          </a:solidFill>
                          <a:latin typeface="Arial"/>
                          <a:ea typeface="Arial"/>
                          <a:cs typeface="Arial"/>
                          <a:sym typeface="Arial"/>
                        </a:rPr>
                        <a:t>function</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"This is the second statement"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B5CEA8"/>
                          </a:solidFill>
                          <a:latin typeface="Arial"/>
                          <a:ea typeface="Arial"/>
                          <a:cs typeface="Arial"/>
                          <a:sym typeface="Arial"/>
                        </a:rPr>
                        <a:t>1000</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"This is the third statement"</a:t>
                      </a:r>
                      <a:r>
                        <a:rPr lang="en-US" sz="1200" u="none" strike="noStrike" cap="none" dirty="0">
                          <a:solidFill>
                            <a:srgbClr val="D4D4D4"/>
                          </a:solidFill>
                          <a:latin typeface="Arial"/>
                          <a:ea typeface="Arial"/>
                          <a:cs typeface="Arial"/>
                          <a:sym typeface="Arial"/>
                        </a:rPr>
                        <a:t>);</a:t>
                      </a:r>
                      <a:endParaRPr sz="1200" u="none" strike="noStrike" cap="none" dirty="0">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655395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8"/>
          <p:cNvSpPr txBox="1">
            <a:spLocks noGrp="1"/>
          </p:cNvSpPr>
          <p:nvPr>
            <p:ph type="title"/>
          </p:nvPr>
        </p:nvSpPr>
        <p:spPr>
          <a:xfrm>
            <a:off x="1018013" y="8640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10" name="Google Shape;210;p2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211" name="Google Shape;211;p2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22</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12" name="Google Shape;212;p28"/>
          <p:cNvGraphicFramePr/>
          <p:nvPr/>
        </p:nvGraphicFramePr>
        <p:xfrm>
          <a:off x="969225" y="1726326"/>
          <a:ext cx="10155975" cy="54861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517400">
                <a:tc>
                  <a:txBody>
                    <a:bodyPr/>
                    <a:lstStyle/>
                    <a:p>
                      <a:pPr marL="45720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Output</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pic>
        <p:nvPicPr>
          <p:cNvPr id="213" name="Google Shape;213;p28"/>
          <p:cNvPicPr preferRelativeResize="0"/>
          <p:nvPr/>
        </p:nvPicPr>
        <p:blipFill rotWithShape="1">
          <a:blip r:embed="rId3">
            <a:alphaModFix/>
          </a:blip>
          <a:srcRect/>
          <a:stretch/>
        </p:blipFill>
        <p:spPr>
          <a:xfrm>
            <a:off x="4038600" y="2274936"/>
            <a:ext cx="3819525" cy="1095375"/>
          </a:xfrm>
          <a:prstGeom prst="rect">
            <a:avLst/>
          </a:prstGeom>
          <a:noFill/>
          <a:ln>
            <a:noFill/>
          </a:ln>
        </p:spPr>
      </p:pic>
      <p:sp>
        <p:nvSpPr>
          <p:cNvPr id="214" name="Google Shape;214;p28"/>
          <p:cNvSpPr txBox="1"/>
          <p:nvPr/>
        </p:nvSpPr>
        <p:spPr>
          <a:xfrm>
            <a:off x="612400" y="3570325"/>
            <a:ext cx="11201400" cy="2586000"/>
          </a:xfrm>
          <a:prstGeom prst="rect">
            <a:avLst/>
          </a:prstGeom>
          <a:noFill/>
          <a:ln>
            <a:noFill/>
          </a:ln>
        </p:spPr>
        <p:txBody>
          <a:bodyPr spcFirstLastPara="1" wrap="square" lIns="91425" tIns="91425" rIns="91425" bIns="91425" anchor="t" anchorCtr="0">
            <a:spAutoFit/>
          </a:bodyPr>
          <a:lstStyle/>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In the above example, the first console log statement is pushed to the call stack and “This is the first statement” is logged on the console and the task is popped from the stack.</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Next, the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setTimeout</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is pushed to the queue and the task is sent to the Operating system and the timer is set for the task. This task is then popped from the stack.</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Next, the third console log statement is pushed to the call stack and “This is the third statement” is logged on the console and the task is popped from the stack.</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When the timer set by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setTimeout</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function (in this case 1000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ms</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runs out, the callback is sent to the event queue.</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The event loop on finding the call stack empty takes the task at the top of the event queue and sends it to the call stack.</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The callback function for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setTimeout</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function runs the instruction and “This is the second statement” is logged on the console and the task is popped from the stack.</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When Node.js starts, it initializes the event loop, processes the provided input script which may make async API calls, schedule timers, then begins processing the event loop.</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In the previous example, the initial input script consisted of console.log() statements and a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setTimeout</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function which schedules a timer.</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When using Node.js, a special library module called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libuv</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is used to perform async operations.</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04800" algn="l" defTabSz="457200" rtl="0" eaLnBrk="1" fontAlgn="auto" latinLnBrk="0" hangingPunct="1">
              <a:lnSpc>
                <a:spcPct val="100000"/>
              </a:lnSpc>
              <a:spcBef>
                <a:spcPts val="0"/>
              </a:spcBef>
              <a:spcAft>
                <a:spcPts val="0"/>
              </a:spcAft>
              <a:buClr>
                <a:srgbClr val="000000"/>
              </a:buClr>
              <a:buSzPts val="1200"/>
              <a:buFont typeface="Noto Sans Symbols"/>
              <a:buChar char="●"/>
              <a:tabLst/>
              <a:defRPr/>
            </a:pP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This library is also used, together with the back logic of Node, to manage a special thread pool called the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libuv</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thread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pool.This</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thread pool is composed of four threads used to delegate operations that are too heavy for the event loop. I/O operations, Opening and closing connections, </a:t>
            </a:r>
            <a:r>
              <a:rPr kumimoji="0" lang="en-US" sz="1200" b="0" i="0" u="none" strike="noStrike" kern="1200" cap="none" spc="0" normalizeH="0" baseline="0" noProof="0" dirty="0" err="1">
                <a:ln>
                  <a:noFill/>
                </a:ln>
                <a:solidFill>
                  <a:srgbClr val="000000"/>
                </a:solidFill>
                <a:effectLst/>
                <a:uLnTx/>
                <a:uFillTx/>
                <a:latin typeface="Times New Roman"/>
                <a:ea typeface="Times New Roman"/>
                <a:cs typeface="Times New Roman"/>
                <a:sym typeface="Times New Roman"/>
              </a:rPr>
              <a:t>setTimeouts</a:t>
            </a:r>
            <a:r>
              <a:rPr kumimoji="0" lang="en-US"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rPr>
              <a:t> are the example of such operations.</a:t>
            </a:r>
            <a:endParaRPr kumimoji="0" sz="1200" b="0" i="0" u="none" strike="noStrike" kern="120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9502538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9"/>
          <p:cNvSpPr txBox="1">
            <a:spLocks noGrp="1"/>
          </p:cNvSpPr>
          <p:nvPr>
            <p:ph type="title"/>
          </p:nvPr>
        </p:nvSpPr>
        <p:spPr>
          <a:xfrm>
            <a:off x="1018013" y="8640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20" name="Google Shape;220;p2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221" name="Google Shape;221;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23</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22" name="Google Shape;222;p29"/>
          <p:cNvGraphicFramePr/>
          <p:nvPr>
            <p:extLst/>
          </p:nvPr>
        </p:nvGraphicFramePr>
        <p:xfrm>
          <a:off x="969225" y="1783110"/>
          <a:ext cx="10155975" cy="164589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93557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When the thread pool completes a task, a callback function is called which handles the error(if any) or does some other operation.</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 This callback function is sent to the event queue. When the call stack is empty, the event goes through the event queue and sends the callback to the call stack</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following diagram is a proper representation of the event loop in a Node.js server:</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following diagram shows a simplified overview of the event loop order of operations:</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pic>
        <p:nvPicPr>
          <p:cNvPr id="223" name="Google Shape;223;p29"/>
          <p:cNvPicPr preferRelativeResize="0"/>
          <p:nvPr/>
        </p:nvPicPr>
        <p:blipFill rotWithShape="1">
          <a:blip r:embed="rId3">
            <a:alphaModFix/>
          </a:blip>
          <a:srcRect/>
          <a:stretch/>
        </p:blipFill>
        <p:spPr>
          <a:xfrm>
            <a:off x="3548063" y="3357926"/>
            <a:ext cx="5095875" cy="2847975"/>
          </a:xfrm>
          <a:prstGeom prst="rect">
            <a:avLst/>
          </a:prstGeom>
          <a:noFill/>
          <a:ln>
            <a:noFill/>
          </a:ln>
        </p:spPr>
      </p:pic>
    </p:spTree>
    <p:extLst>
      <p:ext uri="{BB962C8B-B14F-4D97-AF65-F5344CB8AC3E}">
        <p14:creationId xmlns:p14="http://schemas.microsoft.com/office/powerpoint/2010/main" val="23070944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1"/>
          <p:cNvSpPr txBox="1">
            <a:spLocks noGrp="1"/>
          </p:cNvSpPr>
          <p:nvPr>
            <p:ph type="title"/>
          </p:nvPr>
        </p:nvSpPr>
        <p:spPr>
          <a:xfrm>
            <a:off x="1018000" y="7504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38" name="Google Shape;238;p3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239" name="Google Shape;239;p3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24</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40" name="Google Shape;240;p31"/>
          <p:cNvGraphicFramePr/>
          <p:nvPr/>
        </p:nvGraphicFramePr>
        <p:xfrm>
          <a:off x="969225" y="1371726"/>
          <a:ext cx="10155975" cy="548628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935575">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Callback Concept:</a:t>
                      </a:r>
                      <a:endParaRPr sz="1200" u="sng"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A callback is the equivalent of an asynchronous function.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Asynchronous functions are also known as non-blocking functions since they do not block the thread on which they are running on.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Node.js relies heavily on asynchronous functions.</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This is because servers often receive many requests at a time; if the server was to be synchronous, requests would be processed one at a time which would lead to a bad user experience since the user might have to wait for a long time.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355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569CD6"/>
                          </a:solidFill>
                          <a:latin typeface="Arial"/>
                          <a:ea typeface="Arial"/>
                          <a:cs typeface="Arial"/>
                          <a:sym typeface="Arial"/>
                        </a:rPr>
                        <a:t>function</a:t>
                      </a:r>
                      <a:r>
                        <a:rPr lang="en-US" sz="1200" u="none" strike="noStrike" cap="none">
                          <a:solidFill>
                            <a:srgbClr val="D4D4D4"/>
                          </a:solidFill>
                          <a:latin typeface="Arial"/>
                          <a:ea typeface="Arial"/>
                          <a:cs typeface="Arial"/>
                          <a:sym typeface="Arial"/>
                        </a:rPr>
                        <a:t> </a:t>
                      </a:r>
                      <a:r>
                        <a:rPr lang="en-US" sz="1200" u="none" strike="noStrike" cap="none">
                          <a:solidFill>
                            <a:srgbClr val="DCDCAA"/>
                          </a:solidFill>
                          <a:latin typeface="Arial"/>
                          <a:ea typeface="Arial"/>
                          <a:cs typeface="Arial"/>
                          <a:sym typeface="Arial"/>
                        </a:rPr>
                        <a:t>processData</a:t>
                      </a:r>
                      <a:r>
                        <a:rPr lang="en-US" sz="1200" u="none" strike="noStrike" cap="none">
                          <a:solidFill>
                            <a:srgbClr val="D4D4D4"/>
                          </a:solidFill>
                          <a:latin typeface="Arial"/>
                          <a:ea typeface="Arial"/>
                          <a:cs typeface="Arial"/>
                          <a:sym typeface="Arial"/>
                        </a:rPr>
                        <a:t> ()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569CD6"/>
                          </a:solidFill>
                          <a:latin typeface="Arial"/>
                          <a:ea typeface="Arial"/>
                          <a:cs typeface="Arial"/>
                          <a:sym typeface="Arial"/>
                        </a:rPr>
                        <a:t>  var</a:t>
                      </a:r>
                      <a:r>
                        <a:rPr lang="en-US" sz="1200" u="none" strike="noStrike" cap="none">
                          <a:solidFill>
                            <a:srgbClr val="9CDCFE"/>
                          </a:solidFill>
                          <a:latin typeface="Arial"/>
                          <a:ea typeface="Arial"/>
                          <a:cs typeface="Arial"/>
                          <a:sym typeface="Arial"/>
                        </a:rPr>
                        <a:t> data</a:t>
                      </a:r>
                      <a:r>
                        <a:rPr lang="en-US" sz="1200" u="none" strike="noStrike" cap="none">
                          <a:solidFill>
                            <a:srgbClr val="D4D4D4"/>
                          </a:solidFill>
                          <a:latin typeface="Arial"/>
                          <a:ea typeface="Arial"/>
                          <a:cs typeface="Arial"/>
                          <a:sym typeface="Arial"/>
                        </a:rPr>
                        <a:t> = </a:t>
                      </a:r>
                      <a:r>
                        <a:rPr lang="en-US" sz="1200" u="none" strike="noStrike" cap="none">
                          <a:solidFill>
                            <a:srgbClr val="DCDCAA"/>
                          </a:solidFill>
                          <a:latin typeface="Arial"/>
                          <a:ea typeface="Arial"/>
                          <a:cs typeface="Arial"/>
                          <a:sym typeface="Arial"/>
                        </a:rPr>
                        <a:t>fetchData</a:t>
                      </a: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9CDCFE"/>
                          </a:solidFill>
                          <a:latin typeface="Arial"/>
                          <a:ea typeface="Arial"/>
                          <a:cs typeface="Arial"/>
                          <a:sym typeface="Arial"/>
                        </a:rPr>
                        <a:t>  data</a:t>
                      </a:r>
                      <a:r>
                        <a:rPr lang="en-US" sz="1200" u="none" strike="noStrike" cap="none">
                          <a:solidFill>
                            <a:srgbClr val="D4D4D4"/>
                          </a:solidFill>
                          <a:latin typeface="Arial"/>
                          <a:ea typeface="Arial"/>
                          <a:cs typeface="Arial"/>
                          <a:sym typeface="Arial"/>
                        </a:rPr>
                        <a:t> += </a:t>
                      </a:r>
                      <a:r>
                        <a:rPr lang="en-US" sz="1200" u="none" strike="noStrike" cap="none">
                          <a:solidFill>
                            <a:srgbClr val="B5CEA8"/>
                          </a:solidFill>
                          <a:latin typeface="Arial"/>
                          <a:ea typeface="Arial"/>
                          <a:cs typeface="Arial"/>
                          <a:sym typeface="Arial"/>
                        </a:rPr>
                        <a:t>1</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C586C0"/>
                          </a:solidFill>
                          <a:latin typeface="Arial"/>
                          <a:ea typeface="Arial"/>
                          <a:cs typeface="Arial"/>
                          <a:sym typeface="Arial"/>
                        </a:rPr>
                        <a:t>  return</a:t>
                      </a:r>
                      <a:r>
                        <a:rPr lang="en-US" sz="1200" u="none" strike="noStrike" cap="none">
                          <a:solidFill>
                            <a:srgbClr val="9CDCFE"/>
                          </a:solidFill>
                          <a:latin typeface="Arial"/>
                          <a:ea typeface="Arial"/>
                          <a:cs typeface="Arial"/>
                          <a:sym typeface="Arial"/>
                        </a:rPr>
                        <a:t> data</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93557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This works just fine and is very typical in other development environments. However, if fetchData takes a long time to load the data (maybe it is streaming it off the drive or the internet), then this causes the whole program to 'block' - otherwise known as sitting still and waiting - until it loads the data.</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Node.js, being an asynchronous platform, doesn't wait around for things like file I/O to finish - Node.js uses callbacks. A callback is a function called at the completion of a given task; this prevents any blocking, and allows other code to be run in the meantime.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 Node.js way to deal with the above would look a bit more like this:</a:t>
                      </a:r>
                      <a:endParaRPr sz="1200" u="none" strike="noStrike" cap="none">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9355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569CD6"/>
                          </a:solidFill>
                          <a:latin typeface="Arial"/>
                          <a:ea typeface="Arial"/>
                          <a:cs typeface="Arial"/>
                          <a:sym typeface="Arial"/>
                        </a:rPr>
                        <a:t>function</a:t>
                      </a:r>
                      <a:r>
                        <a:rPr lang="en-US" sz="1200" u="none" strike="noStrike" cap="none">
                          <a:solidFill>
                            <a:srgbClr val="D4D4D4"/>
                          </a:solidFill>
                          <a:latin typeface="Arial"/>
                          <a:ea typeface="Arial"/>
                          <a:cs typeface="Arial"/>
                          <a:sym typeface="Arial"/>
                        </a:rPr>
                        <a:t> </a:t>
                      </a:r>
                      <a:r>
                        <a:rPr lang="en-US" sz="1200" u="none" strike="noStrike" cap="none">
                          <a:solidFill>
                            <a:srgbClr val="DCDCAA"/>
                          </a:solidFill>
                          <a:latin typeface="Arial"/>
                          <a:ea typeface="Arial"/>
                          <a:cs typeface="Arial"/>
                          <a:sym typeface="Arial"/>
                        </a:rPr>
                        <a:t>processData</a:t>
                      </a: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callback</a:t>
                      </a: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DCDCAA"/>
                          </a:solidFill>
                          <a:latin typeface="Arial"/>
                          <a:ea typeface="Arial"/>
                          <a:cs typeface="Arial"/>
                          <a:sym typeface="Arial"/>
                        </a:rPr>
                        <a:t>fetchData</a:t>
                      </a:r>
                      <a:r>
                        <a:rPr lang="en-US" sz="1200" u="none" strike="noStrike" cap="none">
                          <a:solidFill>
                            <a:srgbClr val="D4D4D4"/>
                          </a:solidFill>
                          <a:latin typeface="Arial"/>
                          <a:ea typeface="Arial"/>
                          <a:cs typeface="Arial"/>
                          <a:sym typeface="Arial"/>
                        </a:rPr>
                        <a:t>(</a:t>
                      </a:r>
                      <a:r>
                        <a:rPr lang="en-US" sz="1200" u="none" strike="noStrike" cap="none">
                          <a:solidFill>
                            <a:srgbClr val="569CD6"/>
                          </a:solidFill>
                          <a:latin typeface="Arial"/>
                          <a:ea typeface="Arial"/>
                          <a:cs typeface="Arial"/>
                          <a:sym typeface="Arial"/>
                        </a:rPr>
                        <a:t>function</a:t>
                      </a: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err</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 data</a:t>
                      </a: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C586C0"/>
                          </a:solidFill>
                          <a:latin typeface="Arial"/>
                          <a:ea typeface="Arial"/>
                          <a:cs typeface="Arial"/>
                          <a:sym typeface="Arial"/>
                        </a:rPr>
                        <a:t>    if</a:t>
                      </a: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err</a:t>
                      </a: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console</a:t>
                      </a:r>
                      <a:r>
                        <a:rPr lang="en-US" sz="1200" u="none" strike="noStrike" cap="none">
                          <a:solidFill>
                            <a:srgbClr val="D4D4D4"/>
                          </a:solidFill>
                          <a:latin typeface="Arial"/>
                          <a:ea typeface="Arial"/>
                          <a:cs typeface="Arial"/>
                          <a:sym typeface="Arial"/>
                        </a:rPr>
                        <a:t>.</a:t>
                      </a:r>
                      <a:r>
                        <a:rPr lang="en-US" sz="1200" u="none" strike="noStrike" cap="none">
                          <a:solidFill>
                            <a:srgbClr val="DCDCAA"/>
                          </a:solidFill>
                          <a:latin typeface="Arial"/>
                          <a:ea typeface="Arial"/>
                          <a:cs typeface="Arial"/>
                          <a:sym typeface="Arial"/>
                        </a:rPr>
                        <a:t>log</a:t>
                      </a:r>
                      <a:r>
                        <a:rPr lang="en-US" sz="1200" u="none" strike="noStrike" cap="none">
                          <a:solidFill>
                            <a:srgbClr val="D4D4D4"/>
                          </a:solidFill>
                          <a:latin typeface="Arial"/>
                          <a:ea typeface="Arial"/>
                          <a:cs typeface="Arial"/>
                          <a:sym typeface="Arial"/>
                        </a:rPr>
                        <a:t>(</a:t>
                      </a:r>
                      <a:r>
                        <a:rPr lang="en-US" sz="1200" u="none" strike="noStrike" cap="none">
                          <a:solidFill>
                            <a:srgbClr val="CE9178"/>
                          </a:solidFill>
                          <a:latin typeface="Arial"/>
                          <a:ea typeface="Arial"/>
                          <a:cs typeface="Arial"/>
                          <a:sym typeface="Arial"/>
                        </a:rPr>
                        <a:t>"An error has occurred. Abort everything!"</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C586C0"/>
                          </a:solidFill>
                          <a:latin typeface="Arial"/>
                          <a:ea typeface="Arial"/>
                          <a:cs typeface="Arial"/>
                          <a:sym typeface="Arial"/>
                        </a:rPr>
                        <a:t>      return</a:t>
                      </a:r>
                      <a:r>
                        <a:rPr lang="en-US" sz="1200" u="none" strike="noStrike" cap="none">
                          <a:solidFill>
                            <a:srgbClr val="D4D4D4"/>
                          </a:solidFill>
                          <a:latin typeface="Arial"/>
                          <a:ea typeface="Arial"/>
                          <a:cs typeface="Arial"/>
                          <a:sym typeface="Arial"/>
                        </a:rPr>
                        <a:t> </a:t>
                      </a:r>
                      <a:r>
                        <a:rPr lang="en-US" sz="1200" u="none" strike="noStrike" cap="none">
                          <a:solidFill>
                            <a:srgbClr val="DCDCAA"/>
                          </a:solidFill>
                          <a:latin typeface="Arial"/>
                          <a:ea typeface="Arial"/>
                          <a:cs typeface="Arial"/>
                          <a:sym typeface="Arial"/>
                        </a:rPr>
                        <a:t>callback</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err</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9CDCFE"/>
                          </a:solidFill>
                          <a:latin typeface="Arial"/>
                          <a:ea typeface="Arial"/>
                          <a:cs typeface="Arial"/>
                          <a:sym typeface="Arial"/>
                        </a:rPr>
                        <a:t>    data</a:t>
                      </a:r>
                      <a:r>
                        <a:rPr lang="en-US" sz="1200" u="none" strike="noStrike" cap="none">
                          <a:solidFill>
                            <a:srgbClr val="D4D4D4"/>
                          </a:solidFill>
                          <a:latin typeface="Arial"/>
                          <a:ea typeface="Arial"/>
                          <a:cs typeface="Arial"/>
                          <a:sym typeface="Arial"/>
                        </a:rPr>
                        <a:t> += </a:t>
                      </a:r>
                      <a:r>
                        <a:rPr lang="en-US" sz="1200" u="none" strike="noStrike" cap="none">
                          <a:solidFill>
                            <a:srgbClr val="B5CEA8"/>
                          </a:solidFill>
                          <a:latin typeface="Arial"/>
                          <a:ea typeface="Arial"/>
                          <a:cs typeface="Arial"/>
                          <a:sym typeface="Arial"/>
                        </a:rPr>
                        <a:t>1</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DCDCAA"/>
                          </a:solidFill>
                          <a:latin typeface="Arial"/>
                          <a:ea typeface="Arial"/>
                          <a:cs typeface="Arial"/>
                          <a:sym typeface="Arial"/>
                        </a:rPr>
                        <a:t>callback</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data</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976259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2"/>
          <p:cNvSpPr txBox="1">
            <a:spLocks noGrp="1"/>
          </p:cNvSpPr>
          <p:nvPr>
            <p:ph type="title"/>
          </p:nvPr>
        </p:nvSpPr>
        <p:spPr>
          <a:xfrm>
            <a:off x="1018000" y="7504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46" name="Google Shape;246;p3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247" name="Google Shape;247;p3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25</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48" name="Google Shape;248;p32"/>
          <p:cNvGraphicFramePr/>
          <p:nvPr/>
        </p:nvGraphicFramePr>
        <p:xfrm>
          <a:off x="969213" y="1653001"/>
          <a:ext cx="10155975" cy="4593115"/>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93557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At first glance, it may look unnecessarily complicated, but callbacks are the foundation of Node.js. Callbacks give you an interface with which to say, "and when you're done doing that, do all this." This allows you to have as many IO operations as your OS can handle happening at the same time.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For example, in a web server with hundreds or thousands of pending requests with multiple blocking queries, performing the blocking queries asynchronously gives you the ability to be able to continue working and not just sit still and wait until the blocking operations come back. This is a major improvement.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 typical convention with asynchronous functions (which almost all of your functions should be):</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355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569CD6"/>
                          </a:solidFill>
                          <a:latin typeface="Arial"/>
                          <a:ea typeface="Arial"/>
                          <a:cs typeface="Arial"/>
                          <a:sym typeface="Arial"/>
                        </a:rPr>
                        <a:t>function</a:t>
                      </a:r>
                      <a:r>
                        <a:rPr lang="en-US" sz="1200" u="none" strike="noStrike" cap="none">
                          <a:solidFill>
                            <a:srgbClr val="D4D4D4"/>
                          </a:solidFill>
                          <a:latin typeface="Arial"/>
                          <a:ea typeface="Arial"/>
                          <a:cs typeface="Arial"/>
                          <a:sym typeface="Arial"/>
                        </a:rPr>
                        <a:t> </a:t>
                      </a:r>
                      <a:r>
                        <a:rPr lang="en-US" sz="1200" u="none" strike="noStrike" cap="none">
                          <a:solidFill>
                            <a:srgbClr val="DCDCAA"/>
                          </a:solidFill>
                          <a:latin typeface="Arial"/>
                          <a:ea typeface="Arial"/>
                          <a:cs typeface="Arial"/>
                          <a:sym typeface="Arial"/>
                        </a:rPr>
                        <a:t>asyncOperation</a:t>
                      </a: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 a</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 b</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 c</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 callback</a:t>
                      </a:r>
                      <a:r>
                        <a:rPr lang="en-US" sz="1200" u="none" strike="noStrike" cap="none">
                          <a:solidFill>
                            <a:srgbClr val="D4D4D4"/>
                          </a:solidFill>
                          <a:latin typeface="Arial"/>
                          <a:ea typeface="Arial"/>
                          <a:cs typeface="Arial"/>
                          <a:sym typeface="Arial"/>
                        </a:rPr>
                        <a:t> )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6A9955"/>
                          </a:solidFill>
                          <a:latin typeface="Arial"/>
                          <a:ea typeface="Arial"/>
                          <a:cs typeface="Arial"/>
                          <a:sym typeface="Arial"/>
                        </a:rPr>
                        <a:t>  // ... lots of hard work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C586C0"/>
                          </a:solidFill>
                          <a:latin typeface="Arial"/>
                          <a:ea typeface="Arial"/>
                          <a:cs typeface="Arial"/>
                          <a:sym typeface="Arial"/>
                        </a:rPr>
                        <a:t>  if</a:t>
                      </a:r>
                      <a:r>
                        <a:rPr lang="en-US" sz="1200" u="none" strike="noStrike" cap="none">
                          <a:solidFill>
                            <a:srgbClr val="D4D4D4"/>
                          </a:solidFill>
                          <a:latin typeface="Arial"/>
                          <a:ea typeface="Arial"/>
                          <a:cs typeface="Arial"/>
                          <a:sym typeface="Arial"/>
                        </a:rPr>
                        <a:t> (</a:t>
                      </a:r>
                      <a:r>
                        <a:rPr lang="en-US" sz="1200" u="none" strike="noStrike" cap="none">
                          <a:solidFill>
                            <a:srgbClr val="6A9955"/>
                          </a:solidFill>
                          <a:latin typeface="Arial"/>
                          <a:ea typeface="Arial"/>
                          <a:cs typeface="Arial"/>
                          <a:sym typeface="Arial"/>
                        </a:rPr>
                        <a:t> /* an error occurs */</a:t>
                      </a:r>
                      <a:r>
                        <a:rPr lang="en-US" sz="1200" u="none" strike="noStrike" cap="none">
                          <a:solidFill>
                            <a:srgbClr val="D4D4D4"/>
                          </a:solidFill>
                          <a:latin typeface="Arial"/>
                          <a:ea typeface="Arial"/>
                          <a:cs typeface="Arial"/>
                          <a:sym typeface="Arial"/>
                        </a:rPr>
                        <a:t> )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C586C0"/>
                          </a:solidFill>
                          <a:latin typeface="Arial"/>
                          <a:ea typeface="Arial"/>
                          <a:cs typeface="Arial"/>
                          <a:sym typeface="Arial"/>
                        </a:rPr>
                        <a:t>    return</a:t>
                      </a:r>
                      <a:r>
                        <a:rPr lang="en-US" sz="1200" u="none" strike="noStrike" cap="none">
                          <a:solidFill>
                            <a:srgbClr val="D4D4D4"/>
                          </a:solidFill>
                          <a:latin typeface="Arial"/>
                          <a:ea typeface="Arial"/>
                          <a:cs typeface="Arial"/>
                          <a:sym typeface="Arial"/>
                        </a:rPr>
                        <a:t> </a:t>
                      </a:r>
                      <a:r>
                        <a:rPr lang="en-US" sz="1200" u="none" strike="noStrike" cap="none">
                          <a:solidFill>
                            <a:srgbClr val="DCDCAA"/>
                          </a:solidFill>
                          <a:latin typeface="Arial"/>
                          <a:ea typeface="Arial"/>
                          <a:cs typeface="Arial"/>
                          <a:sym typeface="Arial"/>
                        </a:rPr>
                        <a:t>callback</a:t>
                      </a:r>
                      <a:r>
                        <a:rPr lang="en-US" sz="1200" u="none" strike="noStrike" cap="none">
                          <a:solidFill>
                            <a:srgbClr val="D4D4D4"/>
                          </a:solidFill>
                          <a:latin typeface="Arial"/>
                          <a:ea typeface="Arial"/>
                          <a:cs typeface="Arial"/>
                          <a:sym typeface="Arial"/>
                        </a:rPr>
                        <a:t>(</a:t>
                      </a:r>
                      <a:r>
                        <a:rPr lang="en-US" sz="1200" u="none" strike="noStrike" cap="none">
                          <a:solidFill>
                            <a:srgbClr val="569CD6"/>
                          </a:solidFill>
                          <a:latin typeface="Arial"/>
                          <a:ea typeface="Arial"/>
                          <a:cs typeface="Arial"/>
                          <a:sym typeface="Arial"/>
                        </a:rPr>
                        <a:t>new</a:t>
                      </a:r>
                      <a:r>
                        <a:rPr lang="en-US" sz="1200" u="none" strike="noStrike" cap="none">
                          <a:solidFill>
                            <a:srgbClr val="D4D4D4"/>
                          </a:solidFill>
                          <a:latin typeface="Arial"/>
                          <a:ea typeface="Arial"/>
                          <a:cs typeface="Arial"/>
                          <a:sym typeface="Arial"/>
                        </a:rPr>
                        <a:t> </a:t>
                      </a:r>
                      <a:r>
                        <a:rPr lang="en-US" sz="1200" u="none" strike="noStrike" cap="none">
                          <a:solidFill>
                            <a:srgbClr val="4EC9B0"/>
                          </a:solidFill>
                          <a:latin typeface="Arial"/>
                          <a:ea typeface="Arial"/>
                          <a:cs typeface="Arial"/>
                          <a:sym typeface="Arial"/>
                        </a:rPr>
                        <a:t>Error</a:t>
                      </a:r>
                      <a:r>
                        <a:rPr lang="en-US" sz="1200" u="none" strike="noStrike" cap="none">
                          <a:solidFill>
                            <a:srgbClr val="D4D4D4"/>
                          </a:solidFill>
                          <a:latin typeface="Arial"/>
                          <a:ea typeface="Arial"/>
                          <a:cs typeface="Arial"/>
                          <a:sym typeface="Arial"/>
                        </a:rPr>
                        <a:t>(</a:t>
                      </a:r>
                      <a:r>
                        <a:rPr lang="en-US" sz="1200" u="none" strike="noStrike" cap="none">
                          <a:solidFill>
                            <a:srgbClr val="CE9178"/>
                          </a:solidFill>
                          <a:latin typeface="Arial"/>
                          <a:ea typeface="Arial"/>
                          <a:cs typeface="Arial"/>
                          <a:sym typeface="Arial"/>
                        </a:rPr>
                        <a:t>"An error has occurred"</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6A9955"/>
                          </a:solidFill>
                          <a:latin typeface="Arial"/>
                          <a:ea typeface="Arial"/>
                          <a:cs typeface="Arial"/>
                          <a:sym typeface="Arial"/>
                        </a:rPr>
                        <a:t>  // ... more work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  </a:t>
                      </a:r>
                      <a:r>
                        <a:rPr lang="en-US" sz="1200" u="none" strike="noStrike" cap="none">
                          <a:solidFill>
                            <a:srgbClr val="DCDCAA"/>
                          </a:solidFill>
                          <a:latin typeface="Arial"/>
                          <a:ea typeface="Arial"/>
                          <a:cs typeface="Arial"/>
                          <a:sym typeface="Arial"/>
                        </a:rPr>
                        <a:t>callback</a:t>
                      </a:r>
                      <a:r>
                        <a:rPr lang="en-US" sz="1200" u="none" strike="noStrike" cap="none">
                          <a:solidFill>
                            <a:srgbClr val="D4D4D4"/>
                          </a:solidFill>
                          <a:latin typeface="Arial"/>
                          <a:ea typeface="Arial"/>
                          <a:cs typeface="Arial"/>
                          <a:sym typeface="Arial"/>
                        </a:rPr>
                        <a:t>(</a:t>
                      </a:r>
                      <a:r>
                        <a:rPr lang="en-US" sz="1200" u="none" strike="noStrike" cap="none">
                          <a:solidFill>
                            <a:srgbClr val="569CD6"/>
                          </a:solidFill>
                          <a:latin typeface="Arial"/>
                          <a:ea typeface="Arial"/>
                          <a:cs typeface="Arial"/>
                          <a:sym typeface="Arial"/>
                        </a:rPr>
                        <a:t>null</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 d</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 e</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 f</a:t>
                      </a: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CDCAA"/>
                          </a:solidFill>
                          <a:latin typeface="Arial"/>
                          <a:ea typeface="Arial"/>
                          <a:cs typeface="Arial"/>
                          <a:sym typeface="Arial"/>
                        </a:rPr>
                        <a:t>asyncOperation</a:t>
                      </a: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 params</a:t>
                      </a:r>
                      <a:r>
                        <a:rPr lang="en-US" sz="1200" u="none" strike="noStrike" cap="none">
                          <a:solidFill>
                            <a:srgbClr val="D4D4D4"/>
                          </a:solidFill>
                          <a:latin typeface="Arial"/>
                          <a:ea typeface="Arial"/>
                          <a:cs typeface="Arial"/>
                          <a:sym typeface="Arial"/>
                        </a:rPr>
                        <a:t>.., </a:t>
                      </a:r>
                      <a:r>
                        <a:rPr lang="en-US" sz="1200" u="none" strike="noStrike" cap="none">
                          <a:solidFill>
                            <a:srgbClr val="569CD6"/>
                          </a:solidFill>
                          <a:latin typeface="Arial"/>
                          <a:ea typeface="Arial"/>
                          <a:cs typeface="Arial"/>
                          <a:sym typeface="Arial"/>
                        </a:rPr>
                        <a:t>function</a:t>
                      </a:r>
                      <a:r>
                        <a:rPr lang="en-US" sz="1200" u="none" strike="noStrike" cap="none">
                          <a:solidFill>
                            <a:srgbClr val="D4D4D4"/>
                          </a:solidFill>
                          <a:latin typeface="Arial"/>
                          <a:ea typeface="Arial"/>
                          <a:cs typeface="Arial"/>
                          <a:sym typeface="Arial"/>
                        </a:rPr>
                        <a:t> (</a:t>
                      </a:r>
                      <a:r>
                        <a:rPr lang="en-US" sz="1200" u="none" strike="noStrike" cap="none">
                          <a:solidFill>
                            <a:srgbClr val="9CDCFE"/>
                          </a:solidFill>
                          <a:latin typeface="Arial"/>
                          <a:ea typeface="Arial"/>
                          <a:cs typeface="Arial"/>
                          <a:sym typeface="Arial"/>
                        </a:rPr>
                        <a:t> err</a:t>
                      </a:r>
                      <a:r>
                        <a:rPr lang="en-US" sz="1200" u="none" strike="noStrike" cap="none">
                          <a:solidFill>
                            <a:srgbClr val="D4D4D4"/>
                          </a:solidFill>
                          <a:latin typeface="Arial"/>
                          <a:ea typeface="Arial"/>
                          <a:cs typeface="Arial"/>
                          <a:sym typeface="Arial"/>
                        </a:rPr>
                        <a:t>,</a:t>
                      </a:r>
                      <a:r>
                        <a:rPr lang="en-US" sz="1200" u="none" strike="noStrike" cap="none">
                          <a:solidFill>
                            <a:srgbClr val="9CDCFE"/>
                          </a:solidFill>
                          <a:latin typeface="Arial"/>
                          <a:ea typeface="Arial"/>
                          <a:cs typeface="Arial"/>
                          <a:sym typeface="Arial"/>
                        </a:rPr>
                        <a:t> returnValues</a:t>
                      </a:r>
                      <a:r>
                        <a:rPr lang="en-US" sz="1200" u="none" strike="noStrike" cap="none">
                          <a:solidFill>
                            <a:srgbClr val="D4D4D4"/>
                          </a:solidFill>
                          <a:latin typeface="Arial"/>
                          <a:ea typeface="Arial"/>
                          <a:cs typeface="Arial"/>
                          <a:sym typeface="Arial"/>
                        </a:rPr>
                        <a:t>.. ) {</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6A9955"/>
                          </a:solidFill>
                          <a:latin typeface="Arial"/>
                          <a:ea typeface="Arial"/>
                          <a:cs typeface="Arial"/>
                          <a:sym typeface="Arial"/>
                        </a:rPr>
                        <a:t>  //This code gets run after the async operation gets run</a:t>
                      </a:r>
                      <a:endParaRPr sz="1200" u="none" strike="noStrike" cap="none">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solidFill>
                            <a:srgbClr val="D4D4D4"/>
                          </a:solidFill>
                          <a:latin typeface="Arial"/>
                          <a:ea typeface="Arial"/>
                          <a:cs typeface="Arial"/>
                          <a:sym typeface="Arial"/>
                        </a:rPr>
                        <a:t>});</a:t>
                      </a:r>
                      <a:endParaRPr sz="1200" u="none" strike="noStrike" cap="none">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93557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You will almost always want to follow the error callback convention, since most Node.js users will expect your project to follow them.</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 general idea is that the callback is the last parameter. The callback gets called after the function is done with all of its operations. Traditionally, the first parameter of the callback is the error value. If the function hits an error, then they typically call the callback with the first parameter being an Error object.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If it cleanly exits, then they will call the callback with the first parameter being null and the rest being the return value(s).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108155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3"/>
          <p:cNvSpPr txBox="1">
            <a:spLocks noGrp="1"/>
          </p:cNvSpPr>
          <p:nvPr>
            <p:ph type="title"/>
          </p:nvPr>
        </p:nvSpPr>
        <p:spPr>
          <a:xfrm>
            <a:off x="1066775" y="3846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54" name="Google Shape;254;p3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255" name="Google Shape;255;p3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26</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56" name="Google Shape;256;p33"/>
          <p:cNvGraphicFramePr/>
          <p:nvPr>
            <p:extLst/>
          </p:nvPr>
        </p:nvGraphicFramePr>
        <p:xfrm>
          <a:off x="1017987" y="901860"/>
          <a:ext cx="10155975" cy="585210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3057179">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dirty="0">
                          <a:latin typeface="Times New Roman"/>
                          <a:ea typeface="Times New Roman"/>
                          <a:cs typeface="Times New Roman"/>
                          <a:sym typeface="Times New Roman"/>
                        </a:rPr>
                        <a:t>Global Objects:</a:t>
                      </a:r>
                      <a:endParaRPr sz="1200"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Node.js Global Objects are the objects that are available in all modules. We do not need to include these objects in our application, rather we can use them directly.</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Global Objects are built-in objects that are part of the JavaScript and can be used directly in the application without importing any particular module.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 following variables may appear to be global but are not. They exist only in the scope of modules,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__</a:t>
                      </a:r>
                      <a:r>
                        <a:rPr lang="en-US" sz="1200" u="none" strike="noStrike" cap="none" dirty="0" err="1">
                          <a:latin typeface="Times New Roman"/>
                          <a:ea typeface="Times New Roman"/>
                          <a:cs typeface="Times New Roman"/>
                          <a:sym typeface="Times New Roman"/>
                        </a:rPr>
                        <a:t>dirname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__filename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exports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module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require()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Console is also part of Global objects but we have discussed in detail above.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You should also discuss </a:t>
                      </a:r>
                      <a:r>
                        <a:rPr lang="en-US" sz="1200" u="sng" strike="noStrike" cap="none" dirty="0">
                          <a:solidFill>
                            <a:schemeClr val="hlink"/>
                          </a:solidFill>
                          <a:latin typeface="Times New Roman"/>
                          <a:ea typeface="Times New Roman"/>
                          <a:cs typeface="Times New Roman"/>
                          <a:sym typeface="Times New Roman"/>
                          <a:hlinkClick r:id="rId3"/>
                        </a:rPr>
                        <a:t>buffer</a:t>
                      </a:r>
                      <a:r>
                        <a:rPr lang="en-US" sz="1200" u="none" strike="noStrike" cap="none" dirty="0">
                          <a:latin typeface="Times New Roman"/>
                          <a:ea typeface="Times New Roman"/>
                          <a:cs typeface="Times New Roman"/>
                          <a:sym typeface="Times New Roman"/>
                        </a:rPr>
                        <a:t>, </a:t>
                      </a:r>
                      <a:r>
                        <a:rPr lang="en-US" sz="1200" u="sng" strike="noStrike" cap="none" dirty="0">
                          <a:solidFill>
                            <a:schemeClr val="hlink"/>
                          </a:solidFill>
                          <a:latin typeface="Times New Roman"/>
                          <a:ea typeface="Times New Roman"/>
                          <a:cs typeface="Times New Roman"/>
                          <a:sym typeface="Times New Roman"/>
                          <a:hlinkClick r:id="rId4"/>
                        </a:rPr>
                        <a:t>timer</a:t>
                      </a:r>
                      <a:r>
                        <a:rPr lang="en-US" sz="1200" u="none" strike="noStrike" cap="none" dirty="0">
                          <a:latin typeface="Times New Roman"/>
                          <a:ea typeface="Times New Roman"/>
                          <a:cs typeface="Times New Roman"/>
                          <a:sym typeface="Times New Roman"/>
                        </a:rPr>
                        <a:t>, </a:t>
                      </a:r>
                      <a:r>
                        <a:rPr lang="en-US" sz="1200" u="sng" strike="noStrike" cap="none" dirty="0">
                          <a:solidFill>
                            <a:schemeClr val="hlink"/>
                          </a:solidFill>
                          <a:latin typeface="Times New Roman"/>
                          <a:ea typeface="Times New Roman"/>
                          <a:cs typeface="Times New Roman"/>
                          <a:sym typeface="Times New Roman"/>
                          <a:hlinkClick r:id="rId5"/>
                        </a:rPr>
                        <a:t>process</a:t>
                      </a:r>
                      <a:r>
                        <a:rPr lang="en-US" sz="1200" u="none" strike="noStrike" cap="none" dirty="0">
                          <a:latin typeface="Times New Roman"/>
                          <a:ea typeface="Times New Roman"/>
                          <a:cs typeface="Times New Roman"/>
                          <a:sym typeface="Times New Roman"/>
                        </a:rPr>
                        <a:t>. </a:t>
                      </a:r>
                      <a:endParaRPr sz="1200" u="none" strike="noStrike" cap="none" dirty="0">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1200"/>
                        <a:buFont typeface="Arial"/>
                        <a:buNone/>
                      </a:pP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sng" strike="noStrike" cap="none" dirty="0">
                          <a:latin typeface="Times New Roman"/>
                          <a:ea typeface="Times New Roman"/>
                          <a:cs typeface="Times New Roman"/>
                          <a:sym typeface="Times New Roman"/>
                        </a:rPr>
                        <a:t>Utility Module:</a:t>
                      </a:r>
                      <a:endParaRPr sz="12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There are various utility modules available in node.js module library. The modules are extremely useful in developing node based web applications.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Various utility modules present in node.js are as follows: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OS Module: Operating System based utility modules for node.js are provided by OS module.</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377799">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var</a:t>
                      </a:r>
                      <a:r>
                        <a:rPr lang="en-US" sz="1200" u="none" strike="noStrike" cap="none" dirty="0">
                          <a:solidFill>
                            <a:srgbClr val="D4D4D4"/>
                          </a:solidFill>
                          <a:latin typeface="Arial"/>
                          <a:ea typeface="Arial"/>
                          <a:cs typeface="Arial"/>
                          <a:sym typeface="Arial"/>
                        </a:rPr>
                        <a:t> </a:t>
                      </a:r>
                      <a:r>
                        <a:rPr lang="en-US" sz="1200" u="none" strike="noStrike" cap="none" dirty="0" err="1">
                          <a:solidFill>
                            <a:srgbClr val="D4D4D4"/>
                          </a:solidFill>
                          <a:latin typeface="Arial"/>
                          <a:ea typeface="Arial"/>
                          <a:cs typeface="Arial"/>
                          <a:sym typeface="Arial"/>
                        </a:rPr>
                        <a:t>os</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DCDCAA"/>
                          </a:solidFill>
                          <a:latin typeface="Arial"/>
                          <a:ea typeface="Arial"/>
                          <a:cs typeface="Arial"/>
                          <a:sym typeface="Arial"/>
                        </a:rPr>
                        <a:t>require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a:t>
                      </a:r>
                      <a:r>
                        <a:rPr lang="en-US" sz="1200" u="none" strike="noStrike" cap="none" dirty="0" err="1">
                          <a:solidFill>
                            <a:srgbClr val="CE9178"/>
                          </a:solidFill>
                          <a:latin typeface="Arial"/>
                          <a:ea typeface="Arial"/>
                          <a:cs typeface="Arial"/>
                          <a:sym typeface="Arial"/>
                        </a:rPr>
                        <a:t>os</a:t>
                      </a:r>
                      <a:r>
                        <a:rPr lang="en-US" sz="1200" u="none" strike="noStrike" cap="none" dirty="0">
                          <a:solidFill>
                            <a:srgbClr val="CE9178"/>
                          </a:solidFill>
                          <a:latin typeface="Arial"/>
                          <a:ea typeface="Arial"/>
                          <a:cs typeface="Arial"/>
                          <a:sym typeface="Arial"/>
                        </a:rPr>
                        <a:t>"</a:t>
                      </a: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Display operating System type</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'Operating System type : '</a:t>
                      </a:r>
                      <a:r>
                        <a:rPr lang="en-US" sz="1200" u="none" strike="noStrike" cap="none" dirty="0">
                          <a:solidFill>
                            <a:srgbClr val="D4D4D4"/>
                          </a:solidFill>
                          <a:latin typeface="Arial"/>
                          <a:ea typeface="Arial"/>
                          <a:cs typeface="Arial"/>
                          <a:sym typeface="Arial"/>
                        </a:rPr>
                        <a:t> + </a:t>
                      </a:r>
                      <a:r>
                        <a:rPr lang="en-US" sz="1200" u="none" strike="noStrike" cap="none" dirty="0" err="1">
                          <a:solidFill>
                            <a:srgbClr val="D4D4D4"/>
                          </a:solidFill>
                          <a:latin typeface="Arial"/>
                          <a:ea typeface="Arial"/>
                          <a:cs typeface="Arial"/>
                          <a:sym typeface="Arial"/>
                        </a:rPr>
                        <a:t>os.</a:t>
                      </a:r>
                      <a:r>
                        <a:rPr lang="en-US" sz="1200" u="none" strike="noStrike" cap="none" dirty="0" err="1">
                          <a:solidFill>
                            <a:srgbClr val="DCDCAA"/>
                          </a:solidFill>
                          <a:latin typeface="Arial"/>
                          <a:ea typeface="Arial"/>
                          <a:cs typeface="Arial"/>
                          <a:sym typeface="Arial"/>
                        </a:rPr>
                        <a:t>type</a:t>
                      </a: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 Display operating System platform</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'platform : '</a:t>
                      </a:r>
                      <a:r>
                        <a:rPr lang="en-US" sz="1200" u="none" strike="noStrike" cap="none" dirty="0">
                          <a:solidFill>
                            <a:srgbClr val="D4D4D4"/>
                          </a:solidFill>
                          <a:latin typeface="Arial"/>
                          <a:ea typeface="Arial"/>
                          <a:cs typeface="Arial"/>
                          <a:sym typeface="Arial"/>
                        </a:rPr>
                        <a:t> + </a:t>
                      </a:r>
                      <a:r>
                        <a:rPr lang="en-US" sz="1200" u="none" strike="noStrike" cap="none" dirty="0" err="1">
                          <a:solidFill>
                            <a:srgbClr val="D4D4D4"/>
                          </a:solidFill>
                          <a:latin typeface="Arial"/>
                          <a:ea typeface="Arial"/>
                          <a:cs typeface="Arial"/>
                          <a:sym typeface="Arial"/>
                        </a:rPr>
                        <a:t>os.</a:t>
                      </a:r>
                      <a:r>
                        <a:rPr lang="en-US" sz="1200" u="none" strike="noStrike" cap="none" dirty="0" err="1">
                          <a:solidFill>
                            <a:srgbClr val="DCDCAA"/>
                          </a:solidFill>
                          <a:latin typeface="Arial"/>
                          <a:ea typeface="Arial"/>
                          <a:cs typeface="Arial"/>
                          <a:sym typeface="Arial"/>
                        </a:rPr>
                        <a:t>platform</a:t>
                      </a: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 Display total memory</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'total memory : '</a:t>
                      </a:r>
                      <a:r>
                        <a:rPr lang="en-US" sz="1200" u="none" strike="noStrike" cap="none" dirty="0">
                          <a:solidFill>
                            <a:srgbClr val="D4D4D4"/>
                          </a:solidFill>
                          <a:latin typeface="Arial"/>
                          <a:ea typeface="Arial"/>
                          <a:cs typeface="Arial"/>
                          <a:sym typeface="Arial"/>
                        </a:rPr>
                        <a:t> + </a:t>
                      </a:r>
                      <a:r>
                        <a:rPr lang="en-US" sz="1200" u="none" strike="noStrike" cap="none" dirty="0" err="1">
                          <a:solidFill>
                            <a:srgbClr val="D4D4D4"/>
                          </a:solidFill>
                          <a:latin typeface="Arial"/>
                          <a:ea typeface="Arial"/>
                          <a:cs typeface="Arial"/>
                          <a:sym typeface="Arial"/>
                        </a:rPr>
                        <a:t>os.</a:t>
                      </a:r>
                      <a:r>
                        <a:rPr lang="en-US" sz="1200" u="none" strike="noStrike" cap="none" dirty="0" err="1">
                          <a:solidFill>
                            <a:srgbClr val="DCDCAA"/>
                          </a:solidFill>
                          <a:latin typeface="Arial"/>
                          <a:ea typeface="Arial"/>
                          <a:cs typeface="Arial"/>
                          <a:sym typeface="Arial"/>
                        </a:rPr>
                        <a:t>totalmem</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CE9178"/>
                          </a:solidFill>
                          <a:latin typeface="Arial"/>
                          <a:ea typeface="Arial"/>
                          <a:cs typeface="Arial"/>
                          <a:sym typeface="Arial"/>
                        </a:rPr>
                        <a:t>" bytes."</a:t>
                      </a: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 Display available memory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'Available memory : '</a:t>
                      </a:r>
                      <a:r>
                        <a:rPr lang="en-US" sz="1200" u="none" strike="noStrike" cap="none" dirty="0">
                          <a:solidFill>
                            <a:srgbClr val="D4D4D4"/>
                          </a:solidFill>
                          <a:latin typeface="Arial"/>
                          <a:ea typeface="Arial"/>
                          <a:cs typeface="Arial"/>
                          <a:sym typeface="Arial"/>
                        </a:rPr>
                        <a:t> + </a:t>
                      </a:r>
                      <a:r>
                        <a:rPr lang="en-US" sz="1200" u="none" strike="noStrike" cap="none" dirty="0" err="1">
                          <a:solidFill>
                            <a:srgbClr val="D4D4D4"/>
                          </a:solidFill>
                          <a:latin typeface="Arial"/>
                          <a:ea typeface="Arial"/>
                          <a:cs typeface="Arial"/>
                          <a:sym typeface="Arial"/>
                        </a:rPr>
                        <a:t>os.</a:t>
                      </a:r>
                      <a:r>
                        <a:rPr lang="en-US" sz="1200" u="none" strike="noStrike" cap="none" dirty="0" err="1">
                          <a:solidFill>
                            <a:srgbClr val="DCDCAA"/>
                          </a:solidFill>
                          <a:latin typeface="Arial"/>
                          <a:ea typeface="Arial"/>
                          <a:cs typeface="Arial"/>
                          <a:sym typeface="Arial"/>
                        </a:rPr>
                        <a:t>freemem</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CE9178"/>
                          </a:solidFill>
                          <a:latin typeface="Arial"/>
                          <a:ea typeface="Arial"/>
                          <a:cs typeface="Arial"/>
                          <a:sym typeface="Arial"/>
                        </a:rPr>
                        <a:t>" bytes."</a:t>
                      </a:r>
                      <a:r>
                        <a:rPr lang="en-US" sz="1200" u="none" strike="noStrike" cap="none" dirty="0">
                          <a:solidFill>
                            <a:srgbClr val="D4D4D4"/>
                          </a:solidFill>
                          <a:latin typeface="Arial"/>
                          <a:ea typeface="Arial"/>
                          <a:cs typeface="Arial"/>
                          <a:sym typeface="Arial"/>
                        </a:rPr>
                        <a:t>);</a:t>
                      </a:r>
                      <a:endParaRPr sz="1200" u="none" strike="noStrike" cap="none" dirty="0">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218488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4"/>
          <p:cNvSpPr txBox="1">
            <a:spLocks noGrp="1"/>
          </p:cNvSpPr>
          <p:nvPr>
            <p:ph type="title"/>
          </p:nvPr>
        </p:nvSpPr>
        <p:spPr>
          <a:xfrm>
            <a:off x="1011013" y="9450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62" name="Google Shape;262;p3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263" name="Google Shape;263;p3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27</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64" name="Google Shape;264;p34"/>
          <p:cNvGraphicFramePr/>
          <p:nvPr>
            <p:extLst>
              <p:ext uri="{D42A27DB-BD31-4B8C-83A1-F6EECF244321}">
                <p14:modId xmlns:p14="http://schemas.microsoft.com/office/powerpoint/2010/main" val="99077960"/>
              </p:ext>
            </p:extLst>
          </p:nvPr>
        </p:nvGraphicFramePr>
        <p:xfrm>
          <a:off x="1066788" y="1828920"/>
          <a:ext cx="10155975" cy="457188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3501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Path Module: Path module in node.js is used for transforming and handling various file paths.</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355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var</a:t>
                      </a:r>
                      <a:r>
                        <a:rPr lang="en-US" sz="1200" u="none" strike="noStrike" cap="none" dirty="0">
                          <a:solidFill>
                            <a:srgbClr val="D4D4D4"/>
                          </a:solidFill>
                          <a:latin typeface="Arial"/>
                          <a:ea typeface="Arial"/>
                          <a:cs typeface="Arial"/>
                          <a:sym typeface="Arial"/>
                        </a:rPr>
                        <a:t> path = </a:t>
                      </a:r>
                      <a:r>
                        <a:rPr lang="en-US" sz="1200" u="none" strike="noStrike" cap="none" dirty="0">
                          <a:solidFill>
                            <a:srgbClr val="DCDCAA"/>
                          </a:solidFill>
                          <a:latin typeface="Arial"/>
                          <a:ea typeface="Arial"/>
                          <a:cs typeface="Arial"/>
                          <a:sym typeface="Arial"/>
                        </a:rPr>
                        <a:t>require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'path'</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Display Resolve</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'resolve:'</a:t>
                      </a:r>
                      <a:r>
                        <a:rPr lang="en-US" sz="1200" u="none" strike="noStrike" cap="none" dirty="0">
                          <a:solidFill>
                            <a:srgbClr val="D4D4D4"/>
                          </a:solidFill>
                          <a:latin typeface="Arial"/>
                          <a:ea typeface="Arial"/>
                          <a:cs typeface="Arial"/>
                          <a:sym typeface="Arial"/>
                        </a:rPr>
                        <a:t> + </a:t>
                      </a:r>
                      <a:r>
                        <a:rPr lang="en-US" sz="1200" u="none" strike="noStrike" cap="none" dirty="0" err="1">
                          <a:solidFill>
                            <a:srgbClr val="D4D4D4"/>
                          </a:solidFill>
                          <a:latin typeface="Arial"/>
                          <a:ea typeface="Arial"/>
                          <a:cs typeface="Arial"/>
                          <a:sym typeface="Arial"/>
                        </a:rPr>
                        <a:t>path.</a:t>
                      </a:r>
                      <a:r>
                        <a:rPr lang="en-US" sz="1200" u="none" strike="noStrike" cap="none" dirty="0" err="1">
                          <a:solidFill>
                            <a:srgbClr val="DCDCAA"/>
                          </a:solidFill>
                          <a:latin typeface="Arial"/>
                          <a:ea typeface="Arial"/>
                          <a:cs typeface="Arial"/>
                          <a:sym typeface="Arial"/>
                        </a:rPr>
                        <a:t>resolve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'paths.js'</a:t>
                      </a: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Display Extension</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'extension:'</a:t>
                      </a:r>
                      <a:r>
                        <a:rPr lang="en-US" sz="1200" u="none" strike="noStrike" cap="none" dirty="0">
                          <a:solidFill>
                            <a:srgbClr val="D4D4D4"/>
                          </a:solidFill>
                          <a:latin typeface="Arial"/>
                          <a:ea typeface="Arial"/>
                          <a:cs typeface="Arial"/>
                          <a:sym typeface="Arial"/>
                        </a:rPr>
                        <a:t> + </a:t>
                      </a:r>
                      <a:r>
                        <a:rPr lang="en-US" sz="1200" u="none" strike="noStrike" cap="none" dirty="0" err="1">
                          <a:solidFill>
                            <a:srgbClr val="D4D4D4"/>
                          </a:solidFill>
                          <a:latin typeface="Arial"/>
                          <a:ea typeface="Arial"/>
                          <a:cs typeface="Arial"/>
                          <a:sym typeface="Arial"/>
                        </a:rPr>
                        <a:t>path.</a:t>
                      </a:r>
                      <a:r>
                        <a:rPr lang="en-US" sz="1200" u="none" strike="noStrike" cap="none" dirty="0" err="1">
                          <a:solidFill>
                            <a:srgbClr val="DCDCAA"/>
                          </a:solidFill>
                          <a:latin typeface="Arial"/>
                          <a:ea typeface="Arial"/>
                          <a:cs typeface="Arial"/>
                          <a:sym typeface="Arial"/>
                        </a:rPr>
                        <a:t>extname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'paths.js'</a:t>
                      </a:r>
                      <a:r>
                        <a:rPr lang="en-US" sz="1200" u="none" strike="noStrike" cap="none" dirty="0">
                          <a:solidFill>
                            <a:srgbClr val="D4D4D4"/>
                          </a:solidFill>
                          <a:latin typeface="Arial"/>
                          <a:ea typeface="Arial"/>
                          <a:cs typeface="Arial"/>
                          <a:sym typeface="Arial"/>
                        </a:rPr>
                        <a:t>));</a:t>
                      </a:r>
                      <a:endParaRPr sz="1200" u="none" strike="noStrike" cap="none" dirty="0">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53132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DNS Module: DNS Module enables us to use the underlying Operating System name resolution functionalities. The actual DNS lookup is also performed by the DNS Module. This DNS Module provides an asynchronous network wrapper. The DNS Module can be imported using the below syntax.</a:t>
                      </a:r>
                      <a:endParaRPr sz="1200" u="none" strike="noStrike" cap="none" dirty="0">
                        <a:solidFill>
                          <a:srgbClr val="569CD6"/>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164424">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Require </a:t>
                      </a:r>
                      <a:r>
                        <a:rPr lang="en-US" sz="1200" u="none" strike="noStrike" cap="none" dirty="0" err="1">
                          <a:solidFill>
                            <a:srgbClr val="6A9955"/>
                          </a:solidFill>
                          <a:latin typeface="Arial"/>
                          <a:ea typeface="Arial"/>
                          <a:cs typeface="Arial"/>
                          <a:sym typeface="Arial"/>
                        </a:rPr>
                        <a:t>dns</a:t>
                      </a:r>
                      <a:r>
                        <a:rPr lang="en-US" sz="1200" u="none" strike="noStrike" cap="none" dirty="0">
                          <a:solidFill>
                            <a:srgbClr val="6A9955"/>
                          </a:solidFill>
                          <a:latin typeface="Arial"/>
                          <a:ea typeface="Arial"/>
                          <a:cs typeface="Arial"/>
                          <a:sym typeface="Arial"/>
                        </a:rPr>
                        <a:t> module</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const</a:t>
                      </a:r>
                      <a:r>
                        <a:rPr lang="en-US" sz="1200" u="none" strike="noStrike" cap="none" dirty="0">
                          <a:solidFill>
                            <a:srgbClr val="D4D4D4"/>
                          </a:solidFill>
                          <a:latin typeface="Arial"/>
                          <a:ea typeface="Arial"/>
                          <a:cs typeface="Arial"/>
                          <a:sym typeface="Arial"/>
                        </a:rPr>
                        <a:t> </a:t>
                      </a:r>
                      <a:r>
                        <a:rPr lang="en-US" sz="1200" u="none" strike="noStrike" cap="none" dirty="0" err="1">
                          <a:solidFill>
                            <a:srgbClr val="D4D4D4"/>
                          </a:solidFill>
                          <a:latin typeface="Arial"/>
                          <a:ea typeface="Arial"/>
                          <a:cs typeface="Arial"/>
                          <a:sym typeface="Arial"/>
                        </a:rPr>
                        <a:t>dns</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DCDCAA"/>
                          </a:solidFill>
                          <a:latin typeface="Arial"/>
                          <a:ea typeface="Arial"/>
                          <a:cs typeface="Arial"/>
                          <a:sym typeface="Arial"/>
                        </a:rPr>
                        <a:t>require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a:t>
                      </a:r>
                      <a:r>
                        <a:rPr lang="en-US" sz="1200" u="none" strike="noStrike" cap="none" dirty="0" err="1">
                          <a:solidFill>
                            <a:srgbClr val="CE9178"/>
                          </a:solidFill>
                          <a:latin typeface="Arial"/>
                          <a:ea typeface="Arial"/>
                          <a:cs typeface="Arial"/>
                          <a:sym typeface="Arial"/>
                        </a:rPr>
                        <a:t>dns</a:t>
                      </a:r>
                      <a:r>
                        <a:rPr lang="en-US" sz="1200" u="none" strike="noStrike" cap="none" dirty="0">
                          <a:solidFill>
                            <a:srgbClr val="CE9178"/>
                          </a:solidFill>
                          <a:latin typeface="Arial"/>
                          <a:ea typeface="Arial"/>
                          <a:cs typeface="Arial"/>
                          <a:sym typeface="Arial"/>
                        </a:rPr>
                        <a:t>'</a:t>
                      </a: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Store the web address</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const</a:t>
                      </a: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website</a:t>
                      </a:r>
                      <a:r>
                        <a:rPr lang="en-US" sz="1200" u="none" strike="noStrike" cap="none" dirty="0">
                          <a:solidFill>
                            <a:srgbClr val="D4D4D4"/>
                          </a:solidFill>
                          <a:latin typeface="Arial"/>
                          <a:ea typeface="Arial"/>
                          <a:cs typeface="Arial"/>
                          <a:sym typeface="Arial"/>
                        </a:rPr>
                        <a:t> = </a:t>
                      </a:r>
                      <a:r>
                        <a:rPr lang="en-US" sz="1200" u="none" strike="noStrike" cap="none" dirty="0">
                          <a:solidFill>
                            <a:srgbClr val="CE9178"/>
                          </a:solidFill>
                          <a:latin typeface="Arial"/>
                          <a:ea typeface="Arial"/>
                          <a:cs typeface="Arial"/>
                          <a:sym typeface="Arial"/>
                        </a:rPr>
                        <a:t>'www.geeksforgeeks.org'</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6A9955"/>
                          </a:solidFill>
                          <a:latin typeface="Arial"/>
                          <a:ea typeface="Arial"/>
                          <a:cs typeface="Arial"/>
                          <a:sym typeface="Arial"/>
                        </a:rPr>
                        <a:t>// Call lookup function of DNS</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D4D4D4"/>
                          </a:solidFill>
                          <a:latin typeface="Arial"/>
                          <a:ea typeface="Arial"/>
                          <a:cs typeface="Arial"/>
                          <a:sym typeface="Arial"/>
                        </a:rPr>
                        <a:t>dns.</a:t>
                      </a:r>
                      <a:r>
                        <a:rPr lang="en-US" sz="1200" u="none" strike="noStrike" cap="none" dirty="0" err="1">
                          <a:solidFill>
                            <a:srgbClr val="DCDCAA"/>
                          </a:solidFill>
                          <a:latin typeface="Arial"/>
                          <a:ea typeface="Arial"/>
                          <a:cs typeface="Arial"/>
                          <a:sym typeface="Arial"/>
                        </a:rPr>
                        <a:t>lookup</a:t>
                      </a:r>
                      <a:r>
                        <a:rPr lang="en-US" sz="1200" u="none" strike="noStrike" cap="none" dirty="0">
                          <a:solidFill>
                            <a:srgbClr val="D4D4D4"/>
                          </a:solidFill>
                          <a:latin typeface="Arial"/>
                          <a:ea typeface="Arial"/>
                          <a:cs typeface="Arial"/>
                          <a:sym typeface="Arial"/>
                        </a:rPr>
                        <a:t>(</a:t>
                      </a:r>
                      <a:r>
                        <a:rPr lang="en-US" sz="1200" u="none" strike="noStrike" cap="none" dirty="0">
                          <a:solidFill>
                            <a:srgbClr val="4FC1FF"/>
                          </a:solidFill>
                          <a:latin typeface="Arial"/>
                          <a:ea typeface="Arial"/>
                          <a:cs typeface="Arial"/>
                          <a:sym typeface="Arial"/>
                        </a:rPr>
                        <a:t>website</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err</a:t>
                      </a:r>
                      <a:r>
                        <a:rPr lang="en-US" sz="1200" u="none" strike="noStrike" cap="none" dirty="0">
                          <a:solidFill>
                            <a:srgbClr val="D4D4D4"/>
                          </a:solidFill>
                          <a:latin typeface="Arial"/>
                          <a:ea typeface="Arial"/>
                          <a:cs typeface="Arial"/>
                          <a:sym typeface="Arial"/>
                        </a:rPr>
                        <a:t>,</a:t>
                      </a:r>
                      <a:r>
                        <a:rPr lang="en-US" sz="1200" u="none" strike="noStrike" cap="none" dirty="0">
                          <a:solidFill>
                            <a:srgbClr val="9CDCFE"/>
                          </a:solidFill>
                          <a:latin typeface="Arial"/>
                          <a:ea typeface="Arial"/>
                          <a:cs typeface="Arial"/>
                          <a:sym typeface="Arial"/>
                        </a:rPr>
                        <a:t> address</a:t>
                      </a:r>
                      <a:r>
                        <a:rPr lang="en-US" sz="1200" u="none" strike="noStrike" cap="none" dirty="0">
                          <a:solidFill>
                            <a:srgbClr val="D4D4D4"/>
                          </a:solidFill>
                          <a:latin typeface="Arial"/>
                          <a:ea typeface="Arial"/>
                          <a:cs typeface="Arial"/>
                          <a:sym typeface="Arial"/>
                        </a:rPr>
                        <a:t>,</a:t>
                      </a:r>
                      <a:r>
                        <a:rPr lang="en-US" sz="1200" u="none" strike="noStrike" cap="none" dirty="0">
                          <a:solidFill>
                            <a:srgbClr val="9CDCFE"/>
                          </a:solidFill>
                          <a:latin typeface="Arial"/>
                          <a:ea typeface="Arial"/>
                          <a:cs typeface="Arial"/>
                          <a:sym typeface="Arial"/>
                        </a:rPr>
                        <a:t> family</a:t>
                      </a:r>
                      <a:r>
                        <a:rPr lang="en-US" sz="1200" u="none" strike="noStrike" cap="none" dirty="0">
                          <a:solidFill>
                            <a:srgbClr val="D4D4D4"/>
                          </a:solidFill>
                          <a:latin typeface="Arial"/>
                          <a:ea typeface="Arial"/>
                          <a:cs typeface="Arial"/>
                          <a:sym typeface="Arial"/>
                        </a:rPr>
                        <a:t>) </a:t>
                      </a:r>
                      <a:r>
                        <a:rPr lang="en-US" sz="1200" u="none" strike="noStrike" cap="none" dirty="0">
                          <a:solidFill>
                            <a:srgbClr val="569CD6"/>
                          </a:solidFill>
                          <a:latin typeface="Arial"/>
                          <a:ea typeface="Arial"/>
                          <a:cs typeface="Arial"/>
                          <a:sym typeface="Arial"/>
                        </a:rPr>
                        <a:t>=&gt;</a:t>
                      </a:r>
                      <a:r>
                        <a:rPr lang="en-US" sz="1200" u="none" strike="noStrike" cap="none" dirty="0">
                          <a:solidFill>
                            <a:srgbClr val="D4D4D4"/>
                          </a:solidFill>
                          <a:latin typeface="Arial"/>
                          <a:ea typeface="Arial"/>
                          <a:cs typeface="Arial"/>
                          <a:sym typeface="Arial"/>
                        </a:rPr>
                        <a:t> {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r>
                        <a:rPr lang="en-US" sz="1200" u="none" strike="noStrike" cap="none" dirty="0">
                          <a:solidFill>
                            <a:srgbClr val="9CDCFE"/>
                          </a:solidFill>
                          <a:latin typeface="Arial"/>
                          <a:ea typeface="Arial"/>
                          <a:cs typeface="Arial"/>
                          <a:sym typeface="Arial"/>
                        </a:rPr>
                        <a:t>console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DCDCAA"/>
                          </a:solidFill>
                          <a:latin typeface="Arial"/>
                          <a:ea typeface="Arial"/>
                          <a:cs typeface="Arial"/>
                          <a:sym typeface="Arial"/>
                        </a:rPr>
                        <a:t>log</a:t>
                      </a:r>
                      <a:r>
                        <a:rPr lang="en-US" sz="1200" u="none" strike="noStrike" cap="none" dirty="0">
                          <a:solidFill>
                            <a:srgbClr val="D4D4D4"/>
                          </a:solidFill>
                          <a:latin typeface="Arial"/>
                          <a:ea typeface="Arial"/>
                          <a:cs typeface="Arial"/>
                          <a:sym typeface="Arial"/>
                        </a:rPr>
                        <a:t>(</a:t>
                      </a:r>
                      <a:r>
                        <a:rPr lang="en-US" sz="1200" u="none" strike="noStrike" cap="none" dirty="0">
                          <a:solidFill>
                            <a:srgbClr val="CE9178"/>
                          </a:solidFill>
                          <a:latin typeface="Arial"/>
                          <a:ea typeface="Arial"/>
                          <a:cs typeface="Arial"/>
                          <a:sym typeface="Arial"/>
                        </a:rPr>
                        <a:t>'Address of %s is %j family: </a:t>
                      </a:r>
                      <a:r>
                        <a:rPr lang="en-US" sz="1200" u="none" strike="noStrike" cap="none" dirty="0" err="1">
                          <a:solidFill>
                            <a:srgbClr val="CE9178"/>
                          </a:solidFill>
                          <a:latin typeface="Arial"/>
                          <a:ea typeface="Arial"/>
                          <a:cs typeface="Arial"/>
                          <a:sym typeface="Arial"/>
                        </a:rPr>
                        <a:t>IPv%s</a:t>
                      </a:r>
                      <a:r>
                        <a:rPr lang="en-US" sz="1200" u="none" strike="noStrike" cap="none" dirty="0">
                          <a:solidFill>
                            <a:srgbClr val="CE9178"/>
                          </a:solidFill>
                          <a:latin typeface="Arial"/>
                          <a:ea typeface="Arial"/>
                          <a:cs typeface="Arial"/>
                          <a:sym typeface="Arial"/>
                        </a:rPr>
                        <a:t>'</a:t>
                      </a:r>
                      <a:r>
                        <a:rPr lang="en-US" sz="1200" u="none" strike="noStrike" cap="none" dirty="0">
                          <a:solidFill>
                            <a:srgbClr val="D4D4D4"/>
                          </a:solidFill>
                          <a:latin typeface="Arial"/>
                          <a:ea typeface="Arial"/>
                          <a:cs typeface="Arial"/>
                          <a:sym typeface="Arial"/>
                        </a:rPr>
                        <a:t>,</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9CDCFE"/>
                          </a:solidFill>
                          <a:latin typeface="Arial"/>
                          <a:ea typeface="Arial"/>
                          <a:cs typeface="Arial"/>
                          <a:sym typeface="Arial"/>
                        </a:rPr>
                        <a:t>            </a:t>
                      </a:r>
                      <a:r>
                        <a:rPr lang="en-US" sz="1200" u="none" strike="noStrike" cap="none" dirty="0">
                          <a:solidFill>
                            <a:srgbClr val="4FC1FF"/>
                          </a:solidFill>
                          <a:latin typeface="Arial"/>
                          <a:ea typeface="Arial"/>
                          <a:cs typeface="Arial"/>
                          <a:sym typeface="Arial"/>
                        </a:rPr>
                        <a:t>website</a:t>
                      </a:r>
                      <a:r>
                        <a:rPr lang="en-US" sz="1200" u="none" strike="noStrike" cap="none" dirty="0">
                          <a:solidFill>
                            <a:srgbClr val="D4D4D4"/>
                          </a:solidFill>
                          <a:latin typeface="Arial"/>
                          <a:ea typeface="Arial"/>
                          <a:cs typeface="Arial"/>
                          <a:sym typeface="Arial"/>
                        </a:rPr>
                        <a:t>,</a:t>
                      </a:r>
                      <a:r>
                        <a:rPr lang="en-US" sz="1200" u="none" strike="noStrike" cap="none" dirty="0">
                          <a:solidFill>
                            <a:srgbClr val="9CDCFE"/>
                          </a:solidFill>
                          <a:latin typeface="Arial"/>
                          <a:ea typeface="Arial"/>
                          <a:cs typeface="Arial"/>
                          <a:sym typeface="Arial"/>
                        </a:rPr>
                        <a:t> address</a:t>
                      </a:r>
                      <a:r>
                        <a:rPr lang="en-US" sz="1200" u="none" strike="noStrike" cap="none" dirty="0">
                          <a:solidFill>
                            <a:srgbClr val="D4D4D4"/>
                          </a:solidFill>
                          <a:latin typeface="Arial"/>
                          <a:ea typeface="Arial"/>
                          <a:cs typeface="Arial"/>
                          <a:sym typeface="Arial"/>
                        </a:rPr>
                        <a:t>,</a:t>
                      </a:r>
                      <a:r>
                        <a:rPr lang="en-US" sz="1200" u="none" strike="noStrike" cap="none" dirty="0">
                          <a:solidFill>
                            <a:srgbClr val="9CDCFE"/>
                          </a:solidFill>
                          <a:latin typeface="Arial"/>
                          <a:ea typeface="Arial"/>
                          <a:cs typeface="Arial"/>
                          <a:sym typeface="Arial"/>
                        </a:rPr>
                        <a:t> family</a:t>
                      </a:r>
                      <a:r>
                        <a:rPr lang="en-US" sz="1200" u="none" strike="noStrike" cap="none" dirty="0">
                          <a:solidFill>
                            <a:srgbClr val="D4D4D4"/>
                          </a:solidFill>
                          <a:latin typeface="Arial"/>
                          <a:ea typeface="Arial"/>
                          <a:cs typeface="Arial"/>
                          <a:sym typeface="Arial"/>
                        </a:rPr>
                        <a:t>); </a:t>
                      </a:r>
                      <a:endParaRPr sz="1200" u="none" strike="noStrike" cap="none" dirty="0">
                        <a:solidFill>
                          <a:srgbClr val="D4D4D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D4D4D4"/>
                          </a:solidFill>
                          <a:latin typeface="Arial"/>
                          <a:ea typeface="Arial"/>
                          <a:cs typeface="Arial"/>
                          <a:sym typeface="Arial"/>
                        </a:rPr>
                        <a:t>}); </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642448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5"/>
          <p:cNvSpPr txBox="1">
            <a:spLocks noGrp="1"/>
          </p:cNvSpPr>
          <p:nvPr>
            <p:ph type="title"/>
          </p:nvPr>
        </p:nvSpPr>
        <p:spPr>
          <a:xfrm>
            <a:off x="1011013" y="9450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Node</a:t>
            </a:r>
            <a:endParaRPr sz="3300"/>
          </a:p>
        </p:txBody>
      </p:sp>
      <p:sp>
        <p:nvSpPr>
          <p:cNvPr id="270" name="Google Shape;270;p3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MEAN</a:t>
            </a:r>
            <a:r>
              <a:rPr kumimoji="0" lang="en-US" sz="900" b="1" i="0" u="none" strike="noStrike" kern="1200" cap="all" spc="0" normalizeH="0" baseline="0" noProof="0">
                <a:ln>
                  <a:noFill/>
                </a:ln>
                <a:solidFill>
                  <a:srgbClr val="E48312"/>
                </a:solidFill>
                <a:effectLst/>
                <a:uLnTx/>
                <a:uFillTx/>
                <a:latin typeface="Calibri" panose="020F0502020204030204"/>
                <a:ea typeface="+mn-ea"/>
                <a:cs typeface="+mn-cs"/>
              </a:rPr>
              <a:t>/</a:t>
            </a:r>
            <a:r>
              <a:rPr kumimoji="0" lang="en-US" sz="900" b="0" i="0" u="none" strike="noStrike" kern="1200" cap="all" spc="0" normalizeH="0" baseline="0" noProof="0">
                <a:ln>
                  <a:noFill/>
                </a:ln>
                <a:solidFill>
                  <a:srgbClr val="FFFFFF"/>
                </a:solidFill>
                <a:effectLst/>
                <a:uLnTx/>
                <a:uFillTx/>
                <a:latin typeface="Calibri" panose="020F0502020204030204"/>
                <a:ea typeface="+mn-ea"/>
                <a:cs typeface="+mn-cs"/>
              </a:rPr>
              <a:t>MERN Stack</a:t>
            </a:r>
            <a:endParaRPr kumimoji="0" sz="900" b="0" i="0" u="none" strike="noStrike" kern="1200" cap="all" spc="0" normalizeH="0" baseline="0" noProof="0">
              <a:ln>
                <a:noFill/>
              </a:ln>
              <a:solidFill>
                <a:srgbClr val="FFFFFF"/>
              </a:solidFill>
              <a:effectLst/>
              <a:uLnTx/>
              <a:uFillTx/>
              <a:latin typeface="Calibri" panose="020F0502020204030204"/>
              <a:ea typeface="+mn-ea"/>
              <a:cs typeface="+mn-cs"/>
            </a:endParaRPr>
          </a:p>
        </p:txBody>
      </p:sp>
      <p:sp>
        <p:nvSpPr>
          <p:cNvPr id="271" name="Google Shape;271;p3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Tx/>
              <a:buSzPts val="1000"/>
              <a:buFontTx/>
              <a:buNone/>
              <a:tabLst/>
              <a:defRPr/>
            </a:pPr>
            <a:fld id="{00000000-1234-1234-1234-123412341234}" type="slidenum">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Pts val="1000"/>
                <a:buFontTx/>
                <a:buNone/>
                <a:tabLst/>
                <a:defRPr/>
              </a:pPr>
              <a:t>28</a:t>
            </a:fld>
            <a:endParaRPr kumimoji="0" sz="105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72" name="Google Shape;272;p35"/>
          <p:cNvGraphicFramePr/>
          <p:nvPr>
            <p:extLst/>
          </p:nvPr>
        </p:nvGraphicFramePr>
        <p:xfrm>
          <a:off x="1066788" y="1859026"/>
          <a:ext cx="10155975" cy="4389030"/>
        </p:xfrm>
        <a:graphic>
          <a:graphicData uri="http://schemas.openxmlformats.org/drawingml/2006/table">
            <a:tbl>
              <a:tblPr>
                <a:noFill/>
              </a:tblPr>
              <a:tblGrid>
                <a:gridCol w="10155975">
                  <a:extLst>
                    <a:ext uri="{9D8B030D-6E8A-4147-A177-3AD203B41FA5}">
                      <a16:colId xmlns:a16="http://schemas.microsoft.com/office/drawing/2014/main" val="20000"/>
                    </a:ext>
                  </a:extLst>
                </a:gridCol>
              </a:tblGrid>
              <a:tr h="3501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Net Module: Net Module in node.js is used for the creation of both client and server. Similar to DNS Module this module also provides an asynchronous network wrapper.</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35575">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const net = require('net');</a:t>
                      </a:r>
                    </a:p>
                    <a:p>
                      <a:pPr marL="0" marR="0" lvl="0" indent="0" algn="l" rtl="0">
                        <a:lnSpc>
                          <a:spcPct val="100000"/>
                        </a:lnSpc>
                        <a:spcBef>
                          <a:spcPts val="0"/>
                        </a:spcBef>
                        <a:spcAft>
                          <a:spcPts val="0"/>
                        </a:spcAft>
                        <a:buClr>
                          <a:srgbClr val="000000"/>
                        </a:buClr>
                        <a:buSzPts val="1200"/>
                        <a:buFont typeface="Arial"/>
                        <a:buNone/>
                      </a:pPr>
                      <a:endParaRPr lang="en-US" sz="1200" u="none" strike="noStrike" cap="none" dirty="0">
                        <a:solidFill>
                          <a:srgbClr val="569CD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const server = </a:t>
                      </a:r>
                      <a:r>
                        <a:rPr lang="en-US" sz="1200" u="none" strike="noStrike" cap="none" dirty="0" err="1">
                          <a:solidFill>
                            <a:srgbClr val="569CD6"/>
                          </a:solidFill>
                          <a:latin typeface="Arial"/>
                          <a:ea typeface="Arial"/>
                          <a:cs typeface="Arial"/>
                          <a:sym typeface="Arial"/>
                        </a:rPr>
                        <a:t>net.createServer</a:t>
                      </a:r>
                      <a:r>
                        <a:rPr lang="en-US" sz="1200" u="none" strike="noStrike" cap="none" dirty="0">
                          <a:solidFill>
                            <a:srgbClr val="569CD6"/>
                          </a:solidFill>
                          <a:latin typeface="Arial"/>
                          <a:ea typeface="Arial"/>
                          <a:cs typeface="Arial"/>
                          <a:sym typeface="Arial"/>
                        </a:rPr>
                        <a:t>((socket) =&gt; {</a:t>
                      </a: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  console.log('New client connected');</a:t>
                      </a:r>
                    </a:p>
                    <a:p>
                      <a:pPr marL="0" marR="0" lvl="0" indent="0" algn="l" rtl="0">
                        <a:lnSpc>
                          <a:spcPct val="100000"/>
                        </a:lnSpc>
                        <a:spcBef>
                          <a:spcPts val="0"/>
                        </a:spcBef>
                        <a:spcAft>
                          <a:spcPts val="0"/>
                        </a:spcAft>
                        <a:buClr>
                          <a:srgbClr val="000000"/>
                        </a:buClr>
                        <a:buSzPts val="1200"/>
                        <a:buFont typeface="Arial"/>
                        <a:buNone/>
                      </a:pPr>
                      <a:endParaRPr lang="en-US" sz="1200" u="none" strike="noStrike" cap="none" dirty="0">
                        <a:solidFill>
                          <a:srgbClr val="569CD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  // Handle incoming data from the client</a:t>
                      </a: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  </a:t>
                      </a:r>
                      <a:r>
                        <a:rPr lang="en-US" sz="1200" u="none" strike="noStrike" cap="none" dirty="0" err="1">
                          <a:solidFill>
                            <a:srgbClr val="569CD6"/>
                          </a:solidFill>
                          <a:latin typeface="Arial"/>
                          <a:ea typeface="Arial"/>
                          <a:cs typeface="Arial"/>
                          <a:sym typeface="Arial"/>
                        </a:rPr>
                        <a:t>socket.on</a:t>
                      </a:r>
                      <a:r>
                        <a:rPr lang="en-US" sz="1200" u="none" strike="noStrike" cap="none" dirty="0">
                          <a:solidFill>
                            <a:srgbClr val="569CD6"/>
                          </a:solidFill>
                          <a:latin typeface="Arial"/>
                          <a:ea typeface="Arial"/>
                          <a:cs typeface="Arial"/>
                          <a:sym typeface="Arial"/>
                        </a:rPr>
                        <a:t>('data', (data) =&gt; {    console.log(`Received data: ${data}`);  });</a:t>
                      </a:r>
                    </a:p>
                    <a:p>
                      <a:pPr marL="0" marR="0" lvl="0" indent="0" algn="l" rtl="0">
                        <a:lnSpc>
                          <a:spcPct val="100000"/>
                        </a:lnSpc>
                        <a:spcBef>
                          <a:spcPts val="0"/>
                        </a:spcBef>
                        <a:spcAft>
                          <a:spcPts val="0"/>
                        </a:spcAft>
                        <a:buClr>
                          <a:srgbClr val="000000"/>
                        </a:buClr>
                        <a:buSzPts val="1200"/>
                        <a:buFont typeface="Arial"/>
                        <a:buNone/>
                      </a:pPr>
                      <a:endParaRPr lang="en-US" sz="1200" u="none" strike="noStrike" cap="none" dirty="0">
                        <a:solidFill>
                          <a:srgbClr val="569CD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  // Handle client disconnect</a:t>
                      </a: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  </a:t>
                      </a:r>
                      <a:r>
                        <a:rPr lang="en-US" sz="1200" u="none" strike="noStrike" cap="none" dirty="0" err="1">
                          <a:solidFill>
                            <a:srgbClr val="569CD6"/>
                          </a:solidFill>
                          <a:latin typeface="Arial"/>
                          <a:ea typeface="Arial"/>
                          <a:cs typeface="Arial"/>
                          <a:sym typeface="Arial"/>
                        </a:rPr>
                        <a:t>socket.on</a:t>
                      </a:r>
                      <a:r>
                        <a:rPr lang="en-US" sz="1200" u="none" strike="noStrike" cap="none" dirty="0">
                          <a:solidFill>
                            <a:srgbClr val="569CD6"/>
                          </a:solidFill>
                          <a:latin typeface="Arial"/>
                          <a:ea typeface="Arial"/>
                          <a:cs typeface="Arial"/>
                          <a:sym typeface="Arial"/>
                        </a:rPr>
                        <a:t>('end', () =&gt; {    console.log('Client disconnected');  });</a:t>
                      </a: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a:t>
                      </a:r>
                    </a:p>
                    <a:p>
                      <a:pPr marL="0" marR="0" lvl="0" indent="0" algn="l" rtl="0">
                        <a:lnSpc>
                          <a:spcPct val="100000"/>
                        </a:lnSpc>
                        <a:spcBef>
                          <a:spcPts val="0"/>
                        </a:spcBef>
                        <a:spcAft>
                          <a:spcPts val="0"/>
                        </a:spcAft>
                        <a:buClr>
                          <a:srgbClr val="000000"/>
                        </a:buClr>
                        <a:buSzPts val="1200"/>
                        <a:buFont typeface="Arial"/>
                        <a:buNone/>
                      </a:pPr>
                      <a:endParaRPr lang="en-US" sz="1200" u="none" strike="noStrike" cap="none" dirty="0">
                        <a:solidFill>
                          <a:srgbClr val="569CD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a:solidFill>
                            <a:srgbClr val="569CD6"/>
                          </a:solidFill>
                          <a:latin typeface="Arial"/>
                          <a:ea typeface="Arial"/>
                          <a:cs typeface="Arial"/>
                          <a:sym typeface="Arial"/>
                        </a:rPr>
                        <a:t>// Start the server listening on port 3000</a:t>
                      </a:r>
                    </a:p>
                    <a:p>
                      <a:pPr marL="0" marR="0" lvl="0" indent="0" algn="l" rtl="0">
                        <a:lnSpc>
                          <a:spcPct val="100000"/>
                        </a:lnSpc>
                        <a:spcBef>
                          <a:spcPts val="0"/>
                        </a:spcBef>
                        <a:spcAft>
                          <a:spcPts val="0"/>
                        </a:spcAft>
                        <a:buClr>
                          <a:srgbClr val="000000"/>
                        </a:buClr>
                        <a:buSzPts val="1200"/>
                        <a:buFont typeface="Arial"/>
                        <a:buNone/>
                      </a:pPr>
                      <a:r>
                        <a:rPr lang="en-US" sz="1200" u="none" strike="noStrike" cap="none" dirty="0" err="1">
                          <a:solidFill>
                            <a:srgbClr val="569CD6"/>
                          </a:solidFill>
                          <a:latin typeface="Arial"/>
                          <a:ea typeface="Arial"/>
                          <a:cs typeface="Arial"/>
                          <a:sym typeface="Arial"/>
                        </a:rPr>
                        <a:t>server.listen</a:t>
                      </a:r>
                      <a:r>
                        <a:rPr lang="en-US" sz="1200" u="none" strike="noStrike" cap="none" dirty="0">
                          <a:solidFill>
                            <a:srgbClr val="569CD6"/>
                          </a:solidFill>
                          <a:latin typeface="Arial"/>
                          <a:ea typeface="Arial"/>
                          <a:cs typeface="Arial"/>
                          <a:sym typeface="Arial"/>
                        </a:rPr>
                        <a:t>(3000, () =&gt; {  console.log('Server listening on port 3000');});</a:t>
                      </a: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53132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Domain Module: Domain module in node.js is used to intercept unhandled errors. The interception can be performed by either:</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Internal Binding: Error emitter executes the code internally within the run method of a domain.</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External Binding: Error emitter is added explicitly to the domain using the add method.</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 domain class in the domain module provides a mechanism of routing the unhandled exceptions and errors to the active domain object. It is considered to be the child class of </a:t>
                      </a:r>
                      <a:r>
                        <a:rPr lang="en-US" sz="1200" u="none" strike="noStrike" cap="none" dirty="0" err="1">
                          <a:latin typeface="Times New Roman"/>
                          <a:ea typeface="Times New Roman"/>
                          <a:cs typeface="Times New Roman"/>
                          <a:sym typeface="Times New Roman"/>
                        </a:rPr>
                        <a:t>EventEmitter</a:t>
                      </a:r>
                      <a:r>
                        <a:rPr lang="en-US" sz="1200" u="none" strike="noStrike" cap="none" dirty="0">
                          <a:latin typeface="Times New Roman"/>
                          <a:ea typeface="Times New Roman"/>
                          <a:cs typeface="Times New Roman"/>
                          <a:sym typeface="Times New Roman"/>
                        </a:rPr>
                        <a: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0110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8"/>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FFFFFF"/>
              </a:buClr>
              <a:buSzPts val="6000"/>
              <a:buFont typeface="Arial"/>
              <a:buNone/>
            </a:pPr>
            <a:r>
              <a:rPr lang="en-US" dirty="0"/>
              <a:t>Questions ?</a:t>
            </a:r>
            <a:endParaRPr dirty="0"/>
          </a:p>
        </p:txBody>
      </p:sp>
      <p:sp>
        <p:nvSpPr>
          <p:cNvPr id="211" name="Google Shape;211;p28"/>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Pts val="14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a:ea typeface="+mn-ea"/>
                <a:cs typeface="+mn-cs"/>
              </a:rPr>
              <a:t>MEAN/MERN Stack</a:t>
            </a:r>
            <a:endParaRPr kumimoji="0" sz="9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212" name="Google Shape;212;p28"/>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prstClr val="black"/>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29</a:t>
            </a:fld>
            <a:endParaRPr kumimoji="0" sz="1000" b="0" i="0" u="none" strike="noStrike" kern="1200" cap="none" spc="0" normalizeH="0" baseline="0" noProof="0">
              <a:ln>
                <a:noFill/>
              </a:ln>
              <a:solidFill>
                <a:prstClr val="black"/>
              </a:solidFill>
              <a:effectLst/>
              <a:uLnTx/>
              <a:uFillTx/>
              <a:latin typeface="Arial"/>
              <a:cs typeface="Arial"/>
              <a:sym typeface="Arial"/>
            </a:endParaRPr>
          </a:p>
        </p:txBody>
      </p:sp>
    </p:spTree>
    <p:extLst>
      <p:ext uri="{BB962C8B-B14F-4D97-AF65-F5344CB8AC3E}">
        <p14:creationId xmlns:p14="http://schemas.microsoft.com/office/powerpoint/2010/main" val="30640233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467</TotalTime>
  <Words>4988</Words>
  <Application>Microsoft Office PowerPoint</Application>
  <PresentationFormat>Widescreen</PresentationFormat>
  <Paragraphs>449</Paragraphs>
  <Slides>29</Slides>
  <Notes>27</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29</vt:i4>
      </vt:variant>
    </vt:vector>
  </HeadingPairs>
  <TitlesOfParts>
    <vt:vector size="41" baseType="lpstr">
      <vt:lpstr>Calibri Light</vt:lpstr>
      <vt:lpstr>Wingdings 3</vt:lpstr>
      <vt:lpstr>Times New Roman</vt:lpstr>
      <vt:lpstr>Noto Sans Symbols</vt:lpstr>
      <vt:lpstr>Trebuchet MS</vt:lpstr>
      <vt:lpstr>EB Garamond</vt:lpstr>
      <vt:lpstr>Century Gothic</vt:lpstr>
      <vt:lpstr>Calibri</vt:lpstr>
      <vt:lpstr>Arial</vt:lpstr>
      <vt:lpstr>Ion</vt:lpstr>
      <vt:lpstr>Retrospect</vt:lpstr>
      <vt:lpstr>Facet</vt:lpstr>
      <vt:lpstr>Introduction to Node.js</vt:lpstr>
      <vt:lpstr>Learning Objectives:</vt:lpstr>
      <vt:lpstr>Introduction to Node</vt:lpstr>
      <vt:lpstr>Introduction to Node</vt:lpstr>
      <vt:lpstr>Introduction to Node</vt:lpstr>
      <vt:lpstr>Introduction to Node</vt:lpstr>
      <vt:lpstr>Introduction to Node</vt:lpstr>
      <vt:lpstr>Introduction to Node</vt:lpstr>
      <vt:lpstr>Introduction to Node</vt:lpstr>
      <vt:lpstr>Introduction to Node</vt:lpstr>
      <vt:lpstr>Introduction to Node</vt:lpstr>
      <vt:lpstr>Introduction to Node</vt:lpstr>
      <vt:lpstr>PowerPoint Presentation</vt:lpstr>
      <vt:lpstr>Introduction to Node</vt:lpstr>
      <vt:lpstr>PowerPoint Presentation</vt:lpstr>
      <vt:lpstr>Node.js Fundamentals</vt:lpstr>
      <vt:lpstr>Learning Objectives:</vt:lpstr>
      <vt:lpstr>Introduction to Node</vt:lpstr>
      <vt:lpstr>Introduction to Node</vt:lpstr>
      <vt:lpstr>Introduction to Node</vt:lpstr>
      <vt:lpstr>Introduction to Node</vt:lpstr>
      <vt:lpstr>Introduction to Node</vt:lpstr>
      <vt:lpstr>Introduction to Node</vt:lpstr>
      <vt:lpstr>Introduction to Node</vt:lpstr>
      <vt:lpstr>Introduction to Node</vt:lpstr>
      <vt:lpstr>Introduction to Node</vt:lpstr>
      <vt:lpstr>Introduction to Node</vt:lpstr>
      <vt:lpstr>Introduction to Node</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Node.js</dc:title>
  <cp:lastModifiedBy>Aqib Rehman</cp:lastModifiedBy>
  <cp:revision>11</cp:revision>
  <dcterms:modified xsi:type="dcterms:W3CDTF">2024-12-02T05:24:14Z</dcterms:modified>
</cp:coreProperties>
</file>