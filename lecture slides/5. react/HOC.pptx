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3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D46ACE7-9219-445B-9171-659734183CF8}" type="datetimeFigureOut">
              <a:rPr lang="en-US" smtClean="0"/>
              <a:t>18-Apr-25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424B-B083-4388-83B2-2F5DEAE8488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382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6ACE7-9219-445B-9171-659734183CF8}" type="datetimeFigureOut">
              <a:rPr lang="en-US" smtClean="0"/>
              <a:t>18-Apr-25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424B-B083-4388-83B2-2F5DEAE84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84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6ACE7-9219-445B-9171-659734183CF8}" type="datetimeFigureOut">
              <a:rPr lang="en-US" smtClean="0"/>
              <a:t>18-Apr-25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424B-B083-4388-83B2-2F5DEAE8488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9037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6ACE7-9219-445B-9171-659734183CF8}" type="datetimeFigureOut">
              <a:rPr lang="en-US" smtClean="0"/>
              <a:t>18-Apr-25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424B-B083-4388-83B2-2F5DEAE84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541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6ACE7-9219-445B-9171-659734183CF8}" type="datetimeFigureOut">
              <a:rPr lang="en-US" smtClean="0"/>
              <a:t>18-Apr-25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424B-B083-4388-83B2-2F5DEAE84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2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6ACE7-9219-445B-9171-659734183CF8}" type="datetimeFigureOut">
              <a:rPr lang="en-US" smtClean="0"/>
              <a:t>18-Apr-25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424B-B083-4388-83B2-2F5DEAE84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279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6ACE7-9219-445B-9171-659734183CF8}" type="datetimeFigureOut">
              <a:rPr lang="en-US" smtClean="0"/>
              <a:t>18-Apr-25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424B-B083-4388-83B2-2F5DEAE84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488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6ACE7-9219-445B-9171-659734183CF8}" type="datetimeFigureOut">
              <a:rPr lang="en-US" smtClean="0"/>
              <a:t>18-Apr-25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424B-B083-4388-83B2-2F5DEAE84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500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6ACE7-9219-445B-9171-659734183CF8}" type="datetimeFigureOut">
              <a:rPr lang="en-US" smtClean="0"/>
              <a:t>18-Apr-25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424B-B083-4388-83B2-2F5DEAE8488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238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6ACE7-9219-445B-9171-659734183CF8}" type="datetimeFigureOut">
              <a:rPr lang="en-US" smtClean="0"/>
              <a:t>18-Apr-25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424B-B083-4388-83B2-2F5DEAE84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823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6ACE7-9219-445B-9171-659734183CF8}" type="datetimeFigureOut">
              <a:rPr lang="en-US" smtClean="0"/>
              <a:t>18-Apr-25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424B-B083-4388-83B2-2F5DEAE8488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036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6ACE7-9219-445B-9171-659734183CF8}" type="datetimeFigureOut">
              <a:rPr lang="en-US" smtClean="0"/>
              <a:t>18-Apr-25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424B-B083-4388-83B2-2F5DEAE84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492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6ACE7-9219-445B-9171-659734183CF8}" type="datetimeFigureOut">
              <a:rPr lang="en-US" smtClean="0"/>
              <a:t>18-Apr-25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424B-B083-4388-83B2-2F5DEAE84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4180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6ACE7-9219-445B-9171-659734183CF8}" type="datetimeFigureOut">
              <a:rPr lang="en-US" smtClean="0"/>
              <a:t>18-Apr-25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424B-B083-4388-83B2-2F5DEAE84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5712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6ACE7-9219-445B-9171-659734183CF8}" type="datetimeFigureOut">
              <a:rPr lang="en-US" smtClean="0"/>
              <a:t>18-Apr-25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424B-B083-4388-83B2-2F5DEAE84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328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6ACE7-9219-445B-9171-659734183CF8}" type="datetimeFigureOut">
              <a:rPr lang="en-US" smtClean="0"/>
              <a:t>18-Apr-25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424B-B083-4388-83B2-2F5DEAE84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277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6ACE7-9219-445B-9171-659734183CF8}" type="datetimeFigureOut">
              <a:rPr lang="en-US" smtClean="0"/>
              <a:t>18-Apr-25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424B-B083-4388-83B2-2F5DEAE84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9934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6ACE7-9219-445B-9171-659734183CF8}" type="datetimeFigureOut">
              <a:rPr lang="en-US" smtClean="0"/>
              <a:t>18-Apr-25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424B-B083-4388-83B2-2F5DEAE84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6215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6ACE7-9219-445B-9171-659734183CF8}" type="datetimeFigureOut">
              <a:rPr lang="en-US" smtClean="0"/>
              <a:t>18-Apr-25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424B-B083-4388-83B2-2F5DEAE84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0374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6ACE7-9219-445B-9171-659734183CF8}" type="datetimeFigureOut">
              <a:rPr lang="en-US" smtClean="0"/>
              <a:t>18-Apr-25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424B-B083-4388-83B2-2F5DEAE84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4301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6ACE7-9219-445B-9171-659734183CF8}" type="datetimeFigureOut">
              <a:rPr lang="en-US" smtClean="0"/>
              <a:t>18-Apr-25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424B-B083-4388-83B2-2F5DEAE84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4452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6ACE7-9219-445B-9171-659734183CF8}" type="datetimeFigureOut">
              <a:rPr lang="en-US" smtClean="0"/>
              <a:t>18-Apr-25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424B-B083-4388-83B2-2F5DEAE84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87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D46ACE7-9219-445B-9171-659734183CF8}" type="datetimeFigureOut">
              <a:rPr lang="en-US" smtClean="0"/>
              <a:t>18-Apr-25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73A424B-B083-4388-83B2-2F5DEAE8488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734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46ACE7-9219-445B-9171-659734183CF8}" type="datetimeFigureOut">
              <a:rPr lang="en-US" smtClean="0"/>
              <a:t>18-Apr-25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A424B-B083-4388-83B2-2F5DEAE84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27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HOC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Aqib Rehman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196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95835" y="389965"/>
            <a:ext cx="11631706" cy="6225988"/>
          </a:xfrm>
        </p:spPr>
        <p:txBody>
          <a:bodyPr>
            <a:normAutofit/>
          </a:bodyPr>
          <a:lstStyle/>
          <a:p>
            <a:r>
              <a:rPr lang="en-US" dirty="0"/>
              <a:t>// </a:t>
            </a:r>
            <a:r>
              <a:rPr lang="en-US" dirty="0" err="1" smtClean="0"/>
              <a:t>withLoading.jsx</a:t>
            </a:r>
            <a:endParaRPr lang="en-US" dirty="0"/>
          </a:p>
          <a:p>
            <a:r>
              <a:rPr lang="en-US" dirty="0"/>
              <a:t>import React from 'react';</a:t>
            </a:r>
          </a:p>
          <a:p>
            <a:endParaRPr lang="en-US" dirty="0"/>
          </a:p>
          <a:p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withLoading</a:t>
            </a:r>
            <a:r>
              <a:rPr lang="en-US" dirty="0"/>
              <a:t> = (</a:t>
            </a:r>
            <a:r>
              <a:rPr lang="en-US" dirty="0" err="1"/>
              <a:t>WrappedComponent</a:t>
            </a:r>
            <a:r>
              <a:rPr lang="en-US" dirty="0"/>
              <a:t>) =&gt; {</a:t>
            </a:r>
          </a:p>
          <a:p>
            <a:r>
              <a:rPr lang="en-US" dirty="0"/>
              <a:t>  return function </a:t>
            </a:r>
            <a:r>
              <a:rPr lang="en-US" dirty="0" err="1"/>
              <a:t>WithLoadingComponent</a:t>
            </a:r>
            <a:r>
              <a:rPr lang="en-US" dirty="0"/>
              <a:t>({ </a:t>
            </a:r>
            <a:r>
              <a:rPr lang="en-US" dirty="0" err="1"/>
              <a:t>isLoading</a:t>
            </a:r>
            <a:r>
              <a:rPr lang="en-US" dirty="0"/>
              <a:t>, ...props }) {</a:t>
            </a:r>
          </a:p>
          <a:p>
            <a:r>
              <a:rPr lang="en-US" dirty="0"/>
              <a:t>    if (</a:t>
            </a:r>
            <a:r>
              <a:rPr lang="en-US" dirty="0" err="1"/>
              <a:t>isLoading</a:t>
            </a:r>
            <a:r>
              <a:rPr lang="en-US" dirty="0"/>
              <a:t>) {</a:t>
            </a:r>
          </a:p>
          <a:p>
            <a:r>
              <a:rPr lang="en-US" dirty="0"/>
              <a:t>      return &lt;h2&gt;Loading...&lt;/h2&gt;;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return &lt;</a:t>
            </a:r>
            <a:r>
              <a:rPr lang="en-US" dirty="0" err="1"/>
              <a:t>WrappedComponent</a:t>
            </a:r>
            <a:r>
              <a:rPr lang="en-US" dirty="0"/>
              <a:t> {...props} /&gt;;</a:t>
            </a:r>
          </a:p>
          <a:p>
            <a:r>
              <a:rPr lang="en-US" dirty="0"/>
              <a:t>  };</a:t>
            </a:r>
          </a:p>
          <a:p>
            <a:r>
              <a:rPr lang="en-US" dirty="0"/>
              <a:t>};</a:t>
            </a:r>
          </a:p>
          <a:p>
            <a:endParaRPr lang="en-US" dirty="0"/>
          </a:p>
          <a:p>
            <a:r>
              <a:rPr lang="en-US" dirty="0"/>
              <a:t>export default </a:t>
            </a:r>
            <a:r>
              <a:rPr lang="en-US" dirty="0" err="1"/>
              <a:t>withLoading</a:t>
            </a:r>
            <a:r>
              <a:rPr lang="en-US" dirty="0"/>
              <a:t>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109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95835" y="389965"/>
            <a:ext cx="11631706" cy="62259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// </a:t>
            </a:r>
            <a:r>
              <a:rPr lang="en-US" dirty="0" err="1" smtClean="0"/>
              <a:t>UserList.jsx</a:t>
            </a:r>
            <a:endParaRPr lang="en-US" dirty="0"/>
          </a:p>
          <a:p>
            <a:r>
              <a:rPr lang="en-US" dirty="0"/>
              <a:t>import React from 'react';</a:t>
            </a:r>
          </a:p>
          <a:p>
            <a:endParaRPr lang="en-US" dirty="0"/>
          </a:p>
          <a:p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UserList</a:t>
            </a:r>
            <a:r>
              <a:rPr lang="en-US" dirty="0"/>
              <a:t> = ({ users }) =&gt; {</a:t>
            </a:r>
          </a:p>
          <a:p>
            <a:r>
              <a:rPr lang="en-US" dirty="0"/>
              <a:t>  return (</a:t>
            </a:r>
          </a:p>
          <a:p>
            <a:r>
              <a:rPr lang="en-US" dirty="0"/>
              <a:t>    &lt;</a:t>
            </a:r>
            <a:r>
              <a:rPr lang="en-US" dirty="0" err="1"/>
              <a:t>ul</a:t>
            </a:r>
            <a:r>
              <a:rPr lang="en-US" dirty="0"/>
              <a:t>&gt;</a:t>
            </a:r>
          </a:p>
          <a:p>
            <a:r>
              <a:rPr lang="en-US" dirty="0"/>
              <a:t>      {</a:t>
            </a:r>
            <a:r>
              <a:rPr lang="en-US" dirty="0" err="1"/>
              <a:t>users.map</a:t>
            </a:r>
            <a:r>
              <a:rPr lang="en-US" dirty="0"/>
              <a:t>((user, </a:t>
            </a:r>
            <a:r>
              <a:rPr lang="en-US" dirty="0" err="1"/>
              <a:t>idx</a:t>
            </a:r>
            <a:r>
              <a:rPr lang="en-US" dirty="0"/>
              <a:t>) =&gt; (</a:t>
            </a:r>
          </a:p>
          <a:p>
            <a:r>
              <a:rPr lang="en-US" dirty="0"/>
              <a:t>        &lt;li key={</a:t>
            </a:r>
            <a:r>
              <a:rPr lang="en-US" dirty="0" err="1"/>
              <a:t>idx</a:t>
            </a:r>
            <a:r>
              <a:rPr lang="en-US" dirty="0"/>
              <a:t>}&gt;{user}&lt;/li&gt;</a:t>
            </a:r>
          </a:p>
          <a:p>
            <a:r>
              <a:rPr lang="en-US" dirty="0"/>
              <a:t>      ))}</a:t>
            </a:r>
          </a:p>
          <a:p>
            <a:r>
              <a:rPr lang="en-US" dirty="0"/>
              <a:t>    &lt;/</a:t>
            </a:r>
            <a:r>
              <a:rPr lang="en-US" dirty="0" err="1"/>
              <a:t>ul</a:t>
            </a:r>
            <a:r>
              <a:rPr lang="en-US" dirty="0"/>
              <a:t>&gt;</a:t>
            </a:r>
          </a:p>
          <a:p>
            <a:r>
              <a:rPr lang="en-US" dirty="0"/>
              <a:t>  );</a:t>
            </a:r>
          </a:p>
          <a:p>
            <a:r>
              <a:rPr lang="en-US" dirty="0"/>
              <a:t>};</a:t>
            </a:r>
          </a:p>
          <a:p>
            <a:endParaRPr lang="en-US" dirty="0"/>
          </a:p>
          <a:p>
            <a:r>
              <a:rPr lang="en-US" dirty="0"/>
              <a:t>export default </a:t>
            </a:r>
            <a:r>
              <a:rPr lang="en-US" dirty="0" err="1"/>
              <a:t>UserList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786369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918" y="524435"/>
            <a:ext cx="5631089" cy="57849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Tw Cen MT" panose="020B0602020104020603" pitchFamily="34" charset="0"/>
              </a:rPr>
              <a:t>// </a:t>
            </a:r>
            <a:r>
              <a:rPr lang="en-US" sz="2000" dirty="0" err="1" smtClean="0">
                <a:latin typeface="Tw Cen MT" panose="020B0602020104020603" pitchFamily="34" charset="0"/>
              </a:rPr>
              <a:t>App.jsx</a:t>
            </a:r>
            <a:endParaRPr lang="en-US" sz="2000" dirty="0">
              <a:latin typeface="Tw Cen MT" panose="020B0602020104020603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Tw Cen MT" panose="020B0602020104020603" pitchFamily="34" charset="0"/>
              </a:rPr>
              <a:t>import React, { </a:t>
            </a:r>
            <a:r>
              <a:rPr lang="en-US" sz="2000" dirty="0" err="1">
                <a:latin typeface="Tw Cen MT" panose="020B0602020104020603" pitchFamily="34" charset="0"/>
              </a:rPr>
              <a:t>useState</a:t>
            </a:r>
            <a:r>
              <a:rPr lang="en-US" sz="2000" dirty="0">
                <a:latin typeface="Tw Cen MT" panose="020B0602020104020603" pitchFamily="34" charset="0"/>
              </a:rPr>
              <a:t>, </a:t>
            </a:r>
            <a:r>
              <a:rPr lang="en-US" sz="2000" dirty="0" err="1">
                <a:latin typeface="Tw Cen MT" panose="020B0602020104020603" pitchFamily="34" charset="0"/>
              </a:rPr>
              <a:t>useEffect</a:t>
            </a:r>
            <a:r>
              <a:rPr lang="en-US" sz="2000" dirty="0">
                <a:latin typeface="Tw Cen MT" panose="020B0602020104020603" pitchFamily="34" charset="0"/>
              </a:rPr>
              <a:t> } from 'react';</a:t>
            </a:r>
          </a:p>
          <a:p>
            <a:pPr marL="0" indent="0">
              <a:buNone/>
            </a:pPr>
            <a:r>
              <a:rPr lang="en-US" sz="2000" dirty="0">
                <a:latin typeface="Tw Cen MT" panose="020B0602020104020603" pitchFamily="34" charset="0"/>
              </a:rPr>
              <a:t>import </a:t>
            </a:r>
            <a:r>
              <a:rPr lang="en-US" sz="2000" dirty="0" err="1">
                <a:latin typeface="Tw Cen MT" panose="020B0602020104020603" pitchFamily="34" charset="0"/>
              </a:rPr>
              <a:t>UserList</a:t>
            </a:r>
            <a:r>
              <a:rPr lang="en-US" sz="2000" dirty="0">
                <a:latin typeface="Tw Cen MT" panose="020B0602020104020603" pitchFamily="34" charset="0"/>
              </a:rPr>
              <a:t> from './</a:t>
            </a:r>
            <a:r>
              <a:rPr lang="en-US" sz="2000" dirty="0" err="1">
                <a:latin typeface="Tw Cen MT" panose="020B0602020104020603" pitchFamily="34" charset="0"/>
              </a:rPr>
              <a:t>UserList</a:t>
            </a:r>
            <a:r>
              <a:rPr lang="en-US" sz="2000" dirty="0">
                <a:latin typeface="Tw Cen MT" panose="020B0602020104020603" pitchFamily="34" charset="0"/>
              </a:rPr>
              <a:t>';</a:t>
            </a:r>
          </a:p>
          <a:p>
            <a:pPr marL="0" indent="0">
              <a:buNone/>
            </a:pPr>
            <a:r>
              <a:rPr lang="en-US" sz="2000" dirty="0">
                <a:latin typeface="Tw Cen MT" panose="020B0602020104020603" pitchFamily="34" charset="0"/>
              </a:rPr>
              <a:t>import </a:t>
            </a:r>
            <a:r>
              <a:rPr lang="en-US" sz="2000" dirty="0" err="1">
                <a:latin typeface="Tw Cen MT" panose="020B0602020104020603" pitchFamily="34" charset="0"/>
              </a:rPr>
              <a:t>withLoading</a:t>
            </a:r>
            <a:r>
              <a:rPr lang="en-US" sz="2000" dirty="0">
                <a:latin typeface="Tw Cen MT" panose="020B0602020104020603" pitchFamily="34" charset="0"/>
              </a:rPr>
              <a:t> from './</a:t>
            </a:r>
            <a:r>
              <a:rPr lang="en-US" sz="2000" dirty="0" err="1">
                <a:latin typeface="Tw Cen MT" panose="020B0602020104020603" pitchFamily="34" charset="0"/>
              </a:rPr>
              <a:t>withLoading</a:t>
            </a:r>
            <a:r>
              <a:rPr lang="en-US" sz="2000" dirty="0">
                <a:latin typeface="Tw Cen MT" panose="020B0602020104020603" pitchFamily="34" charset="0"/>
              </a:rPr>
              <a:t>';</a:t>
            </a:r>
          </a:p>
          <a:p>
            <a:pPr marL="0" indent="0">
              <a:buNone/>
            </a:pPr>
            <a:endParaRPr lang="en-US" sz="2000" dirty="0">
              <a:latin typeface="Tw Cen MT" panose="020B0602020104020603" pitchFamily="34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Tw Cen MT" panose="020B0602020104020603" pitchFamily="34" charset="0"/>
              </a:rPr>
              <a:t>const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 err="1">
                <a:latin typeface="Tw Cen MT" panose="020B0602020104020603" pitchFamily="34" charset="0"/>
              </a:rPr>
              <a:t>EnhancedUserList</a:t>
            </a:r>
            <a:r>
              <a:rPr lang="en-US" sz="2000" dirty="0">
                <a:latin typeface="Tw Cen MT" panose="020B0602020104020603" pitchFamily="34" charset="0"/>
              </a:rPr>
              <a:t> = </a:t>
            </a:r>
            <a:r>
              <a:rPr lang="en-US" sz="2000" dirty="0" err="1">
                <a:latin typeface="Tw Cen MT" panose="020B0602020104020603" pitchFamily="34" charset="0"/>
              </a:rPr>
              <a:t>withLoading</a:t>
            </a:r>
            <a:r>
              <a:rPr lang="en-US" sz="2000" dirty="0">
                <a:latin typeface="Tw Cen MT" panose="020B0602020104020603" pitchFamily="34" charset="0"/>
              </a:rPr>
              <a:t>(</a:t>
            </a:r>
            <a:r>
              <a:rPr lang="en-US" sz="2000" dirty="0" err="1">
                <a:latin typeface="Tw Cen MT" panose="020B0602020104020603" pitchFamily="34" charset="0"/>
              </a:rPr>
              <a:t>UserList</a:t>
            </a:r>
            <a:r>
              <a:rPr lang="en-US" sz="2000" dirty="0">
                <a:latin typeface="Tw Cen MT" panose="020B0602020104020603" pitchFamily="34" charset="0"/>
              </a:rPr>
              <a:t>);</a:t>
            </a:r>
          </a:p>
          <a:p>
            <a:pPr marL="0" indent="0">
              <a:buNone/>
            </a:pPr>
            <a:endParaRPr lang="en-US" sz="2000" dirty="0">
              <a:latin typeface="Tw Cen MT" panose="020B0602020104020603" pitchFamily="34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Tw Cen MT" panose="020B0602020104020603" pitchFamily="34" charset="0"/>
              </a:rPr>
              <a:t>const</a:t>
            </a:r>
            <a:r>
              <a:rPr lang="en-US" sz="2000" dirty="0">
                <a:latin typeface="Tw Cen MT" panose="020B0602020104020603" pitchFamily="34" charset="0"/>
              </a:rPr>
              <a:t> App = () =&gt; {</a:t>
            </a:r>
          </a:p>
          <a:p>
            <a:pPr marL="0" indent="0">
              <a:buNone/>
            </a:pPr>
            <a:r>
              <a:rPr lang="en-US" sz="2000" dirty="0">
                <a:latin typeface="Tw Cen MT" panose="020B0602020104020603" pitchFamily="34" charset="0"/>
              </a:rPr>
              <a:t>  </a:t>
            </a:r>
            <a:r>
              <a:rPr lang="en-US" sz="2000" dirty="0" err="1">
                <a:latin typeface="Tw Cen MT" panose="020B0602020104020603" pitchFamily="34" charset="0"/>
              </a:rPr>
              <a:t>const</a:t>
            </a:r>
            <a:r>
              <a:rPr lang="en-US" sz="2000" dirty="0">
                <a:latin typeface="Tw Cen MT" panose="020B0602020104020603" pitchFamily="34" charset="0"/>
              </a:rPr>
              <a:t> [loading, </a:t>
            </a:r>
            <a:r>
              <a:rPr lang="en-US" sz="2000" dirty="0" err="1">
                <a:latin typeface="Tw Cen MT" panose="020B0602020104020603" pitchFamily="34" charset="0"/>
              </a:rPr>
              <a:t>setLoading</a:t>
            </a:r>
            <a:r>
              <a:rPr lang="en-US" sz="2000" dirty="0">
                <a:latin typeface="Tw Cen MT" panose="020B0602020104020603" pitchFamily="34" charset="0"/>
              </a:rPr>
              <a:t>] = </a:t>
            </a:r>
            <a:r>
              <a:rPr lang="en-US" sz="2000" dirty="0" err="1">
                <a:latin typeface="Tw Cen MT" panose="020B0602020104020603" pitchFamily="34" charset="0"/>
              </a:rPr>
              <a:t>useState</a:t>
            </a:r>
            <a:r>
              <a:rPr lang="en-US" sz="2000" dirty="0">
                <a:latin typeface="Tw Cen MT" panose="020B0602020104020603" pitchFamily="34" charset="0"/>
              </a:rPr>
              <a:t>(true);</a:t>
            </a:r>
          </a:p>
          <a:p>
            <a:pPr marL="0" indent="0">
              <a:buNone/>
            </a:pPr>
            <a:r>
              <a:rPr lang="en-US" sz="2000" dirty="0">
                <a:latin typeface="Tw Cen MT" panose="020B0602020104020603" pitchFamily="34" charset="0"/>
              </a:rPr>
              <a:t>  </a:t>
            </a:r>
            <a:r>
              <a:rPr lang="en-US" sz="2000" dirty="0" err="1">
                <a:latin typeface="Tw Cen MT" panose="020B0602020104020603" pitchFamily="34" charset="0"/>
              </a:rPr>
              <a:t>const</a:t>
            </a:r>
            <a:r>
              <a:rPr lang="en-US" sz="2000" dirty="0">
                <a:latin typeface="Tw Cen MT" panose="020B0602020104020603" pitchFamily="34" charset="0"/>
              </a:rPr>
              <a:t> [users, </a:t>
            </a:r>
            <a:r>
              <a:rPr lang="en-US" sz="2000" dirty="0" err="1">
                <a:latin typeface="Tw Cen MT" panose="020B0602020104020603" pitchFamily="34" charset="0"/>
              </a:rPr>
              <a:t>setUsers</a:t>
            </a:r>
            <a:r>
              <a:rPr lang="en-US" sz="2000" dirty="0">
                <a:latin typeface="Tw Cen MT" panose="020B0602020104020603" pitchFamily="34" charset="0"/>
              </a:rPr>
              <a:t>] = </a:t>
            </a:r>
            <a:r>
              <a:rPr lang="en-US" sz="2000" dirty="0" err="1">
                <a:latin typeface="Tw Cen MT" panose="020B0602020104020603" pitchFamily="34" charset="0"/>
              </a:rPr>
              <a:t>useState</a:t>
            </a:r>
            <a:r>
              <a:rPr lang="en-US" sz="2000" dirty="0">
                <a:latin typeface="Tw Cen MT" panose="020B0602020104020603" pitchFamily="34" charset="0"/>
              </a:rPr>
              <a:t>([]);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47765" y="524435"/>
            <a:ext cx="6306669" cy="565252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 smtClean="0">
                <a:latin typeface="Tw Cen MT" panose="020B0602020104020603" pitchFamily="34" charset="0"/>
              </a:rPr>
              <a:t>useEffect</a:t>
            </a:r>
            <a:r>
              <a:rPr lang="en-US" dirty="0" smtClean="0">
                <a:latin typeface="Tw Cen MT" panose="020B0602020104020603" pitchFamily="34" charset="0"/>
              </a:rPr>
              <a:t>(() =&gt; {</a:t>
            </a:r>
          </a:p>
          <a:p>
            <a:pPr marL="0" indent="0">
              <a:buNone/>
            </a:pPr>
            <a:r>
              <a:rPr lang="en-US" dirty="0" smtClean="0">
                <a:latin typeface="Tw Cen MT" panose="020B0602020104020603" pitchFamily="34" charset="0"/>
              </a:rPr>
              <a:t>    </a:t>
            </a:r>
            <a:r>
              <a:rPr lang="en-US" dirty="0" err="1" smtClean="0">
                <a:latin typeface="Tw Cen MT" panose="020B0602020104020603" pitchFamily="34" charset="0"/>
              </a:rPr>
              <a:t>setTimeout</a:t>
            </a:r>
            <a:r>
              <a:rPr lang="en-US" dirty="0" smtClean="0">
                <a:latin typeface="Tw Cen MT" panose="020B0602020104020603" pitchFamily="34" charset="0"/>
              </a:rPr>
              <a:t>(() =&gt; {</a:t>
            </a:r>
          </a:p>
          <a:p>
            <a:pPr marL="0" indent="0">
              <a:buNone/>
            </a:pPr>
            <a:r>
              <a:rPr lang="en-US" dirty="0" smtClean="0">
                <a:latin typeface="Tw Cen MT" panose="020B0602020104020603" pitchFamily="34" charset="0"/>
              </a:rPr>
              <a:t>      </a:t>
            </a:r>
            <a:r>
              <a:rPr lang="en-US" dirty="0" err="1" smtClean="0">
                <a:latin typeface="Tw Cen MT" panose="020B0602020104020603" pitchFamily="34" charset="0"/>
              </a:rPr>
              <a:t>setUsers</a:t>
            </a:r>
            <a:r>
              <a:rPr lang="en-US" dirty="0" smtClean="0">
                <a:latin typeface="Tw Cen MT" panose="020B0602020104020603" pitchFamily="34" charset="0"/>
              </a:rPr>
              <a:t>(['Alice', 'Bob', 'Charlie']);</a:t>
            </a:r>
          </a:p>
          <a:p>
            <a:pPr marL="0" indent="0">
              <a:buNone/>
            </a:pPr>
            <a:r>
              <a:rPr lang="en-US" dirty="0" smtClean="0">
                <a:latin typeface="Tw Cen MT" panose="020B0602020104020603" pitchFamily="34" charset="0"/>
              </a:rPr>
              <a:t>      </a:t>
            </a:r>
            <a:r>
              <a:rPr lang="en-US" dirty="0" err="1" smtClean="0">
                <a:latin typeface="Tw Cen MT" panose="020B0602020104020603" pitchFamily="34" charset="0"/>
              </a:rPr>
              <a:t>setLoading</a:t>
            </a:r>
            <a:r>
              <a:rPr lang="en-US" dirty="0" smtClean="0">
                <a:latin typeface="Tw Cen MT" panose="020B0602020104020603" pitchFamily="34" charset="0"/>
              </a:rPr>
              <a:t>(false);</a:t>
            </a:r>
          </a:p>
          <a:p>
            <a:pPr marL="0" indent="0">
              <a:buNone/>
            </a:pPr>
            <a:r>
              <a:rPr lang="en-US" dirty="0" smtClean="0">
                <a:latin typeface="Tw Cen MT" panose="020B0602020104020603" pitchFamily="34" charset="0"/>
              </a:rPr>
              <a:t>    }, 2000);</a:t>
            </a:r>
          </a:p>
          <a:p>
            <a:pPr marL="0" indent="0">
              <a:buNone/>
            </a:pPr>
            <a:r>
              <a:rPr lang="en-US" dirty="0" smtClean="0">
                <a:latin typeface="Tw Cen MT" panose="020B0602020104020603" pitchFamily="34" charset="0"/>
              </a:rPr>
              <a:t>  }, []);</a:t>
            </a:r>
          </a:p>
          <a:p>
            <a:pPr marL="0" indent="0">
              <a:buNone/>
            </a:pPr>
            <a:endParaRPr lang="en-US" dirty="0" smtClean="0">
              <a:latin typeface="Tw Cen MT" panose="020B0602020104020603" pitchFamily="34" charset="0"/>
            </a:endParaRPr>
          </a:p>
          <a:p>
            <a:pPr marL="0" indent="0">
              <a:buNone/>
            </a:pPr>
            <a:r>
              <a:rPr lang="en-US" dirty="0" smtClean="0">
                <a:latin typeface="Tw Cen MT" panose="020B0602020104020603" pitchFamily="34" charset="0"/>
              </a:rPr>
              <a:t>  return (</a:t>
            </a:r>
          </a:p>
          <a:p>
            <a:pPr marL="0" indent="0">
              <a:buNone/>
            </a:pPr>
            <a:r>
              <a:rPr lang="en-US" dirty="0" smtClean="0">
                <a:latin typeface="Tw Cen MT" panose="020B0602020104020603" pitchFamily="34" charset="0"/>
              </a:rPr>
              <a:t>    &lt;div&gt;</a:t>
            </a:r>
          </a:p>
          <a:p>
            <a:pPr marL="0" indent="0">
              <a:buNone/>
            </a:pPr>
            <a:r>
              <a:rPr lang="en-US" dirty="0" smtClean="0">
                <a:latin typeface="Tw Cen MT" panose="020B0602020104020603" pitchFamily="34" charset="0"/>
              </a:rPr>
              <a:t>      &lt;h1&gt;Users&lt;/h1&gt;</a:t>
            </a:r>
          </a:p>
          <a:p>
            <a:pPr marL="0" indent="0">
              <a:buNone/>
            </a:pPr>
            <a:r>
              <a:rPr lang="en-US" dirty="0" smtClean="0">
                <a:latin typeface="Tw Cen MT" panose="020B0602020104020603" pitchFamily="34" charset="0"/>
              </a:rPr>
              <a:t>      &lt;</a:t>
            </a:r>
            <a:r>
              <a:rPr lang="en-US" dirty="0" err="1" smtClean="0">
                <a:latin typeface="Tw Cen MT" panose="020B0602020104020603" pitchFamily="34" charset="0"/>
              </a:rPr>
              <a:t>EnhancedUserList</a:t>
            </a:r>
            <a:r>
              <a:rPr lang="en-US" dirty="0" smtClean="0">
                <a:latin typeface="Tw Cen MT" panose="020B0602020104020603" pitchFamily="34" charset="0"/>
              </a:rPr>
              <a:t> </a:t>
            </a:r>
            <a:r>
              <a:rPr lang="en-US" dirty="0" err="1" smtClean="0">
                <a:latin typeface="Tw Cen MT" panose="020B0602020104020603" pitchFamily="34" charset="0"/>
              </a:rPr>
              <a:t>isLoading</a:t>
            </a:r>
            <a:r>
              <a:rPr lang="en-US" dirty="0" smtClean="0">
                <a:latin typeface="Tw Cen MT" panose="020B0602020104020603" pitchFamily="34" charset="0"/>
              </a:rPr>
              <a:t>={loading} users={users} /&gt;</a:t>
            </a:r>
          </a:p>
          <a:p>
            <a:pPr marL="0" indent="0">
              <a:buNone/>
            </a:pPr>
            <a:r>
              <a:rPr lang="en-US" dirty="0" smtClean="0">
                <a:latin typeface="Tw Cen MT" panose="020B0602020104020603" pitchFamily="34" charset="0"/>
              </a:rPr>
              <a:t>    &lt;/div&gt;</a:t>
            </a:r>
          </a:p>
          <a:p>
            <a:pPr marL="0" indent="0">
              <a:buNone/>
            </a:pPr>
            <a:r>
              <a:rPr lang="en-US" dirty="0" smtClean="0">
                <a:latin typeface="Tw Cen MT" panose="020B0602020104020603" pitchFamily="34" charset="0"/>
              </a:rPr>
              <a:t>  );</a:t>
            </a:r>
          </a:p>
          <a:p>
            <a:pPr marL="0" indent="0">
              <a:buNone/>
            </a:pPr>
            <a:r>
              <a:rPr lang="en-US" dirty="0" smtClean="0">
                <a:latin typeface="Tw Cen MT" panose="020B0602020104020603" pitchFamily="34" charset="0"/>
              </a:rPr>
              <a:t>};</a:t>
            </a:r>
          </a:p>
          <a:p>
            <a:pPr marL="0" indent="0">
              <a:buNone/>
            </a:pPr>
            <a:endParaRPr lang="en-US" dirty="0" smtClean="0">
              <a:latin typeface="Tw Cen MT" panose="020B0602020104020603" pitchFamily="34" charset="0"/>
            </a:endParaRPr>
          </a:p>
          <a:p>
            <a:pPr marL="0" indent="0">
              <a:buNone/>
            </a:pPr>
            <a:r>
              <a:rPr lang="en-US" dirty="0" smtClean="0">
                <a:latin typeface="Tw Cen MT" panose="020B0602020104020603" pitchFamily="34" charset="0"/>
              </a:rPr>
              <a:t>export default App;</a:t>
            </a:r>
            <a:endParaRPr lang="en-US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463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Another Example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// </a:t>
            </a:r>
            <a:r>
              <a:rPr lang="en-US" dirty="0" err="1" smtClean="0"/>
              <a:t>withAuth.jsx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import React from 'react';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const</a:t>
            </a:r>
            <a:r>
              <a:rPr lang="en-US" dirty="0" smtClean="0"/>
              <a:t> </a:t>
            </a:r>
            <a:r>
              <a:rPr lang="en-US" dirty="0" err="1" smtClean="0"/>
              <a:t>withAuth</a:t>
            </a:r>
            <a:r>
              <a:rPr lang="en-US" dirty="0" smtClean="0"/>
              <a:t> = (</a:t>
            </a:r>
            <a:r>
              <a:rPr lang="en-US" dirty="0" err="1" smtClean="0"/>
              <a:t>WrappedComponent</a:t>
            </a:r>
            <a:r>
              <a:rPr lang="en-US" dirty="0" smtClean="0"/>
              <a:t>) =&gt; {</a:t>
            </a:r>
          </a:p>
          <a:p>
            <a:pPr marL="0" indent="0">
              <a:buNone/>
            </a:pPr>
            <a:r>
              <a:rPr lang="en-US" dirty="0" smtClean="0"/>
              <a:t>  return function </a:t>
            </a:r>
            <a:r>
              <a:rPr lang="en-US" dirty="0" err="1" smtClean="0"/>
              <a:t>WithAuthComponent</a:t>
            </a:r>
            <a:r>
              <a:rPr lang="en-US" dirty="0" smtClean="0"/>
              <a:t>({ </a:t>
            </a:r>
            <a:r>
              <a:rPr lang="en-US" dirty="0" err="1" smtClean="0"/>
              <a:t>isLoggedIn</a:t>
            </a:r>
            <a:r>
              <a:rPr lang="en-US" dirty="0" smtClean="0"/>
              <a:t>, ...props }) {</a:t>
            </a:r>
          </a:p>
          <a:p>
            <a:pPr marL="0" indent="0">
              <a:buNone/>
            </a:pPr>
            <a:r>
              <a:rPr lang="en-US" dirty="0" smtClean="0"/>
              <a:t>    if (!</a:t>
            </a:r>
            <a:r>
              <a:rPr lang="en-US" dirty="0" err="1" smtClean="0"/>
              <a:t>isLoggedIn</a:t>
            </a:r>
            <a:r>
              <a:rPr lang="en-US" dirty="0" smtClean="0"/>
              <a:t>) {</a:t>
            </a:r>
          </a:p>
          <a:p>
            <a:pPr marL="0" indent="0">
              <a:buNone/>
            </a:pPr>
            <a:r>
              <a:rPr lang="en-US" dirty="0" smtClean="0"/>
              <a:t>      return &lt;h2&gt;You must be logged in to view this content.&lt;/h2&gt;;</a:t>
            </a:r>
          </a:p>
          <a:p>
            <a:pPr marL="0" indent="0">
              <a:buNone/>
            </a:pPr>
            <a:r>
              <a:rPr lang="en-US" dirty="0" smtClean="0"/>
              <a:t>    }</a:t>
            </a:r>
          </a:p>
          <a:p>
            <a:pPr marL="0" indent="0">
              <a:buNone/>
            </a:pPr>
            <a:r>
              <a:rPr lang="en-US" dirty="0" smtClean="0"/>
              <a:t>    return &lt;</a:t>
            </a:r>
            <a:r>
              <a:rPr lang="en-US" dirty="0" err="1" smtClean="0"/>
              <a:t>WrappedComponent</a:t>
            </a:r>
            <a:r>
              <a:rPr lang="en-US" dirty="0" smtClean="0"/>
              <a:t> {...props} /&gt;;</a:t>
            </a:r>
          </a:p>
          <a:p>
            <a:pPr marL="0" indent="0">
              <a:buNone/>
            </a:pPr>
            <a:r>
              <a:rPr lang="en-US" dirty="0" smtClean="0"/>
              <a:t>  };</a:t>
            </a:r>
          </a:p>
          <a:p>
            <a:pPr marL="0" indent="0">
              <a:buNone/>
            </a:pPr>
            <a:r>
              <a:rPr lang="en-US" dirty="0" smtClean="0"/>
              <a:t>};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export default </a:t>
            </a:r>
            <a:r>
              <a:rPr lang="en-US" dirty="0" err="1" smtClean="0"/>
              <a:t>withAuth</a:t>
            </a:r>
            <a:r>
              <a:rPr lang="en-US" dirty="0" smtClean="0"/>
              <a:t>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438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// </a:t>
            </a:r>
            <a:r>
              <a:rPr lang="en-US" dirty="0" err="1" smtClean="0"/>
              <a:t>Dashboard.jsx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import React from 'react';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const</a:t>
            </a:r>
            <a:r>
              <a:rPr lang="en-US" dirty="0" smtClean="0"/>
              <a:t> Dashboard = ({ username }) =&gt; {</a:t>
            </a:r>
          </a:p>
          <a:p>
            <a:pPr marL="0" indent="0">
              <a:buNone/>
            </a:pPr>
            <a:r>
              <a:rPr lang="en-US" dirty="0" smtClean="0"/>
              <a:t>  return &lt;h2&gt;Welcome to your dashboard, {username}!&lt;/h2&gt;;</a:t>
            </a:r>
          </a:p>
          <a:p>
            <a:pPr marL="0" indent="0">
              <a:buNone/>
            </a:pPr>
            <a:r>
              <a:rPr lang="en-US" dirty="0" smtClean="0"/>
              <a:t>};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export default Dashboard;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31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0306" y="497541"/>
            <a:ext cx="5589494" cy="567942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// App.js</a:t>
            </a:r>
          </a:p>
          <a:p>
            <a:pPr marL="0" indent="0">
              <a:buNone/>
            </a:pPr>
            <a:r>
              <a:rPr lang="en-US" dirty="0" smtClean="0"/>
              <a:t>import React, { </a:t>
            </a:r>
            <a:r>
              <a:rPr lang="en-US" dirty="0" err="1" smtClean="0"/>
              <a:t>useState</a:t>
            </a:r>
            <a:r>
              <a:rPr lang="en-US" dirty="0" smtClean="0"/>
              <a:t> } from 'react';</a:t>
            </a:r>
          </a:p>
          <a:p>
            <a:pPr marL="0" indent="0">
              <a:buNone/>
            </a:pPr>
            <a:r>
              <a:rPr lang="en-US" dirty="0" smtClean="0"/>
              <a:t>import Dashboard from './Dashboard';</a:t>
            </a:r>
          </a:p>
          <a:p>
            <a:pPr marL="0" indent="0"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withAuth</a:t>
            </a:r>
            <a:r>
              <a:rPr lang="en-US" dirty="0" smtClean="0"/>
              <a:t> from './</a:t>
            </a:r>
            <a:r>
              <a:rPr lang="en-US" dirty="0" err="1" smtClean="0"/>
              <a:t>withAuth</a:t>
            </a:r>
            <a:r>
              <a:rPr lang="en-US" dirty="0" smtClean="0"/>
              <a:t>';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const</a:t>
            </a:r>
            <a:r>
              <a:rPr lang="en-US" dirty="0" smtClean="0"/>
              <a:t> </a:t>
            </a:r>
            <a:r>
              <a:rPr lang="en-US" dirty="0" err="1" smtClean="0"/>
              <a:t>ProtectedDashboard</a:t>
            </a:r>
            <a:r>
              <a:rPr lang="en-US" dirty="0" smtClean="0"/>
              <a:t> = </a:t>
            </a:r>
            <a:r>
              <a:rPr lang="en-US" dirty="0" err="1" smtClean="0"/>
              <a:t>withAuth</a:t>
            </a:r>
            <a:r>
              <a:rPr lang="en-US" dirty="0" smtClean="0"/>
              <a:t>(Dashboard);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const</a:t>
            </a:r>
            <a:r>
              <a:rPr lang="en-US" dirty="0" smtClean="0"/>
              <a:t> App = () =&gt; {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dirty="0" err="1" smtClean="0"/>
              <a:t>const</a:t>
            </a:r>
            <a:r>
              <a:rPr lang="en-US" dirty="0" smtClean="0"/>
              <a:t> [</a:t>
            </a:r>
            <a:r>
              <a:rPr lang="en-US" dirty="0" err="1" smtClean="0"/>
              <a:t>isLoggedIn</a:t>
            </a:r>
            <a:r>
              <a:rPr lang="en-US" dirty="0" smtClean="0"/>
              <a:t>, </a:t>
            </a:r>
            <a:r>
              <a:rPr lang="en-US" dirty="0" err="1" smtClean="0"/>
              <a:t>setIsLoggedIn</a:t>
            </a:r>
            <a:r>
              <a:rPr lang="en-US" dirty="0" smtClean="0"/>
              <a:t>] = </a:t>
            </a:r>
            <a:r>
              <a:rPr lang="en-US" dirty="0" err="1" smtClean="0"/>
              <a:t>useState</a:t>
            </a:r>
            <a:r>
              <a:rPr lang="en-US" dirty="0" smtClean="0"/>
              <a:t>(false);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dirty="0" err="1" smtClean="0"/>
              <a:t>const</a:t>
            </a:r>
            <a:r>
              <a:rPr lang="en-US" dirty="0" smtClean="0"/>
              <a:t> </a:t>
            </a:r>
            <a:r>
              <a:rPr lang="en-US" dirty="0" err="1" smtClean="0"/>
              <a:t>handleLogin</a:t>
            </a:r>
            <a:r>
              <a:rPr lang="en-US" dirty="0" smtClean="0"/>
              <a:t> = () =&gt; {</a:t>
            </a:r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setIsLoggedIn</a:t>
            </a:r>
            <a:r>
              <a:rPr lang="en-US" dirty="0" smtClean="0"/>
              <a:t>(true); // login logic</a:t>
            </a:r>
          </a:p>
          <a:p>
            <a:pPr marL="0" indent="0">
              <a:buNone/>
            </a:pPr>
            <a:r>
              <a:rPr lang="en-US" dirty="0" smtClean="0"/>
              <a:t>  };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5755341" y="497541"/>
            <a:ext cx="5598459" cy="567942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 return (</a:t>
            </a:r>
          </a:p>
          <a:p>
            <a:pPr marL="0" indent="0">
              <a:buNone/>
            </a:pPr>
            <a:r>
              <a:rPr lang="en-US" dirty="0" smtClean="0"/>
              <a:t>    &lt;div&gt;</a:t>
            </a:r>
          </a:p>
          <a:p>
            <a:pPr marL="0" indent="0">
              <a:buNone/>
            </a:pPr>
            <a:r>
              <a:rPr lang="en-US" dirty="0" smtClean="0"/>
              <a:t>      &lt;h1&gt;My App&lt;/h1&gt;</a:t>
            </a:r>
          </a:p>
          <a:p>
            <a:pPr marL="0" indent="0">
              <a:buNone/>
            </a:pPr>
            <a:r>
              <a:rPr lang="en-US" dirty="0" smtClean="0"/>
              <a:t>      {!</a:t>
            </a:r>
            <a:r>
              <a:rPr lang="en-US" dirty="0" err="1" smtClean="0"/>
              <a:t>isLoggedIn</a:t>
            </a:r>
            <a:r>
              <a:rPr lang="en-US" dirty="0" smtClean="0"/>
              <a:t> &amp;&amp; &lt;button </a:t>
            </a:r>
            <a:r>
              <a:rPr lang="en-US" dirty="0" err="1" smtClean="0"/>
              <a:t>onClick</a:t>
            </a:r>
            <a:r>
              <a:rPr lang="en-US" dirty="0" smtClean="0"/>
              <a:t>={</a:t>
            </a:r>
            <a:r>
              <a:rPr lang="en-US" dirty="0" err="1" smtClean="0"/>
              <a:t>handleLogin</a:t>
            </a:r>
            <a:r>
              <a:rPr lang="en-US" dirty="0" smtClean="0"/>
              <a:t>}&gt;Login&lt;/button&gt;}</a:t>
            </a:r>
          </a:p>
          <a:p>
            <a:pPr marL="0" indent="0">
              <a:buNone/>
            </a:pPr>
            <a:r>
              <a:rPr lang="en-US" dirty="0" smtClean="0"/>
              <a:t>      &lt;</a:t>
            </a:r>
            <a:r>
              <a:rPr lang="en-US" dirty="0" err="1" smtClean="0"/>
              <a:t>ProtectedDashboard</a:t>
            </a:r>
            <a:r>
              <a:rPr lang="en-US" dirty="0" smtClean="0"/>
              <a:t> </a:t>
            </a:r>
            <a:r>
              <a:rPr lang="en-US" dirty="0" err="1" smtClean="0"/>
              <a:t>isLoggedIn</a:t>
            </a:r>
            <a:r>
              <a:rPr lang="en-US" dirty="0" smtClean="0"/>
              <a:t>={</a:t>
            </a:r>
            <a:r>
              <a:rPr lang="en-US" dirty="0" err="1" smtClean="0"/>
              <a:t>isLoggedIn</a:t>
            </a:r>
            <a:r>
              <a:rPr lang="en-US" dirty="0" smtClean="0"/>
              <a:t>} username="Ali" /&gt;</a:t>
            </a:r>
          </a:p>
          <a:p>
            <a:pPr marL="0" indent="0">
              <a:buNone/>
            </a:pPr>
            <a:r>
              <a:rPr lang="en-US" dirty="0" smtClean="0"/>
              <a:t>    &lt;/div&gt;</a:t>
            </a:r>
          </a:p>
          <a:p>
            <a:pPr marL="0" indent="0">
              <a:buNone/>
            </a:pPr>
            <a:r>
              <a:rPr lang="en-US" dirty="0" smtClean="0"/>
              <a:t>  );</a:t>
            </a:r>
          </a:p>
          <a:p>
            <a:pPr marL="0" indent="0">
              <a:buNone/>
            </a:pPr>
            <a:r>
              <a:rPr lang="en-US" dirty="0" smtClean="0"/>
              <a:t>};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export default App;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906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14</TotalTime>
  <Words>444</Words>
  <Application>Microsoft Office PowerPoint</Application>
  <PresentationFormat>Widescreen</PresentationFormat>
  <Paragraphs>100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Tw Cen MT</vt:lpstr>
      <vt:lpstr>Tw Cen MT Condensed</vt:lpstr>
      <vt:lpstr>Wingdings 3</vt:lpstr>
      <vt:lpstr>Integral</vt:lpstr>
      <vt:lpstr>Office Theme</vt:lpstr>
      <vt:lpstr>HOC</vt:lpstr>
      <vt:lpstr>PowerPoint Presentation</vt:lpstr>
      <vt:lpstr>PowerPoint Presentation</vt:lpstr>
      <vt:lpstr>PowerPoint Presentation</vt:lpstr>
      <vt:lpstr>Another Example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HOC</dc:title>
  <dc:creator>Aqib Rehman</dc:creator>
  <cp:lastModifiedBy>Aqib Rehman</cp:lastModifiedBy>
  <cp:revision>6</cp:revision>
  <dcterms:created xsi:type="dcterms:W3CDTF">2025-04-18T07:43:17Z</dcterms:created>
  <dcterms:modified xsi:type="dcterms:W3CDTF">2025-04-18T07:58:13Z</dcterms:modified>
</cp:coreProperties>
</file>