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</p:sldMasterIdLst>
  <p:notesMasterIdLst>
    <p:notesMasterId r:id="rId33"/>
  </p:notesMasterIdLst>
  <p:sldIdLst>
    <p:sldId id="256" r:id="rId3"/>
    <p:sldId id="260" r:id="rId4"/>
    <p:sldId id="28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88D5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Muhammad" userId="6b0af2cb-2f76-400b-94d9-178b55ef4f85" providerId="ADAL" clId="{B0A7C6CB-ACB8-4674-BCD0-C23E8F1ED358}"/>
    <pc:docChg chg="custSel modSld">
      <pc:chgData name="Asif Muhammad" userId="6b0af2cb-2f76-400b-94d9-178b55ef4f85" providerId="ADAL" clId="{B0A7C6CB-ACB8-4674-BCD0-C23E8F1ED358}" dt="2023-03-08T07:52:52.545" v="30" actId="478"/>
      <pc:docMkLst>
        <pc:docMk/>
      </pc:docMkLst>
      <pc:sldChg chg="addSp delSp modSp mod">
        <pc:chgData name="Asif Muhammad" userId="6b0af2cb-2f76-400b-94d9-178b55ef4f85" providerId="ADAL" clId="{B0A7C6CB-ACB8-4674-BCD0-C23E8F1ED358}" dt="2023-03-08T07:52:52.545" v="30" actId="478"/>
        <pc:sldMkLst>
          <pc:docMk/>
          <pc:sldMk cId="59144495" sldId="256"/>
        </pc:sldMkLst>
        <pc:spChg chg="mod">
          <ac:chgData name="Asif Muhammad" userId="6b0af2cb-2f76-400b-94d9-178b55ef4f85" providerId="ADAL" clId="{B0A7C6CB-ACB8-4674-BCD0-C23E8F1ED358}" dt="2023-03-08T07:52:43.686" v="27" actId="313"/>
          <ac:spMkLst>
            <pc:docMk/>
            <pc:sldMk cId="59144495" sldId="256"/>
            <ac:spMk id="2" creationId="{CB7DE853-BCBC-430E-9E0E-0F6CF6FA172A}"/>
          </ac:spMkLst>
        </pc:spChg>
        <pc:spChg chg="del">
          <ac:chgData name="Asif Muhammad" userId="6b0af2cb-2f76-400b-94d9-178b55ef4f85" providerId="ADAL" clId="{B0A7C6CB-ACB8-4674-BCD0-C23E8F1ED358}" dt="2023-03-08T07:52:47.216" v="28" actId="478"/>
          <ac:spMkLst>
            <pc:docMk/>
            <pc:sldMk cId="59144495" sldId="256"/>
            <ac:spMk id="3" creationId="{F72CBD22-20B1-4482-90C0-02CE5CDAB4CB}"/>
          </ac:spMkLst>
        </pc:spChg>
        <pc:spChg chg="add del mod">
          <ac:chgData name="Asif Muhammad" userId="6b0af2cb-2f76-400b-94d9-178b55ef4f85" providerId="ADAL" clId="{B0A7C6CB-ACB8-4674-BCD0-C23E8F1ED358}" dt="2023-03-08T07:52:52.545" v="30" actId="478"/>
          <ac:spMkLst>
            <pc:docMk/>
            <pc:sldMk cId="59144495" sldId="256"/>
            <ac:spMk id="6" creationId="{5E10C891-ADB3-AB96-01F5-4EA5D4AEA86F}"/>
          </ac:spMkLst>
        </pc:spChg>
        <pc:picChg chg="del">
          <ac:chgData name="Asif Muhammad" userId="6b0af2cb-2f76-400b-94d9-178b55ef4f85" providerId="ADAL" clId="{B0A7C6CB-ACB8-4674-BCD0-C23E8F1ED358}" dt="2023-03-08T07:52:49.649" v="29" actId="478"/>
          <ac:picMkLst>
            <pc:docMk/>
            <pc:sldMk cId="59144495" sldId="256"/>
            <ac:picMk id="5" creationId="{1D8A8B42-345E-42E9-86D6-F405CFEE70ED}"/>
          </ac:picMkLst>
        </pc:picChg>
      </pc:sldChg>
    </pc:docChg>
  </pc:docChgLst>
  <pc:docChgLst>
    <pc:chgData name="Asif Muhammad" userId="6b0af2cb-2f76-400b-94d9-178b55ef4f85" providerId="ADAL" clId="{96066FAC-793F-4936-90C0-E151F6084053}"/>
    <pc:docChg chg="undo custSel modSld">
      <pc:chgData name="Asif Muhammad" userId="6b0af2cb-2f76-400b-94d9-178b55ef4f85" providerId="ADAL" clId="{96066FAC-793F-4936-90C0-E151F6084053}" dt="2022-09-13T11:25:04.092" v="76" actId="26606"/>
      <pc:docMkLst>
        <pc:docMk/>
      </pc:docMkLst>
      <pc:sldChg chg="addSp delSp modSp mod setBg setClrOvrMap">
        <pc:chgData name="Asif Muhammad" userId="6b0af2cb-2f76-400b-94d9-178b55ef4f85" providerId="ADAL" clId="{96066FAC-793F-4936-90C0-E151F6084053}" dt="2022-09-13T11:14:09.556" v="11" actId="26606"/>
        <pc:sldMkLst>
          <pc:docMk/>
          <pc:sldMk cId="59144495" sldId="256"/>
        </pc:sldMkLst>
        <pc:spChg chg="mod">
          <ac:chgData name="Asif Muhammad" userId="6b0af2cb-2f76-400b-94d9-178b55ef4f85" providerId="ADAL" clId="{96066FAC-793F-4936-90C0-E151F6084053}" dt="2022-09-13T11:14:09.556" v="11" actId="26606"/>
          <ac:spMkLst>
            <pc:docMk/>
            <pc:sldMk cId="59144495" sldId="256"/>
            <ac:spMk id="2" creationId="{CB7DE853-BCBC-430E-9E0E-0F6CF6FA172A}"/>
          </ac:spMkLst>
        </pc:spChg>
        <pc:spChg chg="mod">
          <ac:chgData name="Asif Muhammad" userId="6b0af2cb-2f76-400b-94d9-178b55ef4f85" providerId="ADAL" clId="{96066FAC-793F-4936-90C0-E151F6084053}" dt="2022-09-13T11:14:09.556" v="11" actId="26606"/>
          <ac:spMkLst>
            <pc:docMk/>
            <pc:sldMk cId="59144495" sldId="256"/>
            <ac:spMk id="3" creationId="{F72CBD22-20B1-4482-90C0-02CE5CDAB4CB}"/>
          </ac:spMkLst>
        </pc:spChg>
        <pc:spChg chg="add del">
          <ac:chgData name="Asif Muhammad" userId="6b0af2cb-2f76-400b-94d9-178b55ef4f85" providerId="ADAL" clId="{96066FAC-793F-4936-90C0-E151F6084053}" dt="2022-09-13T11:13:59.553" v="9" actId="22"/>
          <ac:spMkLst>
            <pc:docMk/>
            <pc:sldMk cId="59144495" sldId="256"/>
            <ac:spMk id="6" creationId="{04A92ED6-BF95-4538-CB5E-C943E4EF6F18}"/>
          </ac:spMkLst>
        </pc:spChg>
        <pc:spChg chg="add del">
          <ac:chgData name="Asif Muhammad" userId="6b0af2cb-2f76-400b-94d9-178b55ef4f85" providerId="ADAL" clId="{96066FAC-793F-4936-90C0-E151F6084053}" dt="2022-09-13T11:13:37.634" v="1" actId="26606"/>
          <ac:spMkLst>
            <pc:docMk/>
            <pc:sldMk cId="59144495" sldId="256"/>
            <ac:spMk id="10" creationId="{6C686317-9C96-4A02-88CE-7319FF590580}"/>
          </ac:spMkLst>
        </pc:spChg>
        <pc:spChg chg="add del">
          <ac:chgData name="Asif Muhammad" userId="6b0af2cb-2f76-400b-94d9-178b55ef4f85" providerId="ADAL" clId="{96066FAC-793F-4936-90C0-E151F6084053}" dt="2022-09-13T11:13:37.634" v="1" actId="26606"/>
          <ac:spMkLst>
            <pc:docMk/>
            <pc:sldMk cId="59144495" sldId="256"/>
            <ac:spMk id="20" creationId="{EB9A9756-A5DB-460E-A867-A2AE77834D3A}"/>
          </ac:spMkLst>
        </pc:spChg>
        <pc:spChg chg="add del">
          <ac:chgData name="Asif Muhammad" userId="6b0af2cb-2f76-400b-94d9-178b55ef4f85" providerId="ADAL" clId="{96066FAC-793F-4936-90C0-E151F6084053}" dt="2022-09-13T11:13:39.446" v="3" actId="26606"/>
          <ac:spMkLst>
            <pc:docMk/>
            <pc:sldMk cId="59144495" sldId="256"/>
            <ac:spMk id="22" creationId="{260615AE-7DBC-4FF7-9107-9FE957695B02}"/>
          </ac:spMkLst>
        </pc:spChg>
        <pc:spChg chg="add del">
          <ac:chgData name="Asif Muhammad" userId="6b0af2cb-2f76-400b-94d9-178b55ef4f85" providerId="ADAL" clId="{96066FAC-793F-4936-90C0-E151F6084053}" dt="2022-09-13T11:13:47.086" v="5" actId="26606"/>
          <ac:spMkLst>
            <pc:docMk/>
            <pc:sldMk cId="59144495" sldId="256"/>
            <ac:spMk id="24" creationId="{1D4477A3-7936-4C6B-B46C-52E99531272A}"/>
          </ac:spMkLst>
        </pc:spChg>
        <pc:spChg chg="add del">
          <ac:chgData name="Asif Muhammad" userId="6b0af2cb-2f76-400b-94d9-178b55ef4f85" providerId="ADAL" clId="{96066FAC-793F-4936-90C0-E151F6084053}" dt="2022-09-13T11:13:47.086" v="5" actId="26606"/>
          <ac:spMkLst>
            <pc:docMk/>
            <pc:sldMk cId="59144495" sldId="256"/>
            <ac:spMk id="26" creationId="{C29A1D40-470D-401E-8548-6FF3CF37797D}"/>
          </ac:spMkLst>
        </pc:spChg>
        <pc:spChg chg="add del">
          <ac:chgData name="Asif Muhammad" userId="6b0af2cb-2f76-400b-94d9-178b55ef4f85" providerId="ADAL" clId="{96066FAC-793F-4936-90C0-E151F6084053}" dt="2022-09-13T11:14:09.556" v="11" actId="26606"/>
          <ac:spMkLst>
            <pc:docMk/>
            <pc:sldMk cId="59144495" sldId="256"/>
            <ac:spMk id="28" creationId="{260615AE-7DBC-4FF7-9107-9FE957695B02}"/>
          </ac:spMkLst>
        </pc:spChg>
        <pc:grpChg chg="add del">
          <ac:chgData name="Asif Muhammad" userId="6b0af2cb-2f76-400b-94d9-178b55ef4f85" providerId="ADAL" clId="{96066FAC-793F-4936-90C0-E151F6084053}" dt="2022-09-13T11:13:37.634" v="1" actId="26606"/>
          <ac:grpSpMkLst>
            <pc:docMk/>
            <pc:sldMk cId="59144495" sldId="256"/>
            <ac:grpSpMk id="12" creationId="{E0E25B5C-98A3-47D8-A4D7-10C2E1758981}"/>
          </ac:grpSpMkLst>
        </pc:grpChg>
        <pc:grpChg chg="add del">
          <ac:chgData name="Asif Muhammad" userId="6b0af2cb-2f76-400b-94d9-178b55ef4f85" providerId="ADAL" clId="{96066FAC-793F-4936-90C0-E151F6084053}" dt="2022-09-13T11:13:47.086" v="5" actId="26606"/>
          <ac:grpSpMkLst>
            <pc:docMk/>
            <pc:sldMk cId="59144495" sldId="256"/>
            <ac:grpSpMk id="25" creationId="{F44DEACC-B2E6-413E-B2B5-320225952713}"/>
          </ac:grpSpMkLst>
        </pc:grpChg>
        <pc:picChg chg="mod">
          <ac:chgData name="Asif Muhammad" userId="6b0af2cb-2f76-400b-94d9-178b55ef4f85" providerId="ADAL" clId="{96066FAC-793F-4936-90C0-E151F6084053}" dt="2022-09-13T11:14:09.556" v="11" actId="26606"/>
          <ac:picMkLst>
            <pc:docMk/>
            <pc:sldMk cId="59144495" sldId="256"/>
            <ac:picMk id="5" creationId="{1D8A8B42-345E-42E9-86D6-F405CFEE70ED}"/>
          </ac:picMkLst>
        </pc:picChg>
      </pc:sldChg>
      <pc:sldChg chg="addSp delSp modSp mod setBg">
        <pc:chgData name="Asif Muhammad" userId="6b0af2cb-2f76-400b-94d9-178b55ef4f85" providerId="ADAL" clId="{96066FAC-793F-4936-90C0-E151F6084053}" dt="2022-09-13T11:15:01.072" v="22" actId="26606"/>
        <pc:sldMkLst>
          <pc:docMk/>
          <pc:sldMk cId="1282723530" sldId="260"/>
        </pc:sldMkLst>
        <pc:spChg chg="mod">
          <ac:chgData name="Asif Muhammad" userId="6b0af2cb-2f76-400b-94d9-178b55ef4f85" providerId="ADAL" clId="{96066FAC-793F-4936-90C0-E151F6084053}" dt="2022-09-13T11:15:01.056" v="21" actId="26606"/>
          <ac:spMkLst>
            <pc:docMk/>
            <pc:sldMk cId="1282723530" sldId="260"/>
            <ac:spMk id="2" creationId="{0FAAD29B-E41B-454C-B6C9-49FA6E926F79}"/>
          </ac:spMkLst>
        </pc:spChg>
        <pc:spChg chg="add del mod ord">
          <ac:chgData name="Asif Muhammad" userId="6b0af2cb-2f76-400b-94d9-178b55ef4f85" providerId="ADAL" clId="{96066FAC-793F-4936-90C0-E151F6084053}" dt="2022-09-13T11:15:01.072" v="22" actId="26606"/>
          <ac:spMkLst>
            <pc:docMk/>
            <pc:sldMk cId="1282723530" sldId="260"/>
            <ac:spMk id="3" creationId="{E9583F82-94C4-4ED0-9771-0581F7A09D5C}"/>
          </ac:spMkLst>
        </pc:spChg>
        <pc:spChg chg="add del">
          <ac:chgData name="Asif Muhammad" userId="6b0af2cb-2f76-400b-94d9-178b55ef4f85" providerId="ADAL" clId="{96066FAC-793F-4936-90C0-E151F6084053}" dt="2022-09-13T11:15:01.056" v="21" actId="26606"/>
          <ac:spMkLst>
            <pc:docMk/>
            <pc:sldMk cId="1282723530" sldId="260"/>
            <ac:spMk id="8" creationId="{E9583F82-94C4-4ED0-9771-0581F7A09D5C}"/>
          </ac:spMkLst>
        </pc:spChg>
        <pc:spChg chg="add del">
          <ac:chgData name="Asif Muhammad" userId="6b0af2cb-2f76-400b-94d9-178b55ef4f85" providerId="ADAL" clId="{96066FAC-793F-4936-90C0-E151F6084053}" dt="2022-09-13T11:14:22.285" v="13" actId="26606"/>
          <ac:spMkLst>
            <pc:docMk/>
            <pc:sldMk cId="1282723530" sldId="260"/>
            <ac:spMk id="9" creationId="{6AD30037-67ED-4367-9BE0-45787510BF13}"/>
          </ac:spMkLst>
        </pc:spChg>
        <pc:grpChg chg="add del">
          <ac:chgData name="Asif Muhammad" userId="6b0af2cb-2f76-400b-94d9-178b55ef4f85" providerId="ADAL" clId="{96066FAC-793F-4936-90C0-E151F6084053}" dt="2022-09-13T11:14:22.285" v="13" actId="26606"/>
          <ac:grpSpMkLst>
            <pc:docMk/>
            <pc:sldMk cId="1282723530" sldId="260"/>
            <ac:grpSpMk id="11" creationId="{50841A4E-5BC1-44B4-83CF-D524E8AEAD64}"/>
          </ac:grpSpMkLst>
        </pc:grpChg>
        <pc:graphicFrameChg chg="add del">
          <ac:chgData name="Asif Muhammad" userId="6b0af2cb-2f76-400b-94d9-178b55ef4f85" providerId="ADAL" clId="{96066FAC-793F-4936-90C0-E151F6084053}" dt="2022-09-13T11:15:00.189" v="19" actId="26606"/>
          <ac:graphicFrameMkLst>
            <pc:docMk/>
            <pc:sldMk cId="1282723530" sldId="260"/>
            <ac:graphicFrameMk id="6" creationId="{40EE0654-F918-BAFE-2EEA-7E97C7DF0343}"/>
          </ac:graphicFrameMkLst>
        </pc:graphicFrameChg>
        <pc:graphicFrameChg chg="add">
          <ac:chgData name="Asif Muhammad" userId="6b0af2cb-2f76-400b-94d9-178b55ef4f85" providerId="ADAL" clId="{96066FAC-793F-4936-90C0-E151F6084053}" dt="2022-09-13T11:15:01.072" v="22" actId="26606"/>
          <ac:graphicFrameMkLst>
            <pc:docMk/>
            <pc:sldMk cId="1282723530" sldId="260"/>
            <ac:graphicFrameMk id="10" creationId="{40EE0654-F918-BAFE-2EEA-7E97C7DF0343}"/>
          </ac:graphicFrameMkLst>
        </pc:graphicFrameChg>
        <pc:picChg chg="mod ord">
          <ac:chgData name="Asif Muhammad" userId="6b0af2cb-2f76-400b-94d9-178b55ef4f85" providerId="ADAL" clId="{96066FAC-793F-4936-90C0-E151F6084053}" dt="2022-09-13T11:15:01.056" v="21" actId="26606"/>
          <ac:picMkLst>
            <pc:docMk/>
            <pc:sldMk cId="1282723530" sldId="260"/>
            <ac:picMk id="4" creationId="{75E37E1B-7368-4B51-8C35-0EE7E69D5091}"/>
          </ac:picMkLst>
        </pc:picChg>
      </pc:sldChg>
      <pc:sldChg chg="addSp delSp modSp mod setBg">
        <pc:chgData name="Asif Muhammad" userId="6b0af2cb-2f76-400b-94d9-178b55ef4f85" providerId="ADAL" clId="{96066FAC-793F-4936-90C0-E151F6084053}" dt="2022-09-13T11:18:59.083" v="24" actId="26606"/>
        <pc:sldMkLst>
          <pc:docMk/>
          <pc:sldMk cId="974950013" sldId="261"/>
        </pc:sldMkLst>
        <pc:spChg chg="mod">
          <ac:chgData name="Asif Muhammad" userId="6b0af2cb-2f76-400b-94d9-178b55ef4f85" providerId="ADAL" clId="{96066FAC-793F-4936-90C0-E151F6084053}" dt="2022-09-13T11:18:59.083" v="24" actId="26606"/>
          <ac:spMkLst>
            <pc:docMk/>
            <pc:sldMk cId="974950013" sldId="261"/>
            <ac:spMk id="2" creationId="{3568D83B-4A1C-4030-9D89-DF0BE5C4F58F}"/>
          </ac:spMkLst>
        </pc:spChg>
        <pc:spChg chg="mod ord">
          <ac:chgData name="Asif Muhammad" userId="6b0af2cb-2f76-400b-94d9-178b55ef4f85" providerId="ADAL" clId="{96066FAC-793F-4936-90C0-E151F6084053}" dt="2022-09-13T11:18:59.083" v="24" actId="26606"/>
          <ac:spMkLst>
            <pc:docMk/>
            <pc:sldMk cId="974950013" sldId="261"/>
            <ac:spMk id="3" creationId="{77BDE1B1-86EE-43F0-9E49-0D069AD5EFD0}"/>
          </ac:spMkLst>
        </pc:spChg>
        <pc:spChg chg="add del">
          <ac:chgData name="Asif Muhammad" userId="6b0af2cb-2f76-400b-94d9-178b55ef4f85" providerId="ADAL" clId="{96066FAC-793F-4936-90C0-E151F6084053}" dt="2022-09-13T11:18:59.083" v="24" actId="26606"/>
          <ac:spMkLst>
            <pc:docMk/>
            <pc:sldMk cId="974950013" sldId="261"/>
            <ac:spMk id="13" creationId="{8A5BF812-2B38-4094-811B-A17AE463C3AC}"/>
          </ac:spMkLst>
        </pc:spChg>
        <pc:spChg chg="add">
          <ac:chgData name="Asif Muhammad" userId="6b0af2cb-2f76-400b-94d9-178b55ef4f85" providerId="ADAL" clId="{96066FAC-793F-4936-90C0-E151F6084053}" dt="2022-09-13T11:18:59.083" v="24" actId="26606"/>
          <ac:spMkLst>
            <pc:docMk/>
            <pc:sldMk cId="974950013" sldId="261"/>
            <ac:spMk id="18" creationId="{AB4D2C27-D486-4625-B7D0-B268F8DFFB90}"/>
          </ac:spMkLst>
        </pc:spChg>
        <pc:picChg chg="mod">
          <ac:chgData name="Asif Muhammad" userId="6b0af2cb-2f76-400b-94d9-178b55ef4f85" providerId="ADAL" clId="{96066FAC-793F-4936-90C0-E151F6084053}" dt="2022-09-13T11:18:59.083" v="24" actId="26606"/>
          <ac:picMkLst>
            <pc:docMk/>
            <pc:sldMk cId="974950013" sldId="261"/>
            <ac:picMk id="4" creationId="{B4107226-84B7-4D80-8885-A54DF6AC4CB7}"/>
          </ac:picMkLst>
        </pc:picChg>
        <pc:picChg chg="mod ord">
          <ac:chgData name="Asif Muhammad" userId="6b0af2cb-2f76-400b-94d9-178b55ef4f85" providerId="ADAL" clId="{96066FAC-793F-4936-90C0-E151F6084053}" dt="2022-09-13T11:18:59.083" v="24" actId="26606"/>
          <ac:picMkLst>
            <pc:docMk/>
            <pc:sldMk cId="974950013" sldId="261"/>
            <ac:picMk id="6" creationId="{C12E4189-D350-4EC5-808A-80A91E689BC1}"/>
          </ac:picMkLst>
        </pc:picChg>
        <pc:picChg chg="mod">
          <ac:chgData name="Asif Muhammad" userId="6b0af2cb-2f76-400b-94d9-178b55ef4f85" providerId="ADAL" clId="{96066FAC-793F-4936-90C0-E151F6084053}" dt="2022-09-13T11:18:59.083" v="24" actId="26606"/>
          <ac:picMkLst>
            <pc:docMk/>
            <pc:sldMk cId="974950013" sldId="261"/>
            <ac:picMk id="8" creationId="{161B1F29-9DDD-4B05-83C0-EC5EA3A0C079}"/>
          </ac:picMkLst>
        </pc:picChg>
      </pc:sldChg>
      <pc:sldChg chg="addSp delSp modSp mod setBg">
        <pc:chgData name="Asif Muhammad" userId="6b0af2cb-2f76-400b-94d9-178b55ef4f85" providerId="ADAL" clId="{96066FAC-793F-4936-90C0-E151F6084053}" dt="2022-09-13T11:21:25.891" v="47" actId="26606"/>
        <pc:sldMkLst>
          <pc:docMk/>
          <pc:sldMk cId="3561174711" sldId="264"/>
        </pc:sldMkLst>
        <pc:spChg chg="mod ord">
          <ac:chgData name="Asif Muhammad" userId="6b0af2cb-2f76-400b-94d9-178b55ef4f85" providerId="ADAL" clId="{96066FAC-793F-4936-90C0-E151F6084053}" dt="2022-09-13T11:21:25.891" v="47" actId="26606"/>
          <ac:spMkLst>
            <pc:docMk/>
            <pc:sldMk cId="3561174711" sldId="264"/>
            <ac:spMk id="2" creationId="{87A84306-103B-4E9A-A993-559B893F43CC}"/>
          </ac:spMkLst>
        </pc:spChg>
        <pc:spChg chg="add del">
          <ac:chgData name="Asif Muhammad" userId="6b0af2cb-2f76-400b-94d9-178b55ef4f85" providerId="ADAL" clId="{96066FAC-793F-4936-90C0-E151F6084053}" dt="2022-09-13T11:21:25.891" v="47" actId="26606"/>
          <ac:spMkLst>
            <pc:docMk/>
            <pc:sldMk cId="3561174711" sldId="264"/>
            <ac:spMk id="3" creationId="{385C0B82-AF31-4D3D-8620-F85CBD0D7BC6}"/>
          </ac:spMkLst>
        </pc:spChg>
        <pc:spChg chg="add del">
          <ac:chgData name="Asif Muhammad" userId="6b0af2cb-2f76-400b-94d9-178b55ef4f85" providerId="ADAL" clId="{96066FAC-793F-4936-90C0-E151F6084053}" dt="2022-09-13T11:21:05.506" v="34" actId="26606"/>
          <ac:spMkLst>
            <pc:docMk/>
            <pc:sldMk cId="3561174711" sldId="264"/>
            <ac:spMk id="9" creationId="{85428F22-76B3-4107-AADE-3F9EC95FD325}"/>
          </ac:spMkLst>
        </pc:spChg>
        <pc:spChg chg="add del">
          <ac:chgData name="Asif Muhammad" userId="6b0af2cb-2f76-400b-94d9-178b55ef4f85" providerId="ADAL" clId="{96066FAC-793F-4936-90C0-E151F6084053}" dt="2022-09-13T11:21:03.349" v="32" actId="26606"/>
          <ac:spMkLst>
            <pc:docMk/>
            <pc:sldMk cId="3561174711" sldId="264"/>
            <ac:spMk id="12" creationId="{385C0B82-AF31-4D3D-8620-F85CBD0D7BC6}"/>
          </ac:spMkLst>
        </pc:spChg>
        <pc:spChg chg="add del">
          <ac:chgData name="Asif Muhammad" userId="6b0af2cb-2f76-400b-94d9-178b55ef4f85" providerId="ADAL" clId="{96066FAC-793F-4936-90C0-E151F6084053}" dt="2022-09-13T11:21:08.290" v="36" actId="26606"/>
          <ac:spMkLst>
            <pc:docMk/>
            <pc:sldMk cId="3561174711" sldId="264"/>
            <ac:spMk id="17" creationId="{63A60C88-7443-4827-9241-5019758CB4F0}"/>
          </ac:spMkLst>
        </pc:spChg>
        <pc:spChg chg="add del">
          <ac:chgData name="Asif Muhammad" userId="6b0af2cb-2f76-400b-94d9-178b55ef4f85" providerId="ADAL" clId="{96066FAC-793F-4936-90C0-E151F6084053}" dt="2022-09-13T11:21:05.506" v="34" actId="26606"/>
          <ac:spMkLst>
            <pc:docMk/>
            <pc:sldMk cId="3561174711" sldId="264"/>
            <ac:spMk id="22" creationId="{385C0B82-AF31-4D3D-8620-F85CBD0D7BC6}"/>
          </ac:spMkLst>
        </pc:spChg>
        <pc:spChg chg="add del">
          <ac:chgData name="Asif Muhammad" userId="6b0af2cb-2f76-400b-94d9-178b55ef4f85" providerId="ADAL" clId="{96066FAC-793F-4936-90C0-E151F6084053}" dt="2022-09-13T11:21:08.290" v="36" actId="26606"/>
          <ac:spMkLst>
            <pc:docMk/>
            <pc:sldMk cId="3561174711" sldId="264"/>
            <ac:spMk id="31" creationId="{385C0B82-AF31-4D3D-8620-F85CBD0D7BC6}"/>
          </ac:spMkLst>
        </pc:spChg>
        <pc:spChg chg="add del">
          <ac:chgData name="Asif Muhammad" userId="6b0af2cb-2f76-400b-94d9-178b55ef4f85" providerId="ADAL" clId="{96066FAC-793F-4936-90C0-E151F6084053}" dt="2022-09-13T11:21:13.505" v="38" actId="26606"/>
          <ac:spMkLst>
            <pc:docMk/>
            <pc:sldMk cId="3561174711" sldId="264"/>
            <ac:spMk id="33" creationId="{385C0B82-AF31-4D3D-8620-F85CBD0D7BC6}"/>
          </ac:spMkLst>
        </pc:spChg>
        <pc:spChg chg="add del">
          <ac:chgData name="Asif Muhammad" userId="6b0af2cb-2f76-400b-94d9-178b55ef4f85" providerId="ADAL" clId="{96066FAC-793F-4936-90C0-E151F6084053}" dt="2022-09-13T11:21:19.363" v="40" actId="26606"/>
          <ac:spMkLst>
            <pc:docMk/>
            <pc:sldMk cId="3561174711" sldId="264"/>
            <ac:spMk id="35" creationId="{385C0B82-AF31-4D3D-8620-F85CBD0D7BC6}"/>
          </ac:spMkLst>
        </pc:spChg>
        <pc:spChg chg="add del">
          <ac:chgData name="Asif Muhammad" userId="6b0af2cb-2f76-400b-94d9-178b55ef4f85" providerId="ADAL" clId="{96066FAC-793F-4936-90C0-E151F6084053}" dt="2022-09-13T11:21:20.763" v="42" actId="26606"/>
          <ac:spMkLst>
            <pc:docMk/>
            <pc:sldMk cId="3561174711" sldId="264"/>
            <ac:spMk id="37" creationId="{6AD30037-67ED-4367-9BE0-45787510BF13}"/>
          </ac:spMkLst>
        </pc:spChg>
        <pc:spChg chg="add del">
          <ac:chgData name="Asif Muhammad" userId="6b0af2cb-2f76-400b-94d9-178b55ef4f85" providerId="ADAL" clId="{96066FAC-793F-4936-90C0-E151F6084053}" dt="2022-09-13T11:21:20.763" v="42" actId="26606"/>
          <ac:spMkLst>
            <pc:docMk/>
            <pc:sldMk cId="3561174711" sldId="264"/>
            <ac:spMk id="42" creationId="{385C0B82-AF31-4D3D-8620-F85CBD0D7BC6}"/>
          </ac:spMkLst>
        </pc:spChg>
        <pc:spChg chg="add del">
          <ac:chgData name="Asif Muhammad" userId="6b0af2cb-2f76-400b-94d9-178b55ef4f85" providerId="ADAL" clId="{96066FAC-793F-4936-90C0-E151F6084053}" dt="2022-09-13T11:21:23.731" v="44" actId="26606"/>
          <ac:spMkLst>
            <pc:docMk/>
            <pc:sldMk cId="3561174711" sldId="264"/>
            <ac:spMk id="44" creationId="{385C0B82-AF31-4D3D-8620-F85CBD0D7BC6}"/>
          </ac:spMkLst>
        </pc:spChg>
        <pc:spChg chg="add del">
          <ac:chgData name="Asif Muhammad" userId="6b0af2cb-2f76-400b-94d9-178b55ef4f85" providerId="ADAL" clId="{96066FAC-793F-4936-90C0-E151F6084053}" dt="2022-09-13T11:21:25.884" v="46" actId="26606"/>
          <ac:spMkLst>
            <pc:docMk/>
            <pc:sldMk cId="3561174711" sldId="264"/>
            <ac:spMk id="46" creationId="{6AD30037-67ED-4367-9BE0-45787510BF13}"/>
          </ac:spMkLst>
        </pc:spChg>
        <pc:spChg chg="add del">
          <ac:chgData name="Asif Muhammad" userId="6b0af2cb-2f76-400b-94d9-178b55ef4f85" providerId="ADAL" clId="{96066FAC-793F-4936-90C0-E151F6084053}" dt="2022-09-13T11:21:25.884" v="46" actId="26606"/>
          <ac:spMkLst>
            <pc:docMk/>
            <pc:sldMk cId="3561174711" sldId="264"/>
            <ac:spMk id="51" creationId="{385C0B82-AF31-4D3D-8620-F85CBD0D7BC6}"/>
          </ac:spMkLst>
        </pc:spChg>
        <pc:spChg chg="add">
          <ac:chgData name="Asif Muhammad" userId="6b0af2cb-2f76-400b-94d9-178b55ef4f85" providerId="ADAL" clId="{96066FAC-793F-4936-90C0-E151F6084053}" dt="2022-09-13T11:21:25.891" v="47" actId="26606"/>
          <ac:spMkLst>
            <pc:docMk/>
            <pc:sldMk cId="3561174711" sldId="264"/>
            <ac:spMk id="53" creationId="{385C0B82-AF31-4D3D-8620-F85CBD0D7BC6}"/>
          </ac:spMkLst>
        </pc:spChg>
        <pc:grpChg chg="add del">
          <ac:chgData name="Asif Muhammad" userId="6b0af2cb-2f76-400b-94d9-178b55ef4f85" providerId="ADAL" clId="{96066FAC-793F-4936-90C0-E151F6084053}" dt="2022-09-13T11:21:05.506" v="34" actId="26606"/>
          <ac:grpSpMkLst>
            <pc:docMk/>
            <pc:sldMk cId="3561174711" sldId="264"/>
            <ac:grpSpMk id="11" creationId="{5346FBCF-5353-4172-96F5-4B7EB07777C4}"/>
          </ac:grpSpMkLst>
        </pc:grpChg>
        <pc:grpChg chg="add del">
          <ac:chgData name="Asif Muhammad" userId="6b0af2cb-2f76-400b-94d9-178b55ef4f85" providerId="ADAL" clId="{96066FAC-793F-4936-90C0-E151F6084053}" dt="2022-09-13T11:21:05.506" v="34" actId="26606"/>
          <ac:grpSpMkLst>
            <pc:docMk/>
            <pc:sldMk cId="3561174711" sldId="264"/>
            <ac:grpSpMk id="15" creationId="{78326E10-C8CB-487F-A110-F861268DE619}"/>
          </ac:grpSpMkLst>
        </pc:grpChg>
        <pc:grpChg chg="add del">
          <ac:chgData name="Asif Muhammad" userId="6b0af2cb-2f76-400b-94d9-178b55ef4f85" providerId="ADAL" clId="{96066FAC-793F-4936-90C0-E151F6084053}" dt="2022-09-13T11:21:08.290" v="36" actId="26606"/>
          <ac:grpSpMkLst>
            <pc:docMk/>
            <pc:sldMk cId="3561174711" sldId="264"/>
            <ac:grpSpMk id="24" creationId="{DF8D5C46-63E5-40C5-A208-4B2189FA1032}"/>
          </ac:grpSpMkLst>
        </pc:grpChg>
        <pc:grpChg chg="add del">
          <ac:chgData name="Asif Muhammad" userId="6b0af2cb-2f76-400b-94d9-178b55ef4f85" providerId="ADAL" clId="{96066FAC-793F-4936-90C0-E151F6084053}" dt="2022-09-13T11:21:20.763" v="42" actId="26606"/>
          <ac:grpSpMkLst>
            <pc:docMk/>
            <pc:sldMk cId="3561174711" sldId="264"/>
            <ac:grpSpMk id="38" creationId="{50841A4E-5BC1-44B4-83CF-D524E8AEAD64}"/>
          </ac:grpSpMkLst>
        </pc:grpChg>
        <pc:grpChg chg="add del">
          <ac:chgData name="Asif Muhammad" userId="6b0af2cb-2f76-400b-94d9-178b55ef4f85" providerId="ADAL" clId="{96066FAC-793F-4936-90C0-E151F6084053}" dt="2022-09-13T11:21:25.884" v="46" actId="26606"/>
          <ac:grpSpMkLst>
            <pc:docMk/>
            <pc:sldMk cId="3561174711" sldId="264"/>
            <ac:grpSpMk id="47" creationId="{50841A4E-5BC1-44B4-83CF-D524E8AEAD64}"/>
          </ac:grpSpMkLst>
        </pc:grpChg>
        <pc:graphicFrameChg chg="add del">
          <ac:chgData name="Asif Muhammad" userId="6b0af2cb-2f76-400b-94d9-178b55ef4f85" providerId="ADAL" clId="{96066FAC-793F-4936-90C0-E151F6084053}" dt="2022-09-13T11:20:53.843" v="26" actId="26606"/>
          <ac:graphicFrameMkLst>
            <pc:docMk/>
            <pc:sldMk cId="3561174711" sldId="264"/>
            <ac:graphicFrameMk id="6" creationId="{2D63E816-E173-D4DE-B378-14B557B22068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0:56.668" v="28" actId="26606"/>
          <ac:graphicFrameMkLst>
            <pc:docMk/>
            <pc:sldMk cId="3561174711" sldId="264"/>
            <ac:graphicFrameMk id="8" creationId="{56A3C809-3EBB-96A3-41A6-D7693D3CDB3D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0:59.697" v="30" actId="26606"/>
          <ac:graphicFrameMkLst>
            <pc:docMk/>
            <pc:sldMk cId="3561174711" sldId="264"/>
            <ac:graphicFrameMk id="10" creationId="{ED2EA938-82DC-094F-6DD7-A1C04B42EA37}"/>
          </ac:graphicFrameMkLst>
        </pc:graphicFrameChg>
        <pc:picChg chg="mod">
          <ac:chgData name="Asif Muhammad" userId="6b0af2cb-2f76-400b-94d9-178b55ef4f85" providerId="ADAL" clId="{96066FAC-793F-4936-90C0-E151F6084053}" dt="2022-09-13T11:21:25.891" v="47" actId="26606"/>
          <ac:picMkLst>
            <pc:docMk/>
            <pc:sldMk cId="3561174711" sldId="264"/>
            <ac:picMk id="4" creationId="{F87062DA-F663-4467-993C-1F761FD7E409}"/>
          </ac:picMkLst>
        </pc:picChg>
      </pc:sldChg>
      <pc:sldChg chg="addSp delSp mod">
        <pc:chgData name="Asif Muhammad" userId="6b0af2cb-2f76-400b-94d9-178b55ef4f85" providerId="ADAL" clId="{96066FAC-793F-4936-90C0-E151F6084053}" dt="2022-09-13T11:22:46.099" v="60" actId="26606"/>
        <pc:sldMkLst>
          <pc:docMk/>
          <pc:sldMk cId="1334344460" sldId="266"/>
        </pc:sldMkLst>
        <pc:spChg chg="add del">
          <ac:chgData name="Asif Muhammad" userId="6b0af2cb-2f76-400b-94d9-178b55ef4f85" providerId="ADAL" clId="{96066FAC-793F-4936-90C0-E151F6084053}" dt="2022-09-13T11:22:46.099" v="60" actId="26606"/>
          <ac:spMkLst>
            <pc:docMk/>
            <pc:sldMk cId="1334344460" sldId="266"/>
            <ac:spMk id="3" creationId="{3967AAAF-CCFC-4693-921C-A891D3F7530E}"/>
          </ac:spMkLst>
        </pc:spChg>
        <pc:graphicFrameChg chg="add del">
          <ac:chgData name="Asif Muhammad" userId="6b0af2cb-2f76-400b-94d9-178b55ef4f85" providerId="ADAL" clId="{96066FAC-793F-4936-90C0-E151F6084053}" dt="2022-09-13T11:21:57.284" v="49" actId="26606"/>
          <ac:graphicFrameMkLst>
            <pc:docMk/>
            <pc:sldMk cId="1334344460" sldId="266"/>
            <ac:graphicFrameMk id="8" creationId="{4765CCE3-FBA8-D15F-03E8-B331FDFD94A3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1:59.052" v="51" actId="26606"/>
          <ac:graphicFrameMkLst>
            <pc:docMk/>
            <pc:sldMk cId="1334344460" sldId="266"/>
            <ac:graphicFrameMk id="10" creationId="{652C931E-FE65-96AC-E6E2-9018DECF26DE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2:00.332" v="53" actId="26606"/>
          <ac:graphicFrameMkLst>
            <pc:docMk/>
            <pc:sldMk cId="1334344460" sldId="266"/>
            <ac:graphicFrameMk id="12" creationId="{71D729C7-3D7A-484A-9B77-BDB053B38AA3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2:01.692" v="55" actId="26606"/>
          <ac:graphicFrameMkLst>
            <pc:docMk/>
            <pc:sldMk cId="1334344460" sldId="266"/>
            <ac:graphicFrameMk id="14" creationId="{652C931E-FE65-96AC-E6E2-9018DECF26DE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2:03.524" v="57" actId="26606"/>
          <ac:graphicFrameMkLst>
            <pc:docMk/>
            <pc:sldMk cId="1334344460" sldId="266"/>
            <ac:graphicFrameMk id="16" creationId="{4765CCE3-FBA8-D15F-03E8-B331FDFD94A3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2:46.084" v="59" actId="26606"/>
          <ac:graphicFrameMkLst>
            <pc:docMk/>
            <pc:sldMk cId="1334344460" sldId="266"/>
            <ac:graphicFrameMk id="18" creationId="{652C931E-FE65-96AC-E6E2-9018DECF26DE}"/>
          </ac:graphicFrameMkLst>
        </pc:graphicFrameChg>
        <pc:graphicFrameChg chg="add">
          <ac:chgData name="Asif Muhammad" userId="6b0af2cb-2f76-400b-94d9-178b55ef4f85" providerId="ADAL" clId="{96066FAC-793F-4936-90C0-E151F6084053}" dt="2022-09-13T11:22:46.099" v="60" actId="26606"/>
          <ac:graphicFrameMkLst>
            <pc:docMk/>
            <pc:sldMk cId="1334344460" sldId="266"/>
            <ac:graphicFrameMk id="20" creationId="{71D729C7-3D7A-484A-9B77-BDB053B38AA3}"/>
          </ac:graphicFrameMkLst>
        </pc:graphicFrameChg>
      </pc:sldChg>
      <pc:sldChg chg="addSp delSp mod">
        <pc:chgData name="Asif Muhammad" userId="6b0af2cb-2f76-400b-94d9-178b55ef4f85" providerId="ADAL" clId="{96066FAC-793F-4936-90C0-E151F6084053}" dt="2022-09-13T11:23:09.067" v="69" actId="26606"/>
        <pc:sldMkLst>
          <pc:docMk/>
          <pc:sldMk cId="1921942571" sldId="267"/>
        </pc:sldMkLst>
        <pc:spChg chg="add del">
          <ac:chgData name="Asif Muhammad" userId="6b0af2cb-2f76-400b-94d9-178b55ef4f85" providerId="ADAL" clId="{96066FAC-793F-4936-90C0-E151F6084053}" dt="2022-09-13T11:23:09.067" v="69" actId="26606"/>
          <ac:spMkLst>
            <pc:docMk/>
            <pc:sldMk cId="1921942571" sldId="267"/>
            <ac:spMk id="3" creationId="{20ACBF71-0143-4008-B826-B00FB5340FEC}"/>
          </ac:spMkLst>
        </pc:spChg>
        <pc:graphicFrameChg chg="add del">
          <ac:chgData name="Asif Muhammad" userId="6b0af2cb-2f76-400b-94d9-178b55ef4f85" providerId="ADAL" clId="{96066FAC-793F-4936-90C0-E151F6084053}" dt="2022-09-13T11:23:05.379" v="62" actId="26606"/>
          <ac:graphicFrameMkLst>
            <pc:docMk/>
            <pc:sldMk cId="1921942571" sldId="267"/>
            <ac:graphicFrameMk id="8" creationId="{34377B5F-F627-2DEE-5BCB-F0AD65AC476F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3:06.131" v="64" actId="26606"/>
          <ac:graphicFrameMkLst>
            <pc:docMk/>
            <pc:sldMk cId="1921942571" sldId="267"/>
            <ac:graphicFrameMk id="10" creationId="{A1C803F6-B7F8-8BCE-179B-116EABEF1CA5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3:07.820" v="66" actId="26606"/>
          <ac:graphicFrameMkLst>
            <pc:docMk/>
            <pc:sldMk cId="1921942571" sldId="267"/>
            <ac:graphicFrameMk id="12" creationId="{185D3172-7776-58CC-53C7-B065BD97499C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3:09.051" v="68" actId="26606"/>
          <ac:graphicFrameMkLst>
            <pc:docMk/>
            <pc:sldMk cId="1921942571" sldId="267"/>
            <ac:graphicFrameMk id="14" creationId="{E1D29453-DD73-D0E9-19E0-A0E3FB8CEABE}"/>
          </ac:graphicFrameMkLst>
        </pc:graphicFrameChg>
        <pc:graphicFrameChg chg="add">
          <ac:chgData name="Asif Muhammad" userId="6b0af2cb-2f76-400b-94d9-178b55ef4f85" providerId="ADAL" clId="{96066FAC-793F-4936-90C0-E151F6084053}" dt="2022-09-13T11:23:09.067" v="69" actId="26606"/>
          <ac:graphicFrameMkLst>
            <pc:docMk/>
            <pc:sldMk cId="1921942571" sldId="267"/>
            <ac:graphicFrameMk id="16" creationId="{34377B5F-F627-2DEE-5BCB-F0AD65AC476F}"/>
          </ac:graphicFrameMkLst>
        </pc:graphicFrameChg>
      </pc:sldChg>
      <pc:sldChg chg="addSp delSp mod">
        <pc:chgData name="Asif Muhammad" userId="6b0af2cb-2f76-400b-94d9-178b55ef4f85" providerId="ADAL" clId="{96066FAC-793F-4936-90C0-E151F6084053}" dt="2022-09-13T11:25:04.092" v="76" actId="26606"/>
        <pc:sldMkLst>
          <pc:docMk/>
          <pc:sldMk cId="2906359106" sldId="268"/>
        </pc:sldMkLst>
        <pc:spChg chg="add del">
          <ac:chgData name="Asif Muhammad" userId="6b0af2cb-2f76-400b-94d9-178b55ef4f85" providerId="ADAL" clId="{96066FAC-793F-4936-90C0-E151F6084053}" dt="2022-09-13T11:25:04.092" v="76" actId="26606"/>
          <ac:spMkLst>
            <pc:docMk/>
            <pc:sldMk cId="2906359106" sldId="268"/>
            <ac:spMk id="3" creationId="{326B779D-6EE8-474B-A6DE-75F3E7F11668}"/>
          </ac:spMkLst>
        </pc:spChg>
        <pc:graphicFrameChg chg="add del">
          <ac:chgData name="Asif Muhammad" userId="6b0af2cb-2f76-400b-94d9-178b55ef4f85" providerId="ADAL" clId="{96066FAC-793F-4936-90C0-E151F6084053}" dt="2022-09-13T11:24:59.092" v="71" actId="26606"/>
          <ac:graphicFrameMkLst>
            <pc:docMk/>
            <pc:sldMk cId="2906359106" sldId="268"/>
            <ac:graphicFrameMk id="7" creationId="{3BE7794D-08B1-EFC3-8A5D-B56428BABA4B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5:02.100" v="73" actId="26606"/>
          <ac:graphicFrameMkLst>
            <pc:docMk/>
            <pc:sldMk cId="2906359106" sldId="268"/>
            <ac:graphicFrameMk id="9" creationId="{8850364F-73AE-1C4D-277E-71F99AD4DB43}"/>
          </ac:graphicFrameMkLst>
        </pc:graphicFrameChg>
        <pc:graphicFrameChg chg="add del">
          <ac:chgData name="Asif Muhammad" userId="6b0af2cb-2f76-400b-94d9-178b55ef4f85" providerId="ADAL" clId="{96066FAC-793F-4936-90C0-E151F6084053}" dt="2022-09-13T11:25:04.076" v="75" actId="26606"/>
          <ac:graphicFrameMkLst>
            <pc:docMk/>
            <pc:sldMk cId="2906359106" sldId="268"/>
            <ac:graphicFrameMk id="11" creationId="{E8A2EF7A-5863-3401-6A7D-5AB8D53700C2}"/>
          </ac:graphicFrameMkLst>
        </pc:graphicFrameChg>
        <pc:graphicFrameChg chg="add">
          <ac:chgData name="Asif Muhammad" userId="6b0af2cb-2f76-400b-94d9-178b55ef4f85" providerId="ADAL" clId="{96066FAC-793F-4936-90C0-E151F6084053}" dt="2022-09-13T11:25:04.092" v="76" actId="26606"/>
          <ac:graphicFrameMkLst>
            <pc:docMk/>
            <pc:sldMk cId="2906359106" sldId="268"/>
            <ac:graphicFrameMk id="13" creationId="{B7203CEC-825E-FF33-29BC-F86921098506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3FBC8E-B089-4D53-BC39-B8E40165EE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4E28B45-B810-417A-96A5-C24D6BD2C4C1}">
      <dgm:prSet/>
      <dgm:spPr/>
      <dgm:t>
        <a:bodyPr/>
        <a:lstStyle/>
        <a:p>
          <a:r>
            <a:rPr lang="en-GB" dirty="0"/>
            <a:t>Client Side Language (Vanilla JS, jQuery, React, </a:t>
          </a:r>
          <a:r>
            <a:rPr lang="en-GB" dirty="0" err="1"/>
            <a:t>etc</a:t>
          </a:r>
          <a:r>
            <a:rPr lang="en-GB" dirty="0"/>
            <a:t>)</a:t>
          </a:r>
          <a:endParaRPr lang="en-US" dirty="0"/>
        </a:p>
      </dgm:t>
    </dgm:pt>
    <dgm:pt modelId="{FDBF81A1-9BE3-46E4-B3D8-E3C42B664770}" type="parTrans" cxnId="{DD0574BF-9E67-4492-9166-AB787C725ADD}">
      <dgm:prSet/>
      <dgm:spPr/>
      <dgm:t>
        <a:bodyPr/>
        <a:lstStyle/>
        <a:p>
          <a:endParaRPr lang="en-US"/>
        </a:p>
      </dgm:t>
    </dgm:pt>
    <dgm:pt modelId="{2844FFB8-66C7-48B4-8D79-094A87746EEE}" type="sibTrans" cxnId="{DD0574BF-9E67-4492-9166-AB787C725ADD}">
      <dgm:prSet/>
      <dgm:spPr/>
      <dgm:t>
        <a:bodyPr/>
        <a:lstStyle/>
        <a:p>
          <a:endParaRPr lang="en-US"/>
        </a:p>
      </dgm:t>
    </dgm:pt>
    <dgm:pt modelId="{2FFB68F2-ECC0-456F-A4C5-C4562CC58E4A}">
      <dgm:prSet/>
      <dgm:spPr/>
      <dgm:t>
        <a:bodyPr/>
        <a:lstStyle/>
        <a:p>
          <a:r>
            <a:rPr lang="en-GB"/>
            <a:t>Server Side Language (Node.js, MongoDB etc)</a:t>
          </a:r>
          <a:endParaRPr lang="en-US"/>
        </a:p>
      </dgm:t>
    </dgm:pt>
    <dgm:pt modelId="{59A1A0A1-086F-4B6E-8C2E-EAFB6521E413}" type="parTrans" cxnId="{97B1A97A-D598-482B-98E4-EF538747FCE1}">
      <dgm:prSet/>
      <dgm:spPr/>
      <dgm:t>
        <a:bodyPr/>
        <a:lstStyle/>
        <a:p>
          <a:endParaRPr lang="en-US"/>
        </a:p>
      </dgm:t>
    </dgm:pt>
    <dgm:pt modelId="{3F14AA02-1559-47C7-A949-AF344643753B}" type="sibTrans" cxnId="{97B1A97A-D598-482B-98E4-EF538747FCE1}">
      <dgm:prSet/>
      <dgm:spPr/>
      <dgm:t>
        <a:bodyPr/>
        <a:lstStyle/>
        <a:p>
          <a:endParaRPr lang="en-US"/>
        </a:p>
      </dgm:t>
    </dgm:pt>
    <dgm:pt modelId="{29710906-8EAE-4B3F-A612-7AA82649765E}">
      <dgm:prSet/>
      <dgm:spPr/>
      <dgm:t>
        <a:bodyPr/>
        <a:lstStyle/>
        <a:p>
          <a:r>
            <a:rPr lang="en-GB"/>
            <a:t>Easy to Learn</a:t>
          </a:r>
          <a:endParaRPr lang="en-US"/>
        </a:p>
      </dgm:t>
    </dgm:pt>
    <dgm:pt modelId="{66EF628B-2BD9-4942-B22F-A6A8518335BA}" type="parTrans" cxnId="{F762A91D-D496-4373-BCD8-42A21C055F82}">
      <dgm:prSet/>
      <dgm:spPr/>
      <dgm:t>
        <a:bodyPr/>
        <a:lstStyle/>
        <a:p>
          <a:endParaRPr lang="en-US"/>
        </a:p>
      </dgm:t>
    </dgm:pt>
    <dgm:pt modelId="{8143B41D-D5D6-4EFF-A5E8-3C5216A16A24}" type="sibTrans" cxnId="{F762A91D-D496-4373-BCD8-42A21C055F82}">
      <dgm:prSet/>
      <dgm:spPr/>
      <dgm:t>
        <a:bodyPr/>
        <a:lstStyle/>
        <a:p>
          <a:endParaRPr lang="en-US"/>
        </a:p>
      </dgm:t>
    </dgm:pt>
    <dgm:pt modelId="{1714F16C-E7CB-4E20-9610-EC5719C83AD9}">
      <dgm:prSet/>
      <dgm:spPr/>
      <dgm:t>
        <a:bodyPr/>
        <a:lstStyle/>
        <a:p>
          <a:r>
            <a:rPr lang="en-GB"/>
            <a:t>ES6 (ECMAScript 6) introduced and standardized in 2015</a:t>
          </a:r>
          <a:endParaRPr lang="en-US"/>
        </a:p>
      </dgm:t>
    </dgm:pt>
    <dgm:pt modelId="{E5FE22F3-C436-4F11-81B0-1F355294BD4F}" type="parTrans" cxnId="{4DD0309F-9BB4-4431-B55A-AED7E9A61555}">
      <dgm:prSet/>
      <dgm:spPr/>
      <dgm:t>
        <a:bodyPr/>
        <a:lstStyle/>
        <a:p>
          <a:endParaRPr lang="en-US"/>
        </a:p>
      </dgm:t>
    </dgm:pt>
    <dgm:pt modelId="{808ACA5F-0421-45E6-B151-68EE8C68E92A}" type="sibTrans" cxnId="{4DD0309F-9BB4-4431-B55A-AED7E9A61555}">
      <dgm:prSet/>
      <dgm:spPr/>
      <dgm:t>
        <a:bodyPr/>
        <a:lstStyle/>
        <a:p>
          <a:endParaRPr lang="en-US"/>
        </a:p>
      </dgm:t>
    </dgm:pt>
    <dgm:pt modelId="{CB5EDC24-CF8C-4B37-A7C7-4056F96672E1}" type="pres">
      <dgm:prSet presAssocID="{033FBC8E-B089-4D53-BC39-B8E40165EEC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D2A9C0-FBF2-4738-8B20-DD6063A00835}" type="pres">
      <dgm:prSet presAssocID="{D4E28B45-B810-417A-96A5-C24D6BD2C4C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08DA73-F8EC-4D86-AC90-EF9AE1A42281}" type="pres">
      <dgm:prSet presAssocID="{2844FFB8-66C7-48B4-8D79-094A87746EEE}" presName="spacer" presStyleCnt="0"/>
      <dgm:spPr/>
    </dgm:pt>
    <dgm:pt modelId="{BF609A1C-12C6-4D94-9F6D-D237E73F5A2E}" type="pres">
      <dgm:prSet presAssocID="{2FFB68F2-ECC0-456F-A4C5-C4562CC58E4A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7CEE7B-1F02-4B2B-8C85-7FF04F5CFCA7}" type="pres">
      <dgm:prSet presAssocID="{3F14AA02-1559-47C7-A949-AF344643753B}" presName="spacer" presStyleCnt="0"/>
      <dgm:spPr/>
    </dgm:pt>
    <dgm:pt modelId="{E515F448-1FF3-4AED-BC41-1C01664352EE}" type="pres">
      <dgm:prSet presAssocID="{29710906-8EAE-4B3F-A612-7AA82649765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9C4A3C-6651-4856-946B-E2E7AA89C61E}" type="pres">
      <dgm:prSet presAssocID="{8143B41D-D5D6-4EFF-A5E8-3C5216A16A24}" presName="spacer" presStyleCnt="0"/>
      <dgm:spPr/>
    </dgm:pt>
    <dgm:pt modelId="{E0CBE484-8A5E-44AF-B0FA-AAAA8ABDD037}" type="pres">
      <dgm:prSet presAssocID="{1714F16C-E7CB-4E20-9610-EC5719C83AD9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22884A3-782C-4BBC-9D10-FAA7F48A3975}" type="presOf" srcId="{2FFB68F2-ECC0-456F-A4C5-C4562CC58E4A}" destId="{BF609A1C-12C6-4D94-9F6D-D237E73F5A2E}" srcOrd="0" destOrd="0" presId="urn:microsoft.com/office/officeart/2005/8/layout/vList2"/>
    <dgm:cxn modelId="{D425BFAE-1560-41F8-A9AA-0B8457C71404}" type="presOf" srcId="{D4E28B45-B810-417A-96A5-C24D6BD2C4C1}" destId="{99D2A9C0-FBF2-4738-8B20-DD6063A00835}" srcOrd="0" destOrd="0" presId="urn:microsoft.com/office/officeart/2005/8/layout/vList2"/>
    <dgm:cxn modelId="{DD0574BF-9E67-4492-9166-AB787C725ADD}" srcId="{033FBC8E-B089-4D53-BC39-B8E40165EECA}" destId="{D4E28B45-B810-417A-96A5-C24D6BD2C4C1}" srcOrd="0" destOrd="0" parTransId="{FDBF81A1-9BE3-46E4-B3D8-E3C42B664770}" sibTransId="{2844FFB8-66C7-48B4-8D79-094A87746EEE}"/>
    <dgm:cxn modelId="{6B69D73E-A48F-4C71-91C2-49182B47446C}" type="presOf" srcId="{1714F16C-E7CB-4E20-9610-EC5719C83AD9}" destId="{E0CBE484-8A5E-44AF-B0FA-AAAA8ABDD037}" srcOrd="0" destOrd="0" presId="urn:microsoft.com/office/officeart/2005/8/layout/vList2"/>
    <dgm:cxn modelId="{4DD0309F-9BB4-4431-B55A-AED7E9A61555}" srcId="{033FBC8E-B089-4D53-BC39-B8E40165EECA}" destId="{1714F16C-E7CB-4E20-9610-EC5719C83AD9}" srcOrd="3" destOrd="0" parTransId="{E5FE22F3-C436-4F11-81B0-1F355294BD4F}" sibTransId="{808ACA5F-0421-45E6-B151-68EE8C68E92A}"/>
    <dgm:cxn modelId="{F1B1F146-64B0-49E4-9DB6-034DD6B0AAC5}" type="presOf" srcId="{29710906-8EAE-4B3F-A612-7AA82649765E}" destId="{E515F448-1FF3-4AED-BC41-1C01664352EE}" srcOrd="0" destOrd="0" presId="urn:microsoft.com/office/officeart/2005/8/layout/vList2"/>
    <dgm:cxn modelId="{F762A91D-D496-4373-BCD8-42A21C055F82}" srcId="{033FBC8E-B089-4D53-BC39-B8E40165EECA}" destId="{29710906-8EAE-4B3F-A612-7AA82649765E}" srcOrd="2" destOrd="0" parTransId="{66EF628B-2BD9-4942-B22F-A6A8518335BA}" sibTransId="{8143B41D-D5D6-4EFF-A5E8-3C5216A16A24}"/>
    <dgm:cxn modelId="{97B1A97A-D598-482B-98E4-EF538747FCE1}" srcId="{033FBC8E-B089-4D53-BC39-B8E40165EECA}" destId="{2FFB68F2-ECC0-456F-A4C5-C4562CC58E4A}" srcOrd="1" destOrd="0" parTransId="{59A1A0A1-086F-4B6E-8C2E-EAFB6521E413}" sibTransId="{3F14AA02-1559-47C7-A949-AF344643753B}"/>
    <dgm:cxn modelId="{3B30B7D3-38DC-4EA1-B017-F8FC707C1A69}" type="presOf" srcId="{033FBC8E-B089-4D53-BC39-B8E40165EECA}" destId="{CB5EDC24-CF8C-4B37-A7C7-4056F96672E1}" srcOrd="0" destOrd="0" presId="urn:microsoft.com/office/officeart/2005/8/layout/vList2"/>
    <dgm:cxn modelId="{29E6B5BE-E6D9-4489-B269-3B1B3BCA4308}" type="presParOf" srcId="{CB5EDC24-CF8C-4B37-A7C7-4056F96672E1}" destId="{99D2A9C0-FBF2-4738-8B20-DD6063A00835}" srcOrd="0" destOrd="0" presId="urn:microsoft.com/office/officeart/2005/8/layout/vList2"/>
    <dgm:cxn modelId="{378EB6C9-93B0-4063-ACD5-C84FD5127B94}" type="presParOf" srcId="{CB5EDC24-CF8C-4B37-A7C7-4056F96672E1}" destId="{E708DA73-F8EC-4D86-AC90-EF9AE1A42281}" srcOrd="1" destOrd="0" presId="urn:microsoft.com/office/officeart/2005/8/layout/vList2"/>
    <dgm:cxn modelId="{C501CBA8-9E54-4583-911F-EEFFBB2AFC1A}" type="presParOf" srcId="{CB5EDC24-CF8C-4B37-A7C7-4056F96672E1}" destId="{BF609A1C-12C6-4D94-9F6D-D237E73F5A2E}" srcOrd="2" destOrd="0" presId="urn:microsoft.com/office/officeart/2005/8/layout/vList2"/>
    <dgm:cxn modelId="{F0C20EFE-A094-4AF6-BAC3-E334CF789E60}" type="presParOf" srcId="{CB5EDC24-CF8C-4B37-A7C7-4056F96672E1}" destId="{927CEE7B-1F02-4B2B-8C85-7FF04F5CFCA7}" srcOrd="3" destOrd="0" presId="urn:microsoft.com/office/officeart/2005/8/layout/vList2"/>
    <dgm:cxn modelId="{E11BE76A-C93A-469D-BFDC-528E88A6D4D0}" type="presParOf" srcId="{CB5EDC24-CF8C-4B37-A7C7-4056F96672E1}" destId="{E515F448-1FF3-4AED-BC41-1C01664352EE}" srcOrd="4" destOrd="0" presId="urn:microsoft.com/office/officeart/2005/8/layout/vList2"/>
    <dgm:cxn modelId="{0C2C162E-BDE7-4F8D-932A-D592D60A2961}" type="presParOf" srcId="{CB5EDC24-CF8C-4B37-A7C7-4056F96672E1}" destId="{309C4A3C-6651-4856-946B-E2E7AA89C61E}" srcOrd="5" destOrd="0" presId="urn:microsoft.com/office/officeart/2005/8/layout/vList2"/>
    <dgm:cxn modelId="{2E315EC6-4927-43BC-99C1-CA782E3EFF04}" type="presParOf" srcId="{CB5EDC24-CF8C-4B37-A7C7-4056F96672E1}" destId="{E0CBE484-8A5E-44AF-B0FA-AAAA8ABDD03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3FBC8E-B089-4D53-BC39-B8E40165EE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4E28B45-B810-417A-96A5-C24D6BD2C4C1}">
      <dgm:prSet/>
      <dgm:spPr/>
      <dgm:t>
        <a:bodyPr/>
        <a:lstStyle/>
        <a:p>
          <a:r>
            <a:rPr lang="en-US" b="0" i="0" dirty="0" smtClean="0"/>
            <a:t>JavaScript was invented by Brendan </a:t>
          </a:r>
          <a:r>
            <a:rPr lang="en-US" b="0" i="0" dirty="0" err="1" smtClean="0"/>
            <a:t>Eich</a:t>
          </a:r>
          <a:r>
            <a:rPr lang="en-US" b="0" i="0" dirty="0" smtClean="0"/>
            <a:t> in 1995, and became an ECMA standard in 1997.</a:t>
          </a:r>
          <a:endParaRPr lang="en-US" dirty="0"/>
        </a:p>
      </dgm:t>
    </dgm:pt>
    <dgm:pt modelId="{FDBF81A1-9BE3-46E4-B3D8-E3C42B664770}" type="parTrans" cxnId="{DD0574BF-9E67-4492-9166-AB787C725ADD}">
      <dgm:prSet/>
      <dgm:spPr/>
      <dgm:t>
        <a:bodyPr/>
        <a:lstStyle/>
        <a:p>
          <a:endParaRPr lang="en-US"/>
        </a:p>
      </dgm:t>
    </dgm:pt>
    <dgm:pt modelId="{2844FFB8-66C7-48B4-8D79-094A87746EEE}" type="sibTrans" cxnId="{DD0574BF-9E67-4492-9166-AB787C725ADD}">
      <dgm:prSet/>
      <dgm:spPr/>
      <dgm:t>
        <a:bodyPr/>
        <a:lstStyle/>
        <a:p>
          <a:endParaRPr lang="en-US"/>
        </a:p>
      </dgm:t>
    </dgm:pt>
    <dgm:pt modelId="{2FFB68F2-ECC0-456F-A4C5-C4562CC58E4A}">
      <dgm:prSet/>
      <dgm:spPr/>
      <dgm:t>
        <a:bodyPr/>
        <a:lstStyle/>
        <a:p>
          <a:r>
            <a:rPr lang="en-US" b="0" i="0" dirty="0" smtClean="0"/>
            <a:t>ECMAScript is the official name of the language.</a:t>
          </a:r>
          <a:endParaRPr lang="en-US" dirty="0"/>
        </a:p>
      </dgm:t>
    </dgm:pt>
    <dgm:pt modelId="{59A1A0A1-086F-4B6E-8C2E-EAFB6521E413}" type="parTrans" cxnId="{97B1A97A-D598-482B-98E4-EF538747FCE1}">
      <dgm:prSet/>
      <dgm:spPr/>
      <dgm:t>
        <a:bodyPr/>
        <a:lstStyle/>
        <a:p>
          <a:endParaRPr lang="en-US"/>
        </a:p>
      </dgm:t>
    </dgm:pt>
    <dgm:pt modelId="{3F14AA02-1559-47C7-A949-AF344643753B}" type="sibTrans" cxnId="{97B1A97A-D598-482B-98E4-EF538747FCE1}">
      <dgm:prSet/>
      <dgm:spPr/>
      <dgm:t>
        <a:bodyPr/>
        <a:lstStyle/>
        <a:p>
          <a:endParaRPr lang="en-US"/>
        </a:p>
      </dgm:t>
    </dgm:pt>
    <dgm:pt modelId="{29710906-8EAE-4B3F-A612-7AA82649765E}">
      <dgm:prSet/>
      <dgm:spPr/>
      <dgm:t>
        <a:bodyPr/>
        <a:lstStyle/>
        <a:p>
          <a:r>
            <a:rPr lang="en-US" b="0" i="0" dirty="0" smtClean="0"/>
            <a:t>ECMAScript versions have been abbreviated to ES1, ES2, ES3, ES5, and ES6.</a:t>
          </a:r>
          <a:endParaRPr lang="en-US" dirty="0"/>
        </a:p>
      </dgm:t>
    </dgm:pt>
    <dgm:pt modelId="{66EF628B-2BD9-4942-B22F-A6A8518335BA}" type="parTrans" cxnId="{F762A91D-D496-4373-BCD8-42A21C055F82}">
      <dgm:prSet/>
      <dgm:spPr/>
      <dgm:t>
        <a:bodyPr/>
        <a:lstStyle/>
        <a:p>
          <a:endParaRPr lang="en-US"/>
        </a:p>
      </dgm:t>
    </dgm:pt>
    <dgm:pt modelId="{8143B41D-D5D6-4EFF-A5E8-3C5216A16A24}" type="sibTrans" cxnId="{F762A91D-D496-4373-BCD8-42A21C055F82}">
      <dgm:prSet/>
      <dgm:spPr/>
      <dgm:t>
        <a:bodyPr/>
        <a:lstStyle/>
        <a:p>
          <a:endParaRPr lang="en-US"/>
        </a:p>
      </dgm:t>
    </dgm:pt>
    <dgm:pt modelId="{1714F16C-E7CB-4E20-9610-EC5719C83AD9}">
      <dgm:prSet/>
      <dgm:spPr/>
      <dgm:t>
        <a:bodyPr/>
        <a:lstStyle/>
        <a:p>
          <a:r>
            <a:rPr lang="en-US" b="0" i="0" dirty="0" smtClean="0"/>
            <a:t>Since 2016, versions are named by year (ECMAScript 2016, 2017, 2018, 2019, 2020).</a:t>
          </a:r>
          <a:endParaRPr lang="en-US" dirty="0"/>
        </a:p>
      </dgm:t>
    </dgm:pt>
    <dgm:pt modelId="{E5FE22F3-C436-4F11-81B0-1F355294BD4F}" type="parTrans" cxnId="{4DD0309F-9BB4-4431-B55A-AED7E9A61555}">
      <dgm:prSet/>
      <dgm:spPr/>
      <dgm:t>
        <a:bodyPr/>
        <a:lstStyle/>
        <a:p>
          <a:endParaRPr lang="en-US"/>
        </a:p>
      </dgm:t>
    </dgm:pt>
    <dgm:pt modelId="{808ACA5F-0421-45E6-B151-68EE8C68E92A}" type="sibTrans" cxnId="{4DD0309F-9BB4-4431-B55A-AED7E9A61555}">
      <dgm:prSet/>
      <dgm:spPr/>
      <dgm:t>
        <a:bodyPr/>
        <a:lstStyle/>
        <a:p>
          <a:endParaRPr lang="en-US"/>
        </a:p>
      </dgm:t>
    </dgm:pt>
    <dgm:pt modelId="{2D52F306-FB28-4613-BDAB-23B85C1C7CAE}">
      <dgm:prSet/>
      <dgm:spPr/>
      <dgm:t>
        <a:bodyPr/>
        <a:lstStyle/>
        <a:p>
          <a:endParaRPr lang="en-US" dirty="0"/>
        </a:p>
      </dgm:t>
    </dgm:pt>
    <dgm:pt modelId="{ED142DE9-E8DA-406D-A40A-E3741E0D497B}" type="parTrans" cxnId="{9C85CEA0-EE30-4113-8F0E-70EF92E1AC1E}">
      <dgm:prSet/>
      <dgm:spPr/>
      <dgm:t>
        <a:bodyPr/>
        <a:lstStyle/>
        <a:p>
          <a:endParaRPr lang="en-US"/>
        </a:p>
      </dgm:t>
    </dgm:pt>
    <dgm:pt modelId="{63ADBD46-64CB-440E-B5D5-B8DEBF9D8BD2}" type="sibTrans" cxnId="{9C85CEA0-EE30-4113-8F0E-70EF92E1AC1E}">
      <dgm:prSet/>
      <dgm:spPr/>
      <dgm:t>
        <a:bodyPr/>
        <a:lstStyle/>
        <a:p>
          <a:endParaRPr lang="en-US"/>
        </a:p>
      </dgm:t>
    </dgm:pt>
    <dgm:pt modelId="{7C309170-7C75-4731-86F2-19B95E815B19}">
      <dgm:prSet/>
      <dgm:spPr/>
      <dgm:t>
        <a:bodyPr/>
        <a:lstStyle/>
        <a:p>
          <a:endParaRPr lang="en-US" dirty="0"/>
        </a:p>
      </dgm:t>
    </dgm:pt>
    <dgm:pt modelId="{DF77627E-A441-4B71-8FF0-0D10089E1F98}" type="parTrans" cxnId="{639B31CE-7EF8-4FFB-B106-BCF5BDDD4830}">
      <dgm:prSet/>
      <dgm:spPr/>
      <dgm:t>
        <a:bodyPr/>
        <a:lstStyle/>
        <a:p>
          <a:endParaRPr lang="en-US"/>
        </a:p>
      </dgm:t>
    </dgm:pt>
    <dgm:pt modelId="{EE2742E9-CE2D-4C29-820B-ACC090D73A16}" type="sibTrans" cxnId="{639B31CE-7EF8-4FFB-B106-BCF5BDDD4830}">
      <dgm:prSet/>
      <dgm:spPr/>
      <dgm:t>
        <a:bodyPr/>
        <a:lstStyle/>
        <a:p>
          <a:endParaRPr lang="en-US"/>
        </a:p>
      </dgm:t>
    </dgm:pt>
    <dgm:pt modelId="{DCA4EA0D-D747-43E1-9B3A-8336FE937474}">
      <dgm:prSet/>
      <dgm:spPr/>
      <dgm:t>
        <a:bodyPr/>
        <a:lstStyle/>
        <a:p>
          <a:r>
            <a:rPr lang="en-US" b="0" i="0" dirty="0" smtClean="0"/>
            <a:t>The 15th edition, ECMAScript 2024, is published in July 2024.</a:t>
          </a:r>
          <a:endParaRPr lang="en-US" dirty="0"/>
        </a:p>
      </dgm:t>
    </dgm:pt>
    <dgm:pt modelId="{5F7699B1-00C2-4487-B689-6C2AA589A53D}" type="parTrans" cxnId="{2B8A7037-2739-4B6B-93C4-C87F063D4D9E}">
      <dgm:prSet/>
      <dgm:spPr/>
      <dgm:t>
        <a:bodyPr/>
        <a:lstStyle/>
        <a:p>
          <a:endParaRPr lang="en-US"/>
        </a:p>
      </dgm:t>
    </dgm:pt>
    <dgm:pt modelId="{B962335C-419B-4DCF-8D60-6ABBDD682AAD}" type="sibTrans" cxnId="{2B8A7037-2739-4B6B-93C4-C87F063D4D9E}">
      <dgm:prSet/>
      <dgm:spPr/>
      <dgm:t>
        <a:bodyPr/>
        <a:lstStyle/>
        <a:p>
          <a:endParaRPr lang="en-US"/>
        </a:p>
      </dgm:t>
    </dgm:pt>
    <dgm:pt modelId="{CB5EDC24-CF8C-4B37-A7C7-4056F96672E1}" type="pres">
      <dgm:prSet presAssocID="{033FBC8E-B089-4D53-BC39-B8E40165EEC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9D2A9C0-FBF2-4738-8B20-DD6063A00835}" type="pres">
      <dgm:prSet presAssocID="{D4E28B45-B810-417A-96A5-C24D6BD2C4C1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08DA73-F8EC-4D86-AC90-EF9AE1A42281}" type="pres">
      <dgm:prSet presAssocID="{2844FFB8-66C7-48B4-8D79-094A87746EEE}" presName="spacer" presStyleCnt="0"/>
      <dgm:spPr/>
    </dgm:pt>
    <dgm:pt modelId="{BF609A1C-12C6-4D94-9F6D-D237E73F5A2E}" type="pres">
      <dgm:prSet presAssocID="{2FFB68F2-ECC0-456F-A4C5-C4562CC58E4A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7CEE7B-1F02-4B2B-8C85-7FF04F5CFCA7}" type="pres">
      <dgm:prSet presAssocID="{3F14AA02-1559-47C7-A949-AF344643753B}" presName="spacer" presStyleCnt="0"/>
      <dgm:spPr/>
    </dgm:pt>
    <dgm:pt modelId="{E515F448-1FF3-4AED-BC41-1C01664352EE}" type="pres">
      <dgm:prSet presAssocID="{29710906-8EAE-4B3F-A612-7AA82649765E}" presName="parentText" presStyleLbl="node1" presStyleIdx="2" presStyleCnt="5" custLinFactNeighborX="0" custLinFactNeighborY="2962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9C4A3C-6651-4856-946B-E2E7AA89C61E}" type="pres">
      <dgm:prSet presAssocID="{8143B41D-D5D6-4EFF-A5E8-3C5216A16A24}" presName="spacer" presStyleCnt="0"/>
      <dgm:spPr/>
    </dgm:pt>
    <dgm:pt modelId="{E0CBE484-8A5E-44AF-B0FA-AAAA8ABDD037}" type="pres">
      <dgm:prSet presAssocID="{1714F16C-E7CB-4E20-9610-EC5719C83AD9}" presName="parentText" presStyleLbl="node1" presStyleIdx="3" presStyleCnt="5" custLinFactNeighborX="0" custLinFactNeighborY="2477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200F6F-565A-4CAC-A58F-0638CC8C9DF1}" type="pres">
      <dgm:prSet presAssocID="{1714F16C-E7CB-4E20-9610-EC5719C83AD9}" presName="childText" presStyleLbl="revTx" presStyleIdx="0" presStyleCnt="1">
        <dgm:presLayoutVars>
          <dgm:bulletEnabled val="1"/>
        </dgm:presLayoutVars>
      </dgm:prSet>
      <dgm:spPr/>
    </dgm:pt>
    <dgm:pt modelId="{E1457E8E-8513-49B6-BF45-ED64E7732269}" type="pres">
      <dgm:prSet presAssocID="{DCA4EA0D-D747-43E1-9B3A-8336FE937474}" presName="parentText" presStyleLbl="node1" presStyleIdx="4" presStyleCnt="5" custLinFactNeighborX="0" custLinFactNeighborY="-5406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1B1F146-64B0-49E4-9DB6-034DD6B0AAC5}" type="presOf" srcId="{29710906-8EAE-4B3F-A612-7AA82649765E}" destId="{E515F448-1FF3-4AED-BC41-1C01664352EE}" srcOrd="0" destOrd="0" presId="urn:microsoft.com/office/officeart/2005/8/layout/vList2"/>
    <dgm:cxn modelId="{D425BFAE-1560-41F8-A9AA-0B8457C71404}" type="presOf" srcId="{D4E28B45-B810-417A-96A5-C24D6BD2C4C1}" destId="{99D2A9C0-FBF2-4738-8B20-DD6063A00835}" srcOrd="0" destOrd="0" presId="urn:microsoft.com/office/officeart/2005/8/layout/vList2"/>
    <dgm:cxn modelId="{822884A3-782C-4BBC-9D10-FAA7F48A3975}" type="presOf" srcId="{2FFB68F2-ECC0-456F-A4C5-C4562CC58E4A}" destId="{BF609A1C-12C6-4D94-9F6D-D237E73F5A2E}" srcOrd="0" destOrd="0" presId="urn:microsoft.com/office/officeart/2005/8/layout/vList2"/>
    <dgm:cxn modelId="{397AB24D-3095-447F-8315-CC0649AE9AD5}" type="presOf" srcId="{DCA4EA0D-D747-43E1-9B3A-8336FE937474}" destId="{E1457E8E-8513-49B6-BF45-ED64E7732269}" srcOrd="0" destOrd="0" presId="urn:microsoft.com/office/officeart/2005/8/layout/vList2"/>
    <dgm:cxn modelId="{6B69D73E-A48F-4C71-91C2-49182B47446C}" type="presOf" srcId="{1714F16C-E7CB-4E20-9610-EC5719C83AD9}" destId="{E0CBE484-8A5E-44AF-B0FA-AAAA8ABDD037}" srcOrd="0" destOrd="0" presId="urn:microsoft.com/office/officeart/2005/8/layout/vList2"/>
    <dgm:cxn modelId="{97B1A97A-D598-482B-98E4-EF538747FCE1}" srcId="{033FBC8E-B089-4D53-BC39-B8E40165EECA}" destId="{2FFB68F2-ECC0-456F-A4C5-C4562CC58E4A}" srcOrd="1" destOrd="0" parTransId="{59A1A0A1-086F-4B6E-8C2E-EAFB6521E413}" sibTransId="{3F14AA02-1559-47C7-A949-AF344643753B}"/>
    <dgm:cxn modelId="{DD0574BF-9E67-4492-9166-AB787C725ADD}" srcId="{033FBC8E-B089-4D53-BC39-B8E40165EECA}" destId="{D4E28B45-B810-417A-96A5-C24D6BD2C4C1}" srcOrd="0" destOrd="0" parTransId="{FDBF81A1-9BE3-46E4-B3D8-E3C42B664770}" sibTransId="{2844FFB8-66C7-48B4-8D79-094A87746EEE}"/>
    <dgm:cxn modelId="{F627F5AA-14FE-40AB-BCAE-58E97628E622}" type="presOf" srcId="{2D52F306-FB28-4613-BDAB-23B85C1C7CAE}" destId="{FA200F6F-565A-4CAC-A58F-0638CC8C9DF1}" srcOrd="0" destOrd="0" presId="urn:microsoft.com/office/officeart/2005/8/layout/vList2"/>
    <dgm:cxn modelId="{9C85CEA0-EE30-4113-8F0E-70EF92E1AC1E}" srcId="{1714F16C-E7CB-4E20-9610-EC5719C83AD9}" destId="{2D52F306-FB28-4613-BDAB-23B85C1C7CAE}" srcOrd="0" destOrd="0" parTransId="{ED142DE9-E8DA-406D-A40A-E3741E0D497B}" sibTransId="{63ADBD46-64CB-440E-B5D5-B8DEBF9D8BD2}"/>
    <dgm:cxn modelId="{4DD0309F-9BB4-4431-B55A-AED7E9A61555}" srcId="{033FBC8E-B089-4D53-BC39-B8E40165EECA}" destId="{1714F16C-E7CB-4E20-9610-EC5719C83AD9}" srcOrd="3" destOrd="0" parTransId="{E5FE22F3-C436-4F11-81B0-1F355294BD4F}" sibTransId="{808ACA5F-0421-45E6-B151-68EE8C68E92A}"/>
    <dgm:cxn modelId="{639B31CE-7EF8-4FFB-B106-BCF5BDDD4830}" srcId="{1714F16C-E7CB-4E20-9610-EC5719C83AD9}" destId="{7C309170-7C75-4731-86F2-19B95E815B19}" srcOrd="1" destOrd="0" parTransId="{DF77627E-A441-4B71-8FF0-0D10089E1F98}" sibTransId="{EE2742E9-CE2D-4C29-820B-ACC090D73A16}"/>
    <dgm:cxn modelId="{5F6A33CF-3526-48C8-B0F8-18666DFE0AF3}" type="presOf" srcId="{7C309170-7C75-4731-86F2-19B95E815B19}" destId="{FA200F6F-565A-4CAC-A58F-0638CC8C9DF1}" srcOrd="0" destOrd="1" presId="urn:microsoft.com/office/officeart/2005/8/layout/vList2"/>
    <dgm:cxn modelId="{3B30B7D3-38DC-4EA1-B017-F8FC707C1A69}" type="presOf" srcId="{033FBC8E-B089-4D53-BC39-B8E40165EECA}" destId="{CB5EDC24-CF8C-4B37-A7C7-4056F96672E1}" srcOrd="0" destOrd="0" presId="urn:microsoft.com/office/officeart/2005/8/layout/vList2"/>
    <dgm:cxn modelId="{2B8A7037-2739-4B6B-93C4-C87F063D4D9E}" srcId="{033FBC8E-B089-4D53-BC39-B8E40165EECA}" destId="{DCA4EA0D-D747-43E1-9B3A-8336FE937474}" srcOrd="4" destOrd="0" parTransId="{5F7699B1-00C2-4487-B689-6C2AA589A53D}" sibTransId="{B962335C-419B-4DCF-8D60-6ABBDD682AAD}"/>
    <dgm:cxn modelId="{F762A91D-D496-4373-BCD8-42A21C055F82}" srcId="{033FBC8E-B089-4D53-BC39-B8E40165EECA}" destId="{29710906-8EAE-4B3F-A612-7AA82649765E}" srcOrd="2" destOrd="0" parTransId="{66EF628B-2BD9-4942-B22F-A6A8518335BA}" sibTransId="{8143B41D-D5D6-4EFF-A5E8-3C5216A16A24}"/>
    <dgm:cxn modelId="{29E6B5BE-E6D9-4489-B269-3B1B3BCA4308}" type="presParOf" srcId="{CB5EDC24-CF8C-4B37-A7C7-4056F96672E1}" destId="{99D2A9C0-FBF2-4738-8B20-DD6063A00835}" srcOrd="0" destOrd="0" presId="urn:microsoft.com/office/officeart/2005/8/layout/vList2"/>
    <dgm:cxn modelId="{378EB6C9-93B0-4063-ACD5-C84FD5127B94}" type="presParOf" srcId="{CB5EDC24-CF8C-4B37-A7C7-4056F96672E1}" destId="{E708DA73-F8EC-4D86-AC90-EF9AE1A42281}" srcOrd="1" destOrd="0" presId="urn:microsoft.com/office/officeart/2005/8/layout/vList2"/>
    <dgm:cxn modelId="{C501CBA8-9E54-4583-911F-EEFFBB2AFC1A}" type="presParOf" srcId="{CB5EDC24-CF8C-4B37-A7C7-4056F96672E1}" destId="{BF609A1C-12C6-4D94-9F6D-D237E73F5A2E}" srcOrd="2" destOrd="0" presId="urn:microsoft.com/office/officeart/2005/8/layout/vList2"/>
    <dgm:cxn modelId="{F0C20EFE-A094-4AF6-BAC3-E334CF789E60}" type="presParOf" srcId="{CB5EDC24-CF8C-4B37-A7C7-4056F96672E1}" destId="{927CEE7B-1F02-4B2B-8C85-7FF04F5CFCA7}" srcOrd="3" destOrd="0" presId="urn:microsoft.com/office/officeart/2005/8/layout/vList2"/>
    <dgm:cxn modelId="{E11BE76A-C93A-469D-BFDC-528E88A6D4D0}" type="presParOf" srcId="{CB5EDC24-CF8C-4B37-A7C7-4056F96672E1}" destId="{E515F448-1FF3-4AED-BC41-1C01664352EE}" srcOrd="4" destOrd="0" presId="urn:microsoft.com/office/officeart/2005/8/layout/vList2"/>
    <dgm:cxn modelId="{0C2C162E-BDE7-4F8D-932A-D592D60A2961}" type="presParOf" srcId="{CB5EDC24-CF8C-4B37-A7C7-4056F96672E1}" destId="{309C4A3C-6651-4856-946B-E2E7AA89C61E}" srcOrd="5" destOrd="0" presId="urn:microsoft.com/office/officeart/2005/8/layout/vList2"/>
    <dgm:cxn modelId="{2E315EC6-4927-43BC-99C1-CA782E3EFF04}" type="presParOf" srcId="{CB5EDC24-CF8C-4B37-A7C7-4056F96672E1}" destId="{E0CBE484-8A5E-44AF-B0FA-AAAA8ABDD037}" srcOrd="6" destOrd="0" presId="urn:microsoft.com/office/officeart/2005/8/layout/vList2"/>
    <dgm:cxn modelId="{2CFF385E-7BEA-4387-B317-268296450643}" type="presParOf" srcId="{CB5EDC24-CF8C-4B37-A7C7-4056F96672E1}" destId="{FA200F6F-565A-4CAC-A58F-0638CC8C9DF1}" srcOrd="7" destOrd="0" presId="urn:microsoft.com/office/officeart/2005/8/layout/vList2"/>
    <dgm:cxn modelId="{03C4A63E-C61D-42E7-980E-837A1D2CBDCF}" type="presParOf" srcId="{CB5EDC24-CF8C-4B37-A7C7-4056F96672E1}" destId="{E1457E8E-8513-49B6-BF45-ED64E773226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345125-A79C-41E0-91A8-D350787277D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C809058-E6E5-4F49-B1E5-1A2DD1FD7795}">
      <dgm:prSet/>
      <dgm:spPr/>
      <dgm:t>
        <a:bodyPr/>
        <a:lstStyle/>
        <a:p>
          <a:r>
            <a:rPr lang="en-US"/>
            <a:t>In JavaScript null is "nothing". It is supposed to be something that doesn't exist.</a:t>
          </a:r>
        </a:p>
      </dgm:t>
    </dgm:pt>
    <dgm:pt modelId="{E744EFB6-F95B-4474-87D1-D91E821765C8}" type="parTrans" cxnId="{2275BD98-78BE-4836-B0CE-C8966016050E}">
      <dgm:prSet/>
      <dgm:spPr/>
      <dgm:t>
        <a:bodyPr/>
        <a:lstStyle/>
        <a:p>
          <a:endParaRPr lang="en-US"/>
        </a:p>
      </dgm:t>
    </dgm:pt>
    <dgm:pt modelId="{BE9AAF89-66B3-4E49-B7DB-D41BF4E0A0B1}" type="sibTrans" cxnId="{2275BD98-78BE-4836-B0CE-C8966016050E}">
      <dgm:prSet/>
      <dgm:spPr/>
      <dgm:t>
        <a:bodyPr/>
        <a:lstStyle/>
        <a:p>
          <a:endParaRPr lang="en-US"/>
        </a:p>
      </dgm:t>
    </dgm:pt>
    <dgm:pt modelId="{8E9E4821-41AE-4403-A8C8-DDAA40A41B96}">
      <dgm:prSet/>
      <dgm:spPr/>
      <dgm:t>
        <a:bodyPr/>
        <a:lstStyle/>
        <a:p>
          <a:r>
            <a:rPr lang="en-US"/>
            <a:t>Unfortunately, in JavaScript, the data type of null is an object.</a:t>
          </a:r>
        </a:p>
      </dgm:t>
    </dgm:pt>
    <dgm:pt modelId="{0730998B-0634-43E3-81FB-0C5B76954A99}" type="parTrans" cxnId="{06B4C682-4D49-4219-9E3D-994757FC932F}">
      <dgm:prSet/>
      <dgm:spPr/>
      <dgm:t>
        <a:bodyPr/>
        <a:lstStyle/>
        <a:p>
          <a:endParaRPr lang="en-US"/>
        </a:p>
      </dgm:t>
    </dgm:pt>
    <dgm:pt modelId="{3E859895-C2BE-4439-BFBB-FECC9462554A}" type="sibTrans" cxnId="{06B4C682-4D49-4219-9E3D-994757FC932F}">
      <dgm:prSet/>
      <dgm:spPr/>
      <dgm:t>
        <a:bodyPr/>
        <a:lstStyle/>
        <a:p>
          <a:endParaRPr lang="en-US"/>
        </a:p>
      </dgm:t>
    </dgm:pt>
    <dgm:pt modelId="{3E4FE133-0A06-4550-A4B4-77E1C419BEE4}">
      <dgm:prSet/>
      <dgm:spPr/>
      <dgm:t>
        <a:bodyPr/>
        <a:lstStyle/>
        <a:p>
          <a:r>
            <a:rPr lang="en-US"/>
            <a:t>You can empty an object by setting it to null</a:t>
          </a:r>
        </a:p>
      </dgm:t>
    </dgm:pt>
    <dgm:pt modelId="{067096EA-D112-402B-B51D-37A29C1AED9C}" type="parTrans" cxnId="{FE2091DF-4CF5-42A6-8268-EB72EEB7E855}">
      <dgm:prSet/>
      <dgm:spPr/>
      <dgm:t>
        <a:bodyPr/>
        <a:lstStyle/>
        <a:p>
          <a:endParaRPr lang="en-US"/>
        </a:p>
      </dgm:t>
    </dgm:pt>
    <dgm:pt modelId="{156BF599-4046-4F13-B73D-27091BEF2F82}" type="sibTrans" cxnId="{FE2091DF-4CF5-42A6-8268-EB72EEB7E855}">
      <dgm:prSet/>
      <dgm:spPr/>
      <dgm:t>
        <a:bodyPr/>
        <a:lstStyle/>
        <a:p>
          <a:endParaRPr lang="en-US"/>
        </a:p>
      </dgm:t>
    </dgm:pt>
    <dgm:pt modelId="{8FD91E51-66E4-401D-BE0A-F4A0978594B3}">
      <dgm:prSet/>
      <dgm:spPr/>
      <dgm:t>
        <a:bodyPr/>
        <a:lstStyle/>
        <a:p>
          <a:r>
            <a:rPr lang="en-US"/>
            <a:t>undefined and null are equal in value but different in type:</a:t>
          </a:r>
        </a:p>
      </dgm:t>
    </dgm:pt>
    <dgm:pt modelId="{A51FEBA2-9988-4FD1-B4A5-144D4C776AF2}" type="parTrans" cxnId="{76F1C26B-429B-4F15-B155-BEDD0DB13D9C}">
      <dgm:prSet/>
      <dgm:spPr/>
      <dgm:t>
        <a:bodyPr/>
        <a:lstStyle/>
        <a:p>
          <a:endParaRPr lang="en-US"/>
        </a:p>
      </dgm:t>
    </dgm:pt>
    <dgm:pt modelId="{9C8117F6-B688-4420-8E93-304A21F03109}" type="sibTrans" cxnId="{76F1C26B-429B-4F15-B155-BEDD0DB13D9C}">
      <dgm:prSet/>
      <dgm:spPr/>
      <dgm:t>
        <a:bodyPr/>
        <a:lstStyle/>
        <a:p>
          <a:endParaRPr lang="en-US"/>
        </a:p>
      </dgm:t>
    </dgm:pt>
    <dgm:pt modelId="{548D2590-0ACF-469E-9420-8CB8521F7CE2}" type="pres">
      <dgm:prSet presAssocID="{31345125-A79C-41E0-91A8-D350787277D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54F4A86-C80A-4119-B7DA-CF36C3B647B2}" type="pres">
      <dgm:prSet presAssocID="{EC809058-E6E5-4F49-B1E5-1A2DD1FD7795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4982A5-BFD3-41E9-99DC-0B0430F09DB6}" type="pres">
      <dgm:prSet presAssocID="{EC809058-E6E5-4F49-B1E5-1A2DD1FD7795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08F1D0-F6EC-48EB-AF9E-4FB285ACDFC2}" type="pres">
      <dgm:prSet presAssocID="{8FD91E51-66E4-401D-BE0A-F4A0978594B3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BF2B635-FE9B-4145-8CC4-27CC360A0C55}" type="presOf" srcId="{8E9E4821-41AE-4403-A8C8-DDAA40A41B96}" destId="{AD4982A5-BFD3-41E9-99DC-0B0430F09DB6}" srcOrd="0" destOrd="0" presId="urn:microsoft.com/office/officeart/2005/8/layout/vList2"/>
    <dgm:cxn modelId="{F1C08835-150C-4F9E-B206-556496D5CB25}" type="presOf" srcId="{3E4FE133-0A06-4550-A4B4-77E1C419BEE4}" destId="{AD4982A5-BFD3-41E9-99DC-0B0430F09DB6}" srcOrd="0" destOrd="1" presId="urn:microsoft.com/office/officeart/2005/8/layout/vList2"/>
    <dgm:cxn modelId="{8FA1E5F0-F75A-41AE-9FD2-27791E771E5C}" type="presOf" srcId="{EC809058-E6E5-4F49-B1E5-1A2DD1FD7795}" destId="{454F4A86-C80A-4119-B7DA-CF36C3B647B2}" srcOrd="0" destOrd="0" presId="urn:microsoft.com/office/officeart/2005/8/layout/vList2"/>
    <dgm:cxn modelId="{76F1C26B-429B-4F15-B155-BEDD0DB13D9C}" srcId="{31345125-A79C-41E0-91A8-D350787277D1}" destId="{8FD91E51-66E4-401D-BE0A-F4A0978594B3}" srcOrd="1" destOrd="0" parTransId="{A51FEBA2-9988-4FD1-B4A5-144D4C776AF2}" sibTransId="{9C8117F6-B688-4420-8E93-304A21F03109}"/>
    <dgm:cxn modelId="{FE2091DF-4CF5-42A6-8268-EB72EEB7E855}" srcId="{EC809058-E6E5-4F49-B1E5-1A2DD1FD7795}" destId="{3E4FE133-0A06-4550-A4B4-77E1C419BEE4}" srcOrd="1" destOrd="0" parTransId="{067096EA-D112-402B-B51D-37A29C1AED9C}" sibTransId="{156BF599-4046-4F13-B73D-27091BEF2F82}"/>
    <dgm:cxn modelId="{B51BCA09-BC24-4F5E-AEF1-54E129A8B6B5}" type="presOf" srcId="{8FD91E51-66E4-401D-BE0A-F4A0978594B3}" destId="{1408F1D0-F6EC-48EB-AF9E-4FB285ACDFC2}" srcOrd="0" destOrd="0" presId="urn:microsoft.com/office/officeart/2005/8/layout/vList2"/>
    <dgm:cxn modelId="{06B4C682-4D49-4219-9E3D-994757FC932F}" srcId="{EC809058-E6E5-4F49-B1E5-1A2DD1FD7795}" destId="{8E9E4821-41AE-4403-A8C8-DDAA40A41B96}" srcOrd="0" destOrd="0" parTransId="{0730998B-0634-43E3-81FB-0C5B76954A99}" sibTransId="{3E859895-C2BE-4439-BFBB-FECC9462554A}"/>
    <dgm:cxn modelId="{59669710-52F9-42F4-A595-80BFE575050A}" type="presOf" srcId="{31345125-A79C-41E0-91A8-D350787277D1}" destId="{548D2590-0ACF-469E-9420-8CB8521F7CE2}" srcOrd="0" destOrd="0" presId="urn:microsoft.com/office/officeart/2005/8/layout/vList2"/>
    <dgm:cxn modelId="{2275BD98-78BE-4836-B0CE-C8966016050E}" srcId="{31345125-A79C-41E0-91A8-D350787277D1}" destId="{EC809058-E6E5-4F49-B1E5-1A2DD1FD7795}" srcOrd="0" destOrd="0" parTransId="{E744EFB6-F95B-4474-87D1-D91E821765C8}" sibTransId="{BE9AAF89-66B3-4E49-B7DB-D41BF4E0A0B1}"/>
    <dgm:cxn modelId="{213AF8D8-27CE-41C8-A323-BDF9D804D400}" type="presParOf" srcId="{548D2590-0ACF-469E-9420-8CB8521F7CE2}" destId="{454F4A86-C80A-4119-B7DA-CF36C3B647B2}" srcOrd="0" destOrd="0" presId="urn:microsoft.com/office/officeart/2005/8/layout/vList2"/>
    <dgm:cxn modelId="{F87342F1-5766-45BB-9C31-D1EE1DC8692F}" type="presParOf" srcId="{548D2590-0ACF-469E-9420-8CB8521F7CE2}" destId="{AD4982A5-BFD3-41E9-99DC-0B0430F09DB6}" srcOrd="1" destOrd="0" presId="urn:microsoft.com/office/officeart/2005/8/layout/vList2"/>
    <dgm:cxn modelId="{1D44CEAE-AF75-4FAD-A77C-3FCF57069C48}" type="presParOf" srcId="{548D2590-0ACF-469E-9420-8CB8521F7CE2}" destId="{1408F1D0-F6EC-48EB-AF9E-4FB285ACDFC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23FF84-D311-47DF-926E-854780F8EAB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7A8862-FAE5-449D-931A-B998D34D4589}">
      <dgm:prSet/>
      <dgm:spPr/>
      <dgm:t>
        <a:bodyPr/>
        <a:lstStyle/>
        <a:p>
          <a:r>
            <a:rPr lang="en-US"/>
            <a:t>A primitive data value is a single simple data value with no additional properties and methods.</a:t>
          </a:r>
        </a:p>
      </dgm:t>
    </dgm:pt>
    <dgm:pt modelId="{ED41427A-B076-461F-9E43-B3897B6F0F24}" type="parTrans" cxnId="{C94D1D19-5E5E-4AC2-B6A9-544DE0C8CBA0}">
      <dgm:prSet/>
      <dgm:spPr/>
      <dgm:t>
        <a:bodyPr/>
        <a:lstStyle/>
        <a:p>
          <a:endParaRPr lang="en-US"/>
        </a:p>
      </dgm:t>
    </dgm:pt>
    <dgm:pt modelId="{A13B49DE-3883-493E-918D-4D3F9F90CB51}" type="sibTrans" cxnId="{C94D1D19-5E5E-4AC2-B6A9-544DE0C8CBA0}">
      <dgm:prSet/>
      <dgm:spPr/>
      <dgm:t>
        <a:bodyPr/>
        <a:lstStyle/>
        <a:p>
          <a:endParaRPr lang="en-US"/>
        </a:p>
      </dgm:t>
    </dgm:pt>
    <dgm:pt modelId="{864E7783-B1A5-4066-AECC-AC8387940952}">
      <dgm:prSet/>
      <dgm:spPr/>
      <dgm:t>
        <a:bodyPr/>
        <a:lstStyle/>
        <a:p>
          <a:r>
            <a:rPr lang="en-US"/>
            <a:t>The typeof operator can return one of these primitive types:</a:t>
          </a:r>
        </a:p>
      </dgm:t>
    </dgm:pt>
    <dgm:pt modelId="{9C5C16F3-3DFF-4EDD-A9D7-2CD87AD6D0DB}" type="parTrans" cxnId="{262DFD3E-509F-48A2-8BFE-FDBE13488082}">
      <dgm:prSet/>
      <dgm:spPr/>
      <dgm:t>
        <a:bodyPr/>
        <a:lstStyle/>
        <a:p>
          <a:endParaRPr lang="en-US"/>
        </a:p>
      </dgm:t>
    </dgm:pt>
    <dgm:pt modelId="{DEF71156-585C-4D56-AC44-A266FF77D557}" type="sibTrans" cxnId="{262DFD3E-509F-48A2-8BFE-FDBE13488082}">
      <dgm:prSet/>
      <dgm:spPr/>
      <dgm:t>
        <a:bodyPr/>
        <a:lstStyle/>
        <a:p>
          <a:endParaRPr lang="en-US"/>
        </a:p>
      </dgm:t>
    </dgm:pt>
    <dgm:pt modelId="{5F51882E-1373-4047-AE33-F2E8DD0AF651}">
      <dgm:prSet/>
      <dgm:spPr/>
      <dgm:t>
        <a:bodyPr/>
        <a:lstStyle/>
        <a:p>
          <a:r>
            <a:rPr lang="en-GB"/>
            <a:t>string</a:t>
          </a:r>
          <a:endParaRPr lang="en-US"/>
        </a:p>
      </dgm:t>
    </dgm:pt>
    <dgm:pt modelId="{554B7BAC-3727-4FB7-8BF0-EBF78086DE6D}" type="parTrans" cxnId="{357DF331-85F2-4A8A-967C-89822592F68B}">
      <dgm:prSet/>
      <dgm:spPr/>
      <dgm:t>
        <a:bodyPr/>
        <a:lstStyle/>
        <a:p>
          <a:endParaRPr lang="en-US"/>
        </a:p>
      </dgm:t>
    </dgm:pt>
    <dgm:pt modelId="{6CB44BDE-915B-439E-BDE8-938C00A12706}" type="sibTrans" cxnId="{357DF331-85F2-4A8A-967C-89822592F68B}">
      <dgm:prSet/>
      <dgm:spPr/>
      <dgm:t>
        <a:bodyPr/>
        <a:lstStyle/>
        <a:p>
          <a:endParaRPr lang="en-US"/>
        </a:p>
      </dgm:t>
    </dgm:pt>
    <dgm:pt modelId="{4F438D49-AFA4-4CB5-B817-BEF5D7A8BF37}">
      <dgm:prSet/>
      <dgm:spPr/>
      <dgm:t>
        <a:bodyPr/>
        <a:lstStyle/>
        <a:p>
          <a:r>
            <a:rPr lang="en-GB"/>
            <a:t>number</a:t>
          </a:r>
          <a:endParaRPr lang="en-US"/>
        </a:p>
      </dgm:t>
    </dgm:pt>
    <dgm:pt modelId="{B177B218-9FAE-442A-A402-1BD3A94FA516}" type="parTrans" cxnId="{465BAFCC-6743-4323-BB78-072660CFE8C0}">
      <dgm:prSet/>
      <dgm:spPr/>
      <dgm:t>
        <a:bodyPr/>
        <a:lstStyle/>
        <a:p>
          <a:endParaRPr lang="en-US"/>
        </a:p>
      </dgm:t>
    </dgm:pt>
    <dgm:pt modelId="{CD32C0F9-7B22-4290-A7B7-A86E31750BD1}" type="sibTrans" cxnId="{465BAFCC-6743-4323-BB78-072660CFE8C0}">
      <dgm:prSet/>
      <dgm:spPr/>
      <dgm:t>
        <a:bodyPr/>
        <a:lstStyle/>
        <a:p>
          <a:endParaRPr lang="en-US"/>
        </a:p>
      </dgm:t>
    </dgm:pt>
    <dgm:pt modelId="{6CEFF22E-3996-440E-B22E-24F6F8F5C1D8}">
      <dgm:prSet/>
      <dgm:spPr/>
      <dgm:t>
        <a:bodyPr/>
        <a:lstStyle/>
        <a:p>
          <a:r>
            <a:rPr lang="en-GB"/>
            <a:t>boolean</a:t>
          </a:r>
          <a:endParaRPr lang="en-US"/>
        </a:p>
      </dgm:t>
    </dgm:pt>
    <dgm:pt modelId="{DBE33941-3566-4FCC-B5BB-1C2D82082966}" type="parTrans" cxnId="{9B13B3CE-6863-49A4-90BF-3B64C2205109}">
      <dgm:prSet/>
      <dgm:spPr/>
      <dgm:t>
        <a:bodyPr/>
        <a:lstStyle/>
        <a:p>
          <a:endParaRPr lang="en-US"/>
        </a:p>
      </dgm:t>
    </dgm:pt>
    <dgm:pt modelId="{92E75F29-7863-44ED-B5E9-9E01996834A3}" type="sibTrans" cxnId="{9B13B3CE-6863-49A4-90BF-3B64C2205109}">
      <dgm:prSet/>
      <dgm:spPr/>
      <dgm:t>
        <a:bodyPr/>
        <a:lstStyle/>
        <a:p>
          <a:endParaRPr lang="en-US"/>
        </a:p>
      </dgm:t>
    </dgm:pt>
    <dgm:pt modelId="{CD560471-5AF6-4D99-A235-32485598A5DE}">
      <dgm:prSet/>
      <dgm:spPr/>
      <dgm:t>
        <a:bodyPr/>
        <a:lstStyle/>
        <a:p>
          <a:r>
            <a:rPr lang="en-GB"/>
            <a:t>Undefined</a:t>
          </a:r>
          <a:endParaRPr lang="en-US"/>
        </a:p>
      </dgm:t>
    </dgm:pt>
    <dgm:pt modelId="{49F4C24D-3F27-402D-BC50-B51DAC61612F}" type="parTrans" cxnId="{4A690BEF-8EE7-4262-B88B-224963F68BF9}">
      <dgm:prSet/>
      <dgm:spPr/>
      <dgm:t>
        <a:bodyPr/>
        <a:lstStyle/>
        <a:p>
          <a:endParaRPr lang="en-US"/>
        </a:p>
      </dgm:t>
    </dgm:pt>
    <dgm:pt modelId="{0019F2CB-AF53-43D9-A038-5FDA2560F631}" type="sibTrans" cxnId="{4A690BEF-8EE7-4262-B88B-224963F68BF9}">
      <dgm:prSet/>
      <dgm:spPr/>
      <dgm:t>
        <a:bodyPr/>
        <a:lstStyle/>
        <a:p>
          <a:endParaRPr lang="en-US"/>
        </a:p>
      </dgm:t>
    </dgm:pt>
    <dgm:pt modelId="{743B16C1-FFCC-4AB5-AEB5-1088C9764334}" type="pres">
      <dgm:prSet presAssocID="{9623FF84-D311-47DF-926E-854780F8EAB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E2BA056-0F80-470C-83E2-6C7C4BC17B95}" type="pres">
      <dgm:prSet presAssocID="{037A8862-FAE5-449D-931A-B998D34D4589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574EDB9-0765-40BD-BAB3-A41E0F17250B}" type="pres">
      <dgm:prSet presAssocID="{A13B49DE-3883-493E-918D-4D3F9F90CB51}" presName="spacer" presStyleCnt="0"/>
      <dgm:spPr/>
    </dgm:pt>
    <dgm:pt modelId="{5130D8AF-EE57-402D-8E5B-24FAABB68109}" type="pres">
      <dgm:prSet presAssocID="{864E7783-B1A5-4066-AECC-AC8387940952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2BBBC2-C850-45F9-BA15-4894FC9297A1}" type="pres">
      <dgm:prSet presAssocID="{864E7783-B1A5-4066-AECC-AC8387940952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94D1D19-5E5E-4AC2-B6A9-544DE0C8CBA0}" srcId="{9623FF84-D311-47DF-926E-854780F8EAB4}" destId="{037A8862-FAE5-449D-931A-B998D34D4589}" srcOrd="0" destOrd="0" parTransId="{ED41427A-B076-461F-9E43-B3897B6F0F24}" sibTransId="{A13B49DE-3883-493E-918D-4D3F9F90CB51}"/>
    <dgm:cxn modelId="{465BAFCC-6743-4323-BB78-072660CFE8C0}" srcId="{864E7783-B1A5-4066-AECC-AC8387940952}" destId="{4F438D49-AFA4-4CB5-B817-BEF5D7A8BF37}" srcOrd="1" destOrd="0" parTransId="{B177B218-9FAE-442A-A402-1BD3A94FA516}" sibTransId="{CD32C0F9-7B22-4290-A7B7-A86E31750BD1}"/>
    <dgm:cxn modelId="{4A690BEF-8EE7-4262-B88B-224963F68BF9}" srcId="{864E7783-B1A5-4066-AECC-AC8387940952}" destId="{CD560471-5AF6-4D99-A235-32485598A5DE}" srcOrd="3" destOrd="0" parTransId="{49F4C24D-3F27-402D-BC50-B51DAC61612F}" sibTransId="{0019F2CB-AF53-43D9-A038-5FDA2560F631}"/>
    <dgm:cxn modelId="{D245E2B9-3215-4C9B-8F6A-FED965907B05}" type="presOf" srcId="{9623FF84-D311-47DF-926E-854780F8EAB4}" destId="{743B16C1-FFCC-4AB5-AEB5-1088C9764334}" srcOrd="0" destOrd="0" presId="urn:microsoft.com/office/officeart/2005/8/layout/vList2"/>
    <dgm:cxn modelId="{D397CA27-3218-46CB-A692-6A39AD4C4783}" type="presOf" srcId="{CD560471-5AF6-4D99-A235-32485598A5DE}" destId="{672BBBC2-C850-45F9-BA15-4894FC9297A1}" srcOrd="0" destOrd="3" presId="urn:microsoft.com/office/officeart/2005/8/layout/vList2"/>
    <dgm:cxn modelId="{9B13B3CE-6863-49A4-90BF-3B64C2205109}" srcId="{864E7783-B1A5-4066-AECC-AC8387940952}" destId="{6CEFF22E-3996-440E-B22E-24F6F8F5C1D8}" srcOrd="2" destOrd="0" parTransId="{DBE33941-3566-4FCC-B5BB-1C2D82082966}" sibTransId="{92E75F29-7863-44ED-B5E9-9E01996834A3}"/>
    <dgm:cxn modelId="{AB6A0445-5965-4111-94D4-F8A6B339A142}" type="presOf" srcId="{5F51882E-1373-4047-AE33-F2E8DD0AF651}" destId="{672BBBC2-C850-45F9-BA15-4894FC9297A1}" srcOrd="0" destOrd="0" presId="urn:microsoft.com/office/officeart/2005/8/layout/vList2"/>
    <dgm:cxn modelId="{357DF331-85F2-4A8A-967C-89822592F68B}" srcId="{864E7783-B1A5-4066-AECC-AC8387940952}" destId="{5F51882E-1373-4047-AE33-F2E8DD0AF651}" srcOrd="0" destOrd="0" parTransId="{554B7BAC-3727-4FB7-8BF0-EBF78086DE6D}" sibTransId="{6CB44BDE-915B-439E-BDE8-938C00A12706}"/>
    <dgm:cxn modelId="{440496A6-1ECC-457E-BCFA-CC11A2B5F1D8}" type="presOf" srcId="{6CEFF22E-3996-440E-B22E-24F6F8F5C1D8}" destId="{672BBBC2-C850-45F9-BA15-4894FC9297A1}" srcOrd="0" destOrd="2" presId="urn:microsoft.com/office/officeart/2005/8/layout/vList2"/>
    <dgm:cxn modelId="{14115246-3EA2-40F1-80E3-7EE5A945D018}" type="presOf" srcId="{4F438D49-AFA4-4CB5-B817-BEF5D7A8BF37}" destId="{672BBBC2-C850-45F9-BA15-4894FC9297A1}" srcOrd="0" destOrd="1" presId="urn:microsoft.com/office/officeart/2005/8/layout/vList2"/>
    <dgm:cxn modelId="{B44E1149-F17A-4B28-A3A6-465794427326}" type="presOf" srcId="{864E7783-B1A5-4066-AECC-AC8387940952}" destId="{5130D8AF-EE57-402D-8E5B-24FAABB68109}" srcOrd="0" destOrd="0" presId="urn:microsoft.com/office/officeart/2005/8/layout/vList2"/>
    <dgm:cxn modelId="{262DFD3E-509F-48A2-8BFE-FDBE13488082}" srcId="{9623FF84-D311-47DF-926E-854780F8EAB4}" destId="{864E7783-B1A5-4066-AECC-AC8387940952}" srcOrd="1" destOrd="0" parTransId="{9C5C16F3-3DFF-4EDD-A9D7-2CD87AD6D0DB}" sibTransId="{DEF71156-585C-4D56-AC44-A266FF77D557}"/>
    <dgm:cxn modelId="{46FB8EB0-20BD-4011-AB76-00750F2FF733}" type="presOf" srcId="{037A8862-FAE5-449D-931A-B998D34D4589}" destId="{9E2BA056-0F80-470C-83E2-6C7C4BC17B95}" srcOrd="0" destOrd="0" presId="urn:microsoft.com/office/officeart/2005/8/layout/vList2"/>
    <dgm:cxn modelId="{7C616034-5DF7-4B51-A380-7175C39432A6}" type="presParOf" srcId="{743B16C1-FFCC-4AB5-AEB5-1088C9764334}" destId="{9E2BA056-0F80-470C-83E2-6C7C4BC17B95}" srcOrd="0" destOrd="0" presId="urn:microsoft.com/office/officeart/2005/8/layout/vList2"/>
    <dgm:cxn modelId="{C515BA1C-D002-4F16-BDCF-960BF5EB4767}" type="presParOf" srcId="{743B16C1-FFCC-4AB5-AEB5-1088C9764334}" destId="{A574EDB9-0765-40BD-BAB3-A41E0F17250B}" srcOrd="1" destOrd="0" presId="urn:microsoft.com/office/officeart/2005/8/layout/vList2"/>
    <dgm:cxn modelId="{A44893E0-0DED-4084-843A-0F1F914DD3B7}" type="presParOf" srcId="{743B16C1-FFCC-4AB5-AEB5-1088C9764334}" destId="{5130D8AF-EE57-402D-8E5B-24FAABB68109}" srcOrd="2" destOrd="0" presId="urn:microsoft.com/office/officeart/2005/8/layout/vList2"/>
    <dgm:cxn modelId="{0703CD86-5D67-4A94-875C-76AF3BCB3F7F}" type="presParOf" srcId="{743B16C1-FFCC-4AB5-AEB5-1088C9764334}" destId="{672BBBC2-C850-45F9-BA15-4894FC9297A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81534C-DD90-4903-92B5-1DD992B9907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5337E5B-F208-4D96-A114-DF419830783C}">
      <dgm:prSet/>
      <dgm:spPr/>
      <dgm:t>
        <a:bodyPr/>
        <a:lstStyle/>
        <a:p>
          <a:r>
            <a:rPr lang="en-US"/>
            <a:t>The typeof operator can return one of two complex types:</a:t>
          </a:r>
        </a:p>
      </dgm:t>
    </dgm:pt>
    <dgm:pt modelId="{794AED8E-1FA7-4B85-BE00-77230250C1E9}" type="parTrans" cxnId="{30A0B8B6-59E9-4071-A9FA-984060F4D813}">
      <dgm:prSet/>
      <dgm:spPr/>
      <dgm:t>
        <a:bodyPr/>
        <a:lstStyle/>
        <a:p>
          <a:endParaRPr lang="en-US"/>
        </a:p>
      </dgm:t>
    </dgm:pt>
    <dgm:pt modelId="{ACBED4A3-F0BD-4049-A655-51B295384AF8}" type="sibTrans" cxnId="{30A0B8B6-59E9-4071-A9FA-984060F4D813}">
      <dgm:prSet/>
      <dgm:spPr/>
      <dgm:t>
        <a:bodyPr/>
        <a:lstStyle/>
        <a:p>
          <a:endParaRPr lang="en-US"/>
        </a:p>
      </dgm:t>
    </dgm:pt>
    <dgm:pt modelId="{529B6093-DB63-4F5F-B7BF-411F9ED86104}">
      <dgm:prSet/>
      <dgm:spPr/>
      <dgm:t>
        <a:bodyPr/>
        <a:lstStyle/>
        <a:p>
          <a:r>
            <a:rPr lang="en-US"/>
            <a:t>function</a:t>
          </a:r>
        </a:p>
      </dgm:t>
    </dgm:pt>
    <dgm:pt modelId="{11AF02E9-0226-472A-8B42-F280FFD735F1}" type="parTrans" cxnId="{4224B142-AEDC-42C7-9DE7-D49CBCB28FA9}">
      <dgm:prSet/>
      <dgm:spPr/>
      <dgm:t>
        <a:bodyPr/>
        <a:lstStyle/>
        <a:p>
          <a:endParaRPr lang="en-US"/>
        </a:p>
      </dgm:t>
    </dgm:pt>
    <dgm:pt modelId="{C67523BF-F60C-4C74-B0B6-628010CC7A89}" type="sibTrans" cxnId="{4224B142-AEDC-42C7-9DE7-D49CBCB28FA9}">
      <dgm:prSet/>
      <dgm:spPr/>
      <dgm:t>
        <a:bodyPr/>
        <a:lstStyle/>
        <a:p>
          <a:endParaRPr lang="en-US"/>
        </a:p>
      </dgm:t>
    </dgm:pt>
    <dgm:pt modelId="{7AE99FB8-09D5-4B89-9757-92E948B0F9CD}">
      <dgm:prSet/>
      <dgm:spPr/>
      <dgm:t>
        <a:bodyPr/>
        <a:lstStyle/>
        <a:p>
          <a:r>
            <a:rPr lang="en-US"/>
            <a:t>object</a:t>
          </a:r>
        </a:p>
      </dgm:t>
    </dgm:pt>
    <dgm:pt modelId="{60554CCC-3C66-4F94-8065-6AE67FBF1BDE}" type="parTrans" cxnId="{434B5DB7-FA43-43D7-AFF9-946D626B2AE9}">
      <dgm:prSet/>
      <dgm:spPr/>
      <dgm:t>
        <a:bodyPr/>
        <a:lstStyle/>
        <a:p>
          <a:endParaRPr lang="en-US"/>
        </a:p>
      </dgm:t>
    </dgm:pt>
    <dgm:pt modelId="{A3663ADA-CD53-4DF9-B279-23A52D659D6E}" type="sibTrans" cxnId="{434B5DB7-FA43-43D7-AFF9-946D626B2AE9}">
      <dgm:prSet/>
      <dgm:spPr/>
      <dgm:t>
        <a:bodyPr/>
        <a:lstStyle/>
        <a:p>
          <a:endParaRPr lang="en-US"/>
        </a:p>
      </dgm:t>
    </dgm:pt>
    <dgm:pt modelId="{FF5B20AA-8936-488A-A181-3486D4EFF9E5}">
      <dgm:prSet/>
      <dgm:spPr/>
      <dgm:t>
        <a:bodyPr/>
        <a:lstStyle/>
        <a:p>
          <a:r>
            <a:rPr lang="en-US"/>
            <a:t>The typeof operator returns "object" for objects, arrays, and null.</a:t>
          </a:r>
        </a:p>
      </dgm:t>
    </dgm:pt>
    <dgm:pt modelId="{62B29F70-33C3-43EF-9092-B082ADC0B90B}" type="parTrans" cxnId="{29EF54D5-17B7-454C-BC00-D895D46F20F7}">
      <dgm:prSet/>
      <dgm:spPr/>
      <dgm:t>
        <a:bodyPr/>
        <a:lstStyle/>
        <a:p>
          <a:endParaRPr lang="en-US"/>
        </a:p>
      </dgm:t>
    </dgm:pt>
    <dgm:pt modelId="{3584D77E-AD72-48BF-941F-FEB21E0A6267}" type="sibTrans" cxnId="{29EF54D5-17B7-454C-BC00-D895D46F20F7}">
      <dgm:prSet/>
      <dgm:spPr/>
      <dgm:t>
        <a:bodyPr/>
        <a:lstStyle/>
        <a:p>
          <a:endParaRPr lang="en-US"/>
        </a:p>
      </dgm:t>
    </dgm:pt>
    <dgm:pt modelId="{89958279-54FA-4F92-8D49-3221C7160AD1}">
      <dgm:prSet/>
      <dgm:spPr/>
      <dgm:t>
        <a:bodyPr/>
        <a:lstStyle/>
        <a:p>
          <a:r>
            <a:rPr lang="en-US"/>
            <a:t>The typeof operator does not return "object" for functions.</a:t>
          </a:r>
        </a:p>
      </dgm:t>
    </dgm:pt>
    <dgm:pt modelId="{11114941-4C01-4155-84F4-671C613AEAF4}" type="parTrans" cxnId="{5B87A9C1-E01C-4AAD-9FBB-54E83B5ED525}">
      <dgm:prSet/>
      <dgm:spPr/>
      <dgm:t>
        <a:bodyPr/>
        <a:lstStyle/>
        <a:p>
          <a:endParaRPr lang="en-US"/>
        </a:p>
      </dgm:t>
    </dgm:pt>
    <dgm:pt modelId="{5568F75C-4516-455E-8D33-92300A34B6DE}" type="sibTrans" cxnId="{5B87A9C1-E01C-4AAD-9FBB-54E83B5ED525}">
      <dgm:prSet/>
      <dgm:spPr/>
      <dgm:t>
        <a:bodyPr/>
        <a:lstStyle/>
        <a:p>
          <a:endParaRPr lang="en-US"/>
        </a:p>
      </dgm:t>
    </dgm:pt>
    <dgm:pt modelId="{908D0D6C-07BE-4F44-974F-2D9018BF1081}" type="pres">
      <dgm:prSet presAssocID="{0481534C-DD90-4903-92B5-1DD992B9907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0EE8B77-A212-4795-B9C1-3BC8843245F2}" type="pres">
      <dgm:prSet presAssocID="{75337E5B-F208-4D96-A114-DF419830783C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B65E20-E38A-4C9D-B9A2-DCFDE7613AEB}" type="pres">
      <dgm:prSet presAssocID="{75337E5B-F208-4D96-A114-DF419830783C}" presName="childText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917269-0317-47DE-82BC-061AD5FDC4DC}" type="pres">
      <dgm:prSet presAssocID="{FF5B20AA-8936-488A-A181-3486D4EFF9E5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070CE8-725E-46DB-B1F0-8D467FA1A3B0}" type="pres">
      <dgm:prSet presAssocID="{3584D77E-AD72-48BF-941F-FEB21E0A6267}" presName="spacer" presStyleCnt="0"/>
      <dgm:spPr/>
    </dgm:pt>
    <dgm:pt modelId="{F6D1A700-924B-40CF-9638-00B71F2F9B2B}" type="pres">
      <dgm:prSet presAssocID="{89958279-54FA-4F92-8D49-3221C7160AD1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34B5DB7-FA43-43D7-AFF9-946D626B2AE9}" srcId="{75337E5B-F208-4D96-A114-DF419830783C}" destId="{7AE99FB8-09D5-4B89-9757-92E948B0F9CD}" srcOrd="1" destOrd="0" parTransId="{60554CCC-3C66-4F94-8065-6AE67FBF1BDE}" sibTransId="{A3663ADA-CD53-4DF9-B279-23A52D659D6E}"/>
    <dgm:cxn modelId="{29EF54D5-17B7-454C-BC00-D895D46F20F7}" srcId="{0481534C-DD90-4903-92B5-1DD992B9907C}" destId="{FF5B20AA-8936-488A-A181-3486D4EFF9E5}" srcOrd="1" destOrd="0" parTransId="{62B29F70-33C3-43EF-9092-B082ADC0B90B}" sibTransId="{3584D77E-AD72-48BF-941F-FEB21E0A6267}"/>
    <dgm:cxn modelId="{0A2A6F5E-55D5-43A6-9CF7-08ABD4D36052}" type="presOf" srcId="{7AE99FB8-09D5-4B89-9757-92E948B0F9CD}" destId="{FBB65E20-E38A-4C9D-B9A2-DCFDE7613AEB}" srcOrd="0" destOrd="1" presId="urn:microsoft.com/office/officeart/2005/8/layout/vList2"/>
    <dgm:cxn modelId="{DB9B5C2A-7E83-4DA8-AD4C-F73B5077D370}" type="presOf" srcId="{FF5B20AA-8936-488A-A181-3486D4EFF9E5}" destId="{8B917269-0317-47DE-82BC-061AD5FDC4DC}" srcOrd="0" destOrd="0" presId="urn:microsoft.com/office/officeart/2005/8/layout/vList2"/>
    <dgm:cxn modelId="{4224B142-AEDC-42C7-9DE7-D49CBCB28FA9}" srcId="{75337E5B-F208-4D96-A114-DF419830783C}" destId="{529B6093-DB63-4F5F-B7BF-411F9ED86104}" srcOrd="0" destOrd="0" parTransId="{11AF02E9-0226-472A-8B42-F280FFD735F1}" sibTransId="{C67523BF-F60C-4C74-B0B6-628010CC7A89}"/>
    <dgm:cxn modelId="{30A0B8B6-59E9-4071-A9FA-984060F4D813}" srcId="{0481534C-DD90-4903-92B5-1DD992B9907C}" destId="{75337E5B-F208-4D96-A114-DF419830783C}" srcOrd="0" destOrd="0" parTransId="{794AED8E-1FA7-4B85-BE00-77230250C1E9}" sibTransId="{ACBED4A3-F0BD-4049-A655-51B295384AF8}"/>
    <dgm:cxn modelId="{DDF331D0-467D-4886-AAAB-3F78D1E5AB19}" type="presOf" srcId="{0481534C-DD90-4903-92B5-1DD992B9907C}" destId="{908D0D6C-07BE-4F44-974F-2D9018BF1081}" srcOrd="0" destOrd="0" presId="urn:microsoft.com/office/officeart/2005/8/layout/vList2"/>
    <dgm:cxn modelId="{BBA8FBCF-5B1E-40D4-BE28-F935F6BD8342}" type="presOf" srcId="{75337E5B-F208-4D96-A114-DF419830783C}" destId="{A0EE8B77-A212-4795-B9C1-3BC8843245F2}" srcOrd="0" destOrd="0" presId="urn:microsoft.com/office/officeart/2005/8/layout/vList2"/>
    <dgm:cxn modelId="{5B87A9C1-E01C-4AAD-9FBB-54E83B5ED525}" srcId="{0481534C-DD90-4903-92B5-1DD992B9907C}" destId="{89958279-54FA-4F92-8D49-3221C7160AD1}" srcOrd="2" destOrd="0" parTransId="{11114941-4C01-4155-84F4-671C613AEAF4}" sibTransId="{5568F75C-4516-455E-8D33-92300A34B6DE}"/>
    <dgm:cxn modelId="{04CC0C23-F188-4FBA-9629-EAAE4F9BB741}" type="presOf" srcId="{529B6093-DB63-4F5F-B7BF-411F9ED86104}" destId="{FBB65E20-E38A-4C9D-B9A2-DCFDE7613AEB}" srcOrd="0" destOrd="0" presId="urn:microsoft.com/office/officeart/2005/8/layout/vList2"/>
    <dgm:cxn modelId="{11B024F7-4725-4EC6-A5F7-35A1EB0069EE}" type="presOf" srcId="{89958279-54FA-4F92-8D49-3221C7160AD1}" destId="{F6D1A700-924B-40CF-9638-00B71F2F9B2B}" srcOrd="0" destOrd="0" presId="urn:microsoft.com/office/officeart/2005/8/layout/vList2"/>
    <dgm:cxn modelId="{7419AE9E-F1DE-4B4D-9E8B-EB8F44246732}" type="presParOf" srcId="{908D0D6C-07BE-4F44-974F-2D9018BF1081}" destId="{A0EE8B77-A212-4795-B9C1-3BC8843245F2}" srcOrd="0" destOrd="0" presId="urn:microsoft.com/office/officeart/2005/8/layout/vList2"/>
    <dgm:cxn modelId="{8F5E52E8-CCBC-4CEA-8A38-1C5B0153EB96}" type="presParOf" srcId="{908D0D6C-07BE-4F44-974F-2D9018BF1081}" destId="{FBB65E20-E38A-4C9D-B9A2-DCFDE7613AEB}" srcOrd="1" destOrd="0" presId="urn:microsoft.com/office/officeart/2005/8/layout/vList2"/>
    <dgm:cxn modelId="{8DD33E8F-7B5B-448F-9BDE-19B647214F91}" type="presParOf" srcId="{908D0D6C-07BE-4F44-974F-2D9018BF1081}" destId="{8B917269-0317-47DE-82BC-061AD5FDC4DC}" srcOrd="2" destOrd="0" presId="urn:microsoft.com/office/officeart/2005/8/layout/vList2"/>
    <dgm:cxn modelId="{BDD69956-A3F6-493F-867D-57AFAD3D192C}" type="presParOf" srcId="{908D0D6C-07BE-4F44-974F-2D9018BF1081}" destId="{87070CE8-725E-46DB-B1F0-8D467FA1A3B0}" srcOrd="3" destOrd="0" presId="urn:microsoft.com/office/officeart/2005/8/layout/vList2"/>
    <dgm:cxn modelId="{6FB0CF83-C55F-4E95-A002-98A109746B7B}" type="presParOf" srcId="{908D0D6C-07BE-4F44-974F-2D9018BF1081}" destId="{F6D1A700-924B-40CF-9638-00B71F2F9B2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2A9C0-FBF2-4738-8B20-DD6063A00835}">
      <dsp:nvSpPr>
        <dsp:cNvPr id="0" name=""/>
        <dsp:cNvSpPr/>
      </dsp:nvSpPr>
      <dsp:spPr>
        <a:xfrm>
          <a:off x="0" y="45690"/>
          <a:ext cx="10018712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900" kern="1200" dirty="0"/>
            <a:t>Client Side Language (Vanilla JS, jQuery, React, </a:t>
          </a:r>
          <a:r>
            <a:rPr lang="en-GB" sz="2900" kern="1200" dirty="0" err="1"/>
            <a:t>etc</a:t>
          </a:r>
          <a:r>
            <a:rPr lang="en-GB" sz="2900" kern="1200" dirty="0"/>
            <a:t>)</a:t>
          </a:r>
          <a:endParaRPr lang="en-US" sz="2900" kern="1200" dirty="0"/>
        </a:p>
      </dsp:txBody>
      <dsp:txXfrm>
        <a:off x="33955" y="79645"/>
        <a:ext cx="9950802" cy="627655"/>
      </dsp:txXfrm>
    </dsp:sp>
    <dsp:sp modelId="{BF609A1C-12C6-4D94-9F6D-D237E73F5A2E}">
      <dsp:nvSpPr>
        <dsp:cNvPr id="0" name=""/>
        <dsp:cNvSpPr/>
      </dsp:nvSpPr>
      <dsp:spPr>
        <a:xfrm>
          <a:off x="0" y="824775"/>
          <a:ext cx="10018712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900" kern="1200"/>
            <a:t>Server Side Language (Node.js, MongoDB etc)</a:t>
          </a:r>
          <a:endParaRPr lang="en-US" sz="2900" kern="1200"/>
        </a:p>
      </dsp:txBody>
      <dsp:txXfrm>
        <a:off x="33955" y="858730"/>
        <a:ext cx="9950802" cy="627655"/>
      </dsp:txXfrm>
    </dsp:sp>
    <dsp:sp modelId="{E515F448-1FF3-4AED-BC41-1C01664352EE}">
      <dsp:nvSpPr>
        <dsp:cNvPr id="0" name=""/>
        <dsp:cNvSpPr/>
      </dsp:nvSpPr>
      <dsp:spPr>
        <a:xfrm>
          <a:off x="0" y="1603860"/>
          <a:ext cx="10018712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900" kern="1200"/>
            <a:t>Easy to Learn</a:t>
          </a:r>
          <a:endParaRPr lang="en-US" sz="2900" kern="1200"/>
        </a:p>
      </dsp:txBody>
      <dsp:txXfrm>
        <a:off x="33955" y="1637815"/>
        <a:ext cx="9950802" cy="627655"/>
      </dsp:txXfrm>
    </dsp:sp>
    <dsp:sp modelId="{E0CBE484-8A5E-44AF-B0FA-AAAA8ABDD037}">
      <dsp:nvSpPr>
        <dsp:cNvPr id="0" name=""/>
        <dsp:cNvSpPr/>
      </dsp:nvSpPr>
      <dsp:spPr>
        <a:xfrm>
          <a:off x="0" y="2382945"/>
          <a:ext cx="10018712" cy="695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900" kern="1200"/>
            <a:t>ES6 (ECMAScript 6) introduced and standardized in 2015</a:t>
          </a:r>
          <a:endParaRPr lang="en-US" sz="2900" kern="1200"/>
        </a:p>
      </dsp:txBody>
      <dsp:txXfrm>
        <a:off x="33955" y="2416900"/>
        <a:ext cx="9950802" cy="6276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2A9C0-FBF2-4738-8B20-DD6063A00835}">
      <dsp:nvSpPr>
        <dsp:cNvPr id="0" name=""/>
        <dsp:cNvSpPr/>
      </dsp:nvSpPr>
      <dsp:spPr>
        <a:xfrm>
          <a:off x="0" y="2175"/>
          <a:ext cx="10018712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/>
            <a:t>JavaScript was invented by Brendan </a:t>
          </a:r>
          <a:r>
            <a:rPr lang="en-US" sz="2000" b="0" i="0" kern="1200" dirty="0" err="1" smtClean="0"/>
            <a:t>Eich</a:t>
          </a:r>
          <a:r>
            <a:rPr lang="en-US" sz="2000" b="0" i="0" kern="1200" dirty="0" smtClean="0"/>
            <a:t> in 1995, and became an ECMA standard in 1997.</a:t>
          </a:r>
          <a:endParaRPr lang="en-US" sz="2000" kern="1200" dirty="0"/>
        </a:p>
      </dsp:txBody>
      <dsp:txXfrm>
        <a:off x="23417" y="25592"/>
        <a:ext cx="9971878" cy="432866"/>
      </dsp:txXfrm>
    </dsp:sp>
    <dsp:sp modelId="{BF609A1C-12C6-4D94-9F6D-D237E73F5A2E}">
      <dsp:nvSpPr>
        <dsp:cNvPr id="0" name=""/>
        <dsp:cNvSpPr/>
      </dsp:nvSpPr>
      <dsp:spPr>
        <a:xfrm>
          <a:off x="0" y="539475"/>
          <a:ext cx="10018712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/>
            <a:t>ECMAScript is the official name of the language.</a:t>
          </a:r>
          <a:endParaRPr lang="en-US" sz="2000" kern="1200" dirty="0"/>
        </a:p>
      </dsp:txBody>
      <dsp:txXfrm>
        <a:off x="23417" y="562892"/>
        <a:ext cx="9971878" cy="432866"/>
      </dsp:txXfrm>
    </dsp:sp>
    <dsp:sp modelId="{E515F448-1FF3-4AED-BC41-1C01664352EE}">
      <dsp:nvSpPr>
        <dsp:cNvPr id="0" name=""/>
        <dsp:cNvSpPr/>
      </dsp:nvSpPr>
      <dsp:spPr>
        <a:xfrm>
          <a:off x="0" y="1093838"/>
          <a:ext cx="10018712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/>
            <a:t>ECMAScript versions have been abbreviated to ES1, ES2, ES3, ES5, and ES6.</a:t>
          </a:r>
          <a:endParaRPr lang="en-US" sz="2000" kern="1200" dirty="0"/>
        </a:p>
      </dsp:txBody>
      <dsp:txXfrm>
        <a:off x="23417" y="1117255"/>
        <a:ext cx="9971878" cy="432866"/>
      </dsp:txXfrm>
    </dsp:sp>
    <dsp:sp modelId="{E0CBE484-8A5E-44AF-B0FA-AAAA8ABDD037}">
      <dsp:nvSpPr>
        <dsp:cNvPr id="0" name=""/>
        <dsp:cNvSpPr/>
      </dsp:nvSpPr>
      <dsp:spPr>
        <a:xfrm>
          <a:off x="0" y="1750000"/>
          <a:ext cx="10018712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/>
            <a:t>Since 2016, versions are named by year (ECMAScript 2016, 2017, 2018, 2019, 2020).</a:t>
          </a:r>
          <a:endParaRPr lang="en-US" sz="2000" kern="1200" dirty="0"/>
        </a:p>
      </dsp:txBody>
      <dsp:txXfrm>
        <a:off x="23417" y="1773417"/>
        <a:ext cx="9971878" cy="432866"/>
      </dsp:txXfrm>
    </dsp:sp>
    <dsp:sp modelId="{FA200F6F-565A-4CAC-A58F-0638CC8C9DF1}">
      <dsp:nvSpPr>
        <dsp:cNvPr id="0" name=""/>
        <dsp:cNvSpPr/>
      </dsp:nvSpPr>
      <dsp:spPr>
        <a:xfrm>
          <a:off x="0" y="2093775"/>
          <a:ext cx="10018712" cy="5485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094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endParaRPr lang="en-US" sz="1600" kern="1200" dirty="0"/>
        </a:p>
      </dsp:txBody>
      <dsp:txXfrm>
        <a:off x="0" y="2093775"/>
        <a:ext cx="10018712" cy="548550"/>
      </dsp:txXfrm>
    </dsp:sp>
    <dsp:sp modelId="{E1457E8E-8513-49B6-BF45-ED64E7732269}">
      <dsp:nvSpPr>
        <dsp:cNvPr id="0" name=""/>
        <dsp:cNvSpPr/>
      </dsp:nvSpPr>
      <dsp:spPr>
        <a:xfrm>
          <a:off x="0" y="2345768"/>
          <a:ext cx="10018712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/>
            <a:t>The 15th edition, ECMAScript 2024, is published in July 2024.</a:t>
          </a:r>
          <a:endParaRPr lang="en-US" sz="2000" kern="1200" dirty="0"/>
        </a:p>
      </dsp:txBody>
      <dsp:txXfrm>
        <a:off x="23417" y="2369185"/>
        <a:ext cx="9971878" cy="4328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4F4A86-C80A-4119-B7DA-CF36C3B647B2}">
      <dsp:nvSpPr>
        <dsp:cNvPr id="0" name=""/>
        <dsp:cNvSpPr/>
      </dsp:nvSpPr>
      <dsp:spPr>
        <a:xfrm>
          <a:off x="0" y="331223"/>
          <a:ext cx="10018712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In JavaScript null is "nothing". It is supposed to be something that doesn't exist.</a:t>
          </a:r>
        </a:p>
      </dsp:txBody>
      <dsp:txXfrm>
        <a:off x="26930" y="358153"/>
        <a:ext cx="9964852" cy="497795"/>
      </dsp:txXfrm>
    </dsp:sp>
    <dsp:sp modelId="{AD4982A5-BFD3-41E9-99DC-0B0430F09DB6}">
      <dsp:nvSpPr>
        <dsp:cNvPr id="0" name=""/>
        <dsp:cNvSpPr/>
      </dsp:nvSpPr>
      <dsp:spPr>
        <a:xfrm>
          <a:off x="0" y="882878"/>
          <a:ext cx="10018712" cy="618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094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/>
            <a:t>Unfortunately, in JavaScript, the data type of null is an object.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kern="1200"/>
            <a:t>You can empty an object by setting it to null</a:t>
          </a:r>
        </a:p>
      </dsp:txBody>
      <dsp:txXfrm>
        <a:off x="0" y="882878"/>
        <a:ext cx="10018712" cy="618930"/>
      </dsp:txXfrm>
    </dsp:sp>
    <dsp:sp modelId="{1408F1D0-F6EC-48EB-AF9E-4FB285ACDFC2}">
      <dsp:nvSpPr>
        <dsp:cNvPr id="0" name=""/>
        <dsp:cNvSpPr/>
      </dsp:nvSpPr>
      <dsp:spPr>
        <a:xfrm>
          <a:off x="0" y="1501808"/>
          <a:ext cx="10018712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/>
            <a:t>undefined and null are equal in value but different in type:</a:t>
          </a:r>
        </a:p>
      </dsp:txBody>
      <dsp:txXfrm>
        <a:off x="26930" y="1528738"/>
        <a:ext cx="9964852" cy="49779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2BA056-0F80-470C-83E2-6C7C4BC17B95}">
      <dsp:nvSpPr>
        <dsp:cNvPr id="0" name=""/>
        <dsp:cNvSpPr/>
      </dsp:nvSpPr>
      <dsp:spPr>
        <a:xfrm>
          <a:off x="0" y="63240"/>
          <a:ext cx="1001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A primitive data value is a single simple data value with no additional properties and methods.</a:t>
          </a:r>
        </a:p>
      </dsp:txBody>
      <dsp:txXfrm>
        <a:off x="42722" y="105962"/>
        <a:ext cx="9933268" cy="789716"/>
      </dsp:txXfrm>
    </dsp:sp>
    <dsp:sp modelId="{5130D8AF-EE57-402D-8E5B-24FAABB68109}">
      <dsp:nvSpPr>
        <dsp:cNvPr id="0" name=""/>
        <dsp:cNvSpPr/>
      </dsp:nvSpPr>
      <dsp:spPr>
        <a:xfrm>
          <a:off x="0" y="1001760"/>
          <a:ext cx="1001871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The typeof operator can return one of these primitive types:</a:t>
          </a:r>
        </a:p>
      </dsp:txBody>
      <dsp:txXfrm>
        <a:off x="42722" y="1044482"/>
        <a:ext cx="9933268" cy="789716"/>
      </dsp:txXfrm>
    </dsp:sp>
    <dsp:sp modelId="{672BBBC2-C850-45F9-BA15-4894FC9297A1}">
      <dsp:nvSpPr>
        <dsp:cNvPr id="0" name=""/>
        <dsp:cNvSpPr/>
      </dsp:nvSpPr>
      <dsp:spPr>
        <a:xfrm>
          <a:off x="0" y="1876920"/>
          <a:ext cx="10018712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094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700" kern="1200"/>
            <a:t>string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700" kern="1200"/>
            <a:t>number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700" kern="1200"/>
            <a:t>boolean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GB" sz="1700" kern="1200"/>
            <a:t>Undefined</a:t>
          </a:r>
          <a:endParaRPr lang="en-US" sz="1700" kern="1200"/>
        </a:p>
      </dsp:txBody>
      <dsp:txXfrm>
        <a:off x="0" y="1876920"/>
        <a:ext cx="10018712" cy="11840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E8B77-A212-4795-B9C1-3BC8843245F2}">
      <dsp:nvSpPr>
        <dsp:cNvPr id="0" name=""/>
        <dsp:cNvSpPr/>
      </dsp:nvSpPr>
      <dsp:spPr>
        <a:xfrm>
          <a:off x="0" y="2668"/>
          <a:ext cx="10018712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The typeof operator can return one of two complex types:</a:t>
          </a:r>
        </a:p>
      </dsp:txBody>
      <dsp:txXfrm>
        <a:off x="28100" y="30768"/>
        <a:ext cx="9962512" cy="519439"/>
      </dsp:txXfrm>
    </dsp:sp>
    <dsp:sp modelId="{FBB65E20-E38A-4C9D-B9A2-DCFDE7613AEB}">
      <dsp:nvSpPr>
        <dsp:cNvPr id="0" name=""/>
        <dsp:cNvSpPr/>
      </dsp:nvSpPr>
      <dsp:spPr>
        <a:xfrm>
          <a:off x="0" y="578308"/>
          <a:ext cx="10018712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809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/>
            <a:t>function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/>
            <a:t>object</a:t>
          </a:r>
        </a:p>
      </dsp:txBody>
      <dsp:txXfrm>
        <a:off x="0" y="578308"/>
        <a:ext cx="10018712" cy="658260"/>
      </dsp:txXfrm>
    </dsp:sp>
    <dsp:sp modelId="{8B917269-0317-47DE-82BC-061AD5FDC4DC}">
      <dsp:nvSpPr>
        <dsp:cNvPr id="0" name=""/>
        <dsp:cNvSpPr/>
      </dsp:nvSpPr>
      <dsp:spPr>
        <a:xfrm>
          <a:off x="0" y="1236568"/>
          <a:ext cx="10018712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The typeof operator returns "object" for objects, arrays, and null.</a:t>
          </a:r>
        </a:p>
      </dsp:txBody>
      <dsp:txXfrm>
        <a:off x="28100" y="1264668"/>
        <a:ext cx="9962512" cy="519439"/>
      </dsp:txXfrm>
    </dsp:sp>
    <dsp:sp modelId="{F6D1A700-924B-40CF-9638-00B71F2F9B2B}">
      <dsp:nvSpPr>
        <dsp:cNvPr id="0" name=""/>
        <dsp:cNvSpPr/>
      </dsp:nvSpPr>
      <dsp:spPr>
        <a:xfrm>
          <a:off x="0" y="1881328"/>
          <a:ext cx="10018712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/>
            <a:t>The typeof operator does not return "object" for functions.</a:t>
          </a:r>
        </a:p>
      </dsp:txBody>
      <dsp:txXfrm>
        <a:off x="28100" y="1909428"/>
        <a:ext cx="9962512" cy="519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8004B-D460-441F-AB26-00100AC30FD9}" type="datetimeFigureOut">
              <a:rPr lang="en-US" smtClean="0"/>
              <a:t>16-Feb-25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A705-DBCB-4974-8537-8C4C75699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1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A705-DBCB-4974-8537-8C4C75699DF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67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52587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3" name="Google Shape;2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7473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149708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2006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9" name="Google Shape;2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9280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58422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57609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9384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13946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57066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0638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31524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7962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742504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81729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9233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9798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10743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915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334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927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0533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7268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13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5056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18552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1705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24427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9830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2887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90402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81306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0690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4653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4BBDF-EC24-45C9-9565-E07D62492F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4694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527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8142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4168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740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173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0858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486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07160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84465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2601170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44337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3477978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7121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384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7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9AE240-3C45-46DC-AB26-1483C6204ECE}" type="datetimeFigureOut">
              <a:rPr lang="en-PK" smtClean="0"/>
              <a:t>02/16/2025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4674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4BA48-9EC7-465D-9ABA-6C2D1EA7C483}" type="datetimeFigureOut">
              <a:rPr lang="en-GB" smtClean="0"/>
              <a:t>16/02/2025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05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E853-BCBC-430E-9E0E-0F6CF6FA1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584617"/>
            <a:ext cx="8574622" cy="2844384"/>
          </a:xfrm>
        </p:spPr>
        <p:txBody>
          <a:bodyPr>
            <a:normAutofit/>
          </a:bodyPr>
          <a:lstStyle/>
          <a:p>
            <a:r>
              <a:rPr lang="en-GB" sz="6200" dirty="0"/>
              <a:t>Introduction to JavaScript</a:t>
            </a:r>
            <a:endParaRPr lang="en-PK" sz="6200" dirty="0"/>
          </a:p>
        </p:txBody>
      </p:sp>
    </p:spTree>
    <p:extLst>
      <p:ext uri="{BB962C8B-B14F-4D97-AF65-F5344CB8AC3E}">
        <p14:creationId xmlns:p14="http://schemas.microsoft.com/office/powerpoint/2010/main" val="59144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D29B-E41B-454C-B6C9-49FA6E92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JavaScript</a:t>
            </a:r>
            <a:endParaRPr lang="en-PK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40EE0654-F918-BAFE-2EEA-7E97C7DF03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8" descr="Image result for JavaScript png icon">
            <a:extLst>
              <a:ext uri="{FF2B5EF4-FFF2-40B4-BE49-F238E27FC236}">
                <a16:creationId xmlns:a16="http://schemas.microsoft.com/office/drawing/2014/main" id="{75E37E1B-7368-4B51-8C35-0EE7E69D5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50424" y="685799"/>
            <a:ext cx="1752599" cy="1752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723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D29B-E41B-454C-B6C9-49FA6E92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JavaScript</a:t>
            </a:r>
            <a:endParaRPr lang="en-PK" dirty="0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40EE0654-F918-BAFE-2EEA-7E97C7DF03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129594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8" descr="Image result for JavaScript png icon">
            <a:extLst>
              <a:ext uri="{FF2B5EF4-FFF2-40B4-BE49-F238E27FC236}">
                <a16:creationId xmlns:a16="http://schemas.microsoft.com/office/drawing/2014/main" id="{75E37E1B-7368-4B51-8C35-0EE7E69D5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50424" y="685799"/>
            <a:ext cx="1752599" cy="1752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106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8D83B-4A1C-4030-9D89-DF0BE5C4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095" y="685800"/>
            <a:ext cx="6043929" cy="1752599"/>
          </a:xfrm>
        </p:spPr>
        <p:txBody>
          <a:bodyPr>
            <a:normAutofit/>
          </a:bodyPr>
          <a:lstStyle/>
          <a:p>
            <a:r>
              <a:rPr lang="en-GB"/>
              <a:t>JS Syntax</a:t>
            </a:r>
            <a:endParaRPr lang="en-PK"/>
          </a:p>
        </p:txBody>
      </p:sp>
      <p:sp>
        <p:nvSpPr>
          <p:cNvPr id="18" name="Rounded Rectangle 11">
            <a:extLst>
              <a:ext uri="{FF2B5EF4-FFF2-40B4-BE49-F238E27FC236}">
                <a16:creationId xmlns:a16="http://schemas.microsoft.com/office/drawing/2014/main" id="{AB4D2C27-D486-4625-B7D0-B268F8DFFB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4347" y="648931"/>
            <a:ext cx="4307995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2E4189-D350-4EC5-808A-80A91E689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49" y="1780849"/>
            <a:ext cx="3660852" cy="652890"/>
          </a:xfrm>
          <a:prstGeom prst="rect">
            <a:avLst/>
          </a:prstGeom>
        </p:spPr>
      </p:pic>
      <p:pic>
        <p:nvPicPr>
          <p:cNvPr id="4" name="Picture 8" descr="Image result for JavaScript png icon">
            <a:extLst>
              <a:ext uri="{FF2B5EF4-FFF2-40B4-BE49-F238E27FC236}">
                <a16:creationId xmlns:a16="http://schemas.microsoft.com/office/drawing/2014/main" id="{B4107226-84B7-4D80-8885-A54DF6AC4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5205" y="3586174"/>
            <a:ext cx="1751808" cy="17518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1B1F29-9DDD-4B05-83C0-EC5EA3A0C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7493" y="3843200"/>
            <a:ext cx="1751808" cy="12394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DE1B1-86EE-43F0-9E49-0D069AD5E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094" y="2666999"/>
            <a:ext cx="6043929" cy="3124201"/>
          </a:xfrm>
        </p:spPr>
        <p:txBody>
          <a:bodyPr>
            <a:normAutofit/>
          </a:bodyPr>
          <a:lstStyle/>
          <a:p>
            <a:r>
              <a:rPr lang="en-GB" sz="2200"/>
              <a:t>Very similar to other programming languages</a:t>
            </a:r>
          </a:p>
          <a:p>
            <a:r>
              <a:rPr lang="en-US" sz="2200"/>
              <a:t>JavaScript uses the </a:t>
            </a:r>
            <a:r>
              <a:rPr lang="en-US" sz="2200" b="1">
                <a:latin typeface="Consolas" panose="020B0609020204030204" pitchFamily="49" charset="0"/>
              </a:rPr>
              <a:t>var</a:t>
            </a:r>
            <a:r>
              <a:rPr lang="en-US" sz="2200"/>
              <a:t> keyword to declare variables.</a:t>
            </a:r>
          </a:p>
          <a:p>
            <a:r>
              <a:rPr lang="en-US" sz="2200"/>
              <a:t>Universal principle for identifiers </a:t>
            </a:r>
          </a:p>
          <a:p>
            <a:r>
              <a:rPr lang="en-US" sz="2200" b="1"/>
              <a:t>Strings</a:t>
            </a:r>
            <a:r>
              <a:rPr lang="en-US" sz="2200"/>
              <a:t> are text, written within double or single quotes</a:t>
            </a:r>
          </a:p>
          <a:p>
            <a:r>
              <a:rPr lang="en-US" sz="2200"/>
              <a:t>Output on console using </a:t>
            </a:r>
            <a:r>
              <a:rPr lang="en-US" sz="2200" b="1">
                <a:latin typeface="Consolas" panose="020B0609020204030204" pitchFamily="49" charset="0"/>
              </a:rPr>
              <a:t>console.log</a:t>
            </a:r>
          </a:p>
          <a:p>
            <a:endParaRPr lang="en-US" sz="2200"/>
          </a:p>
          <a:p>
            <a:endParaRPr lang="en-GB" sz="2200"/>
          </a:p>
          <a:p>
            <a:endParaRPr lang="en-PK" sz="2200"/>
          </a:p>
        </p:txBody>
      </p:sp>
    </p:spTree>
    <p:extLst>
      <p:ext uri="{BB962C8B-B14F-4D97-AF65-F5344CB8AC3E}">
        <p14:creationId xmlns:p14="http://schemas.microsoft.com/office/powerpoint/2010/main" val="97495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5CDB-1180-4345-80FC-EC28274BD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Variables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BB5D8-89F0-4E5E-9789-F68683D50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Can create uninitialized variables or variable declaration (undefined)</a:t>
            </a:r>
          </a:p>
          <a:p>
            <a:r>
              <a:rPr lang="en-GB" dirty="0"/>
              <a:t>Change type of same variable anytime</a:t>
            </a:r>
          </a:p>
          <a:p>
            <a:r>
              <a:rPr lang="en-GB" dirty="0"/>
              <a:t>Recreate same variable again</a:t>
            </a:r>
          </a:p>
          <a:p>
            <a:endParaRPr lang="en-PK" dirty="0"/>
          </a:p>
        </p:txBody>
      </p:sp>
      <p:pic>
        <p:nvPicPr>
          <p:cNvPr id="5" name="Picture 8" descr="Image result for JavaScript png icon">
            <a:extLst>
              <a:ext uri="{FF2B5EF4-FFF2-40B4-BE49-F238E27FC236}">
                <a16:creationId xmlns:a16="http://schemas.microsoft.com/office/drawing/2014/main" id="{2CCA4E37-2B72-4B26-94BD-D417EAB7B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50424" y="685799"/>
            <a:ext cx="1752599" cy="1752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CFE55B6-363C-460F-84A2-1637855E6987}"/>
              </a:ext>
            </a:extLst>
          </p:cNvPr>
          <p:cNvSpPr/>
          <p:nvPr/>
        </p:nvSpPr>
        <p:spPr>
          <a:xfrm>
            <a:off x="7514391" y="4571922"/>
            <a:ext cx="4472066" cy="20313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GB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; </a:t>
            </a:r>
            <a:r>
              <a:rPr lang="en-GB" dirty="0">
                <a:solidFill>
                  <a:srgbClr val="6A9955"/>
                </a:solidFill>
                <a:latin typeface="Consolas" panose="020B0609020204030204" pitchFamily="49" charset="0"/>
              </a:rPr>
              <a:t>//undefined</a:t>
            </a:r>
            <a:endParaRPr lang="en-GB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GB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GB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 + </a:t>
            </a:r>
            <a:r>
              <a:rPr lang="en-GB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; </a:t>
            </a:r>
            <a:r>
              <a:rPr lang="en-GB" dirty="0">
                <a:solidFill>
                  <a:srgbClr val="6A9955"/>
                </a:solidFill>
                <a:latin typeface="Consolas" panose="020B0609020204030204" pitchFamily="49" charset="0"/>
              </a:rPr>
              <a:t>// </a:t>
            </a:r>
            <a:r>
              <a:rPr lang="en-GB" dirty="0" err="1">
                <a:solidFill>
                  <a:srgbClr val="6A9955"/>
                </a:solidFill>
                <a:latin typeface="Consolas" panose="020B0609020204030204" pitchFamily="49" charset="0"/>
              </a:rPr>
              <a:t>NaN</a:t>
            </a:r>
            <a:endParaRPr lang="en-GB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GB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GB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endParaRPr lang="en-GB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GB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GB" dirty="0">
                <a:solidFill>
                  <a:srgbClr val="B5CEA8"/>
                </a:solidFill>
                <a:latin typeface="Consolas" panose="020B0609020204030204" pitchFamily="49" charset="0"/>
              </a:rPr>
              <a:t>100</a:t>
            </a:r>
            <a:endParaRPr lang="en-GB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4EC9B0"/>
                </a:solidFill>
                <a:latin typeface="Consolas" panose="020B0609020204030204" pitchFamily="49" charset="0"/>
              </a:rPr>
              <a:t>console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GB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r>
              <a:rPr lang="en-GB" dirty="0">
                <a:solidFill>
                  <a:srgbClr val="6A9955"/>
                </a:solidFill>
                <a:latin typeface="Consolas" panose="020B0609020204030204" pitchFamily="49" charset="0"/>
              </a:rPr>
              <a:t>// 100</a:t>
            </a:r>
            <a:endParaRPr lang="en-GB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en-GB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en-GB" dirty="0">
                <a:solidFill>
                  <a:srgbClr val="CE9178"/>
                </a:solidFill>
                <a:latin typeface="Consolas" panose="020B0609020204030204" pitchFamily="49" charset="0"/>
              </a:rPr>
              <a:t>"I am one hundred"</a:t>
            </a:r>
            <a:endParaRPr lang="en-GB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4EC9B0"/>
                </a:solidFill>
                <a:latin typeface="Consolas" panose="020B0609020204030204" pitchFamily="49" charset="0"/>
              </a:rPr>
              <a:t>console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GB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GB" dirty="0">
                <a:solidFill>
                  <a:srgbClr val="9CDCFE"/>
                </a:solidFill>
                <a:latin typeface="Consolas" panose="020B0609020204030204" pitchFamily="49" charset="0"/>
              </a:rPr>
              <a:t>x</a:t>
            </a:r>
            <a:r>
              <a:rPr lang="en-GB" dirty="0">
                <a:solidFill>
                  <a:srgbClr val="D4D4D4"/>
                </a:solidFill>
                <a:latin typeface="Consolas" panose="020B0609020204030204" pitchFamily="49" charset="0"/>
              </a:rPr>
              <a:t>) </a:t>
            </a:r>
            <a:r>
              <a:rPr lang="en-GB" dirty="0">
                <a:solidFill>
                  <a:srgbClr val="6A9955"/>
                </a:solidFill>
                <a:latin typeface="Consolas" panose="020B0609020204030204" pitchFamily="49" charset="0"/>
              </a:rPr>
              <a:t>// I am one hundred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421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8A58-4F12-43D1-A940-767434C75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Operators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E7EAA-3C88-4967-A90A-558DE52FA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438399"/>
            <a:ext cx="5995782" cy="859437"/>
          </a:xfrm>
        </p:spPr>
        <p:txBody>
          <a:bodyPr/>
          <a:lstStyle/>
          <a:p>
            <a:r>
              <a:rPr lang="en-GB" dirty="0"/>
              <a:t>Similar to other programming languages except === and !==</a:t>
            </a:r>
            <a:endParaRPr lang="en-PK" dirty="0"/>
          </a:p>
        </p:txBody>
      </p:sp>
      <p:pic>
        <p:nvPicPr>
          <p:cNvPr id="4" name="Picture 8" descr="Image result for JavaScript png icon">
            <a:extLst>
              <a:ext uri="{FF2B5EF4-FFF2-40B4-BE49-F238E27FC236}">
                <a16:creationId xmlns:a16="http://schemas.microsoft.com/office/drawing/2014/main" id="{E0063383-4FB8-4604-8B4A-596C64CC5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50424" y="685799"/>
            <a:ext cx="1752599" cy="1752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43608CF-93FD-4CD9-9FFE-6555A076F442}"/>
              </a:ext>
            </a:extLst>
          </p:cNvPr>
          <p:cNvGrpSpPr/>
          <p:nvPr/>
        </p:nvGrpSpPr>
        <p:grpSpPr>
          <a:xfrm>
            <a:off x="7703354" y="2438398"/>
            <a:ext cx="4094140" cy="4179657"/>
            <a:chOff x="7703354" y="2438398"/>
            <a:chExt cx="4094140" cy="417965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7196B26-9F32-4065-96EF-51203266C8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03354" y="2438398"/>
              <a:ext cx="4094140" cy="4179657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E32CA46-C816-43F3-986D-BC89E53BCD19}"/>
                </a:ext>
              </a:extLst>
            </p:cNvPr>
            <p:cNvSpPr/>
            <p:nvPr/>
          </p:nvSpPr>
          <p:spPr>
            <a:xfrm>
              <a:off x="7704944" y="3297836"/>
              <a:ext cx="4092315" cy="359764"/>
            </a:xfrm>
            <a:prstGeom prst="rect">
              <a:avLst/>
            </a:prstGeom>
            <a:noFill/>
            <a:ln w="38100">
              <a:solidFill>
                <a:srgbClr val="88D52B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79AE531-8983-443B-B0AF-368EAB237B45}"/>
                </a:ext>
              </a:extLst>
            </p:cNvPr>
            <p:cNvSpPr/>
            <p:nvPr/>
          </p:nvSpPr>
          <p:spPr>
            <a:xfrm>
              <a:off x="7704944" y="4157273"/>
              <a:ext cx="4092315" cy="359764"/>
            </a:xfrm>
            <a:prstGeom prst="rect">
              <a:avLst/>
            </a:prstGeom>
            <a:noFill/>
            <a:ln w="38100">
              <a:solidFill>
                <a:srgbClr val="88D52B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5131751-74BD-4D13-B8D6-D82EB3DECBBB}"/>
              </a:ext>
            </a:extLst>
          </p:cNvPr>
          <p:cNvSpPr/>
          <p:nvPr/>
        </p:nvSpPr>
        <p:spPr>
          <a:xfrm>
            <a:off x="1873770" y="3499602"/>
            <a:ext cx="4222230" cy="1477328"/>
          </a:xfrm>
          <a:prstGeom prst="rect">
            <a:avLst/>
          </a:prstGeom>
          <a:solidFill>
            <a:srgbClr val="1E1E1E"/>
          </a:solidFill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pt-BR" dirty="0">
                <a:solidFill>
                  <a:srgbClr val="B5CEA8"/>
                </a:solidFill>
                <a:latin typeface="Consolas" panose="020B0609020204030204" pitchFamily="49" charset="0"/>
              </a:rPr>
              <a:t>10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= 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'10'</a:t>
            </a:r>
            <a:endParaRPr lang="pt-BR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/>
            </a:r>
            <a:b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</a:br>
            <a:r>
              <a:rPr lang="pt-BR" dirty="0">
                <a:solidFill>
                  <a:srgbClr val="4EC9B0"/>
                </a:solidFill>
                <a:latin typeface="Consolas" panose="020B0609020204030204" pitchFamily="49" charset="0"/>
              </a:rPr>
              <a:t>console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"a == b:"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== 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4EC9B0"/>
                </a:solidFill>
                <a:latin typeface="Consolas" panose="020B0609020204030204" pitchFamily="49" charset="0"/>
              </a:rPr>
              <a:t>console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pt-BR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pt-BR" dirty="0">
                <a:solidFill>
                  <a:srgbClr val="CE9178"/>
                </a:solidFill>
                <a:latin typeface="Consolas" panose="020B0609020204030204" pitchFamily="49" charset="0"/>
              </a:rPr>
              <a:t>"a === b:"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, 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a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 === </a:t>
            </a:r>
            <a:r>
              <a:rPr lang="pt-BR" dirty="0">
                <a:solidFill>
                  <a:srgbClr val="9CDCFE"/>
                </a:solidFill>
                <a:latin typeface="Consolas" panose="020B0609020204030204" pitchFamily="49" charset="0"/>
              </a:rPr>
              <a:t>b</a:t>
            </a:r>
            <a:r>
              <a:rPr lang="pt-BR" dirty="0">
                <a:solidFill>
                  <a:srgbClr val="D4D4D4"/>
                </a:solidFill>
                <a:latin typeface="Consolas" panose="020B0609020204030204" pitchFamily="49" charset="0"/>
              </a:rPr>
              <a:t>)</a:t>
            </a:r>
            <a:endParaRPr lang="pt-BR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185ED8-974A-49A0-8EB2-0B8FCF712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770" y="5178697"/>
            <a:ext cx="1974393" cy="60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269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4306-103B-4E9A-A993-559B893F4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185333"/>
          </a:xfrm>
        </p:spPr>
        <p:txBody>
          <a:bodyPr>
            <a:normAutofit/>
          </a:bodyPr>
          <a:lstStyle/>
          <a:p>
            <a:r>
              <a:rPr lang="en-GB"/>
              <a:t>JS DataTypes</a:t>
            </a:r>
            <a:endParaRPr lang="en-PK" dirty="0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385C0B82-AF31-4D3D-8620-F85CBD0D7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998133"/>
            <a:ext cx="6855356" cy="37930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Number, String, Object </a:t>
            </a:r>
            <a:r>
              <a:rPr lang="en-GB" dirty="0" smtClean="0"/>
              <a:t>etc.</a:t>
            </a:r>
            <a:endParaRPr lang="en-GB" dirty="0"/>
          </a:p>
          <a:p>
            <a:r>
              <a:rPr lang="en-GB" dirty="0"/>
              <a:t>Decimal</a:t>
            </a:r>
          </a:p>
          <a:p>
            <a:pPr marL="457200" lvl="1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var</a:t>
            </a:r>
            <a:r>
              <a:rPr lang="en-GB" dirty="0">
                <a:latin typeface="Consolas" panose="020B0609020204030204" pitchFamily="49" charset="0"/>
              </a:rPr>
              <a:t> x = 15.56</a:t>
            </a:r>
          </a:p>
          <a:p>
            <a:r>
              <a:rPr lang="en-GB" dirty="0"/>
              <a:t>Exponential </a:t>
            </a:r>
          </a:p>
          <a:p>
            <a:pPr marL="457200" lvl="1" indent="0">
              <a:buNone/>
            </a:pPr>
            <a:r>
              <a:rPr lang="en-GB" dirty="0" err="1">
                <a:latin typeface="Consolas" panose="020B0609020204030204" pitchFamily="49" charset="0"/>
              </a:rPr>
              <a:t>var</a:t>
            </a:r>
            <a:r>
              <a:rPr lang="en-GB" dirty="0">
                <a:latin typeface="Consolas" panose="020B0609020204030204" pitchFamily="49" charset="0"/>
              </a:rPr>
              <a:t> x = 10e5</a:t>
            </a:r>
          </a:p>
          <a:p>
            <a:r>
              <a:rPr lang="en-GB" dirty="0"/>
              <a:t>Object 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 person = { </a:t>
            </a:r>
            <a:r>
              <a:rPr lang="en-US" dirty="0" err="1">
                <a:latin typeface="Consolas" panose="020B0609020204030204" pitchFamily="49" charset="0"/>
              </a:rPr>
              <a:t>firstName</a:t>
            </a:r>
            <a:r>
              <a:rPr lang="en-US" dirty="0">
                <a:latin typeface="Consolas" panose="020B0609020204030204" pitchFamily="49" charset="0"/>
              </a:rPr>
              <a:t>:"John", </a:t>
            </a:r>
            <a:r>
              <a:rPr lang="en-US" dirty="0" err="1">
                <a:latin typeface="Consolas" panose="020B0609020204030204" pitchFamily="49" charset="0"/>
              </a:rPr>
              <a:t>lastName</a:t>
            </a:r>
            <a:r>
              <a:rPr lang="en-US" dirty="0">
                <a:latin typeface="Consolas" panose="020B0609020204030204" pitchFamily="49" charset="0"/>
              </a:rPr>
              <a:t>:"Doe", age:50 };</a:t>
            </a:r>
            <a:endParaRPr lang="en-GB" dirty="0">
              <a:latin typeface="Consolas" panose="020B0609020204030204" pitchFamily="49" charset="0"/>
            </a:endParaRPr>
          </a:p>
        </p:txBody>
      </p:sp>
      <p:pic>
        <p:nvPicPr>
          <p:cNvPr id="4" name="Picture 8" descr="Image result for JavaScript png icon">
            <a:extLst>
              <a:ext uri="{FF2B5EF4-FFF2-40B4-BE49-F238E27FC236}">
                <a16:creationId xmlns:a16="http://schemas.microsoft.com/office/drawing/2014/main" id="{F87062DA-F663-4467-993C-1F761FD7E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85907" y="2535331"/>
            <a:ext cx="2717116" cy="271711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174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3918B-A033-4270-A83D-5872EB60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</a:t>
            </a:r>
            <a:r>
              <a:rPr lang="en-GB" dirty="0" err="1">
                <a:latin typeface="Consolas" panose="020B0609020204030204" pitchFamily="49" charset="0"/>
              </a:rPr>
              <a:t>typeof</a:t>
            </a:r>
            <a:r>
              <a:rPr lang="en-GB" dirty="0"/>
              <a:t> Operator</a:t>
            </a:r>
            <a:endParaRPr lang="en-PK" dirty="0">
              <a:latin typeface="Consolas" panose="020B06090202040302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1A538-7FA2-4A01-B4D3-74193A860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33268"/>
            <a:ext cx="10018713" cy="1863780"/>
          </a:xfrm>
        </p:spPr>
        <p:txBody>
          <a:bodyPr/>
          <a:lstStyle/>
          <a:p>
            <a:r>
              <a:rPr lang="en-US" dirty="0"/>
              <a:t>You can use the JavaScript </a:t>
            </a:r>
            <a:r>
              <a:rPr lang="en-US" dirty="0" err="1">
                <a:latin typeface="Consolas" panose="020B0609020204030204" pitchFamily="49" charset="0"/>
              </a:rPr>
              <a:t>typeof</a:t>
            </a:r>
            <a:r>
              <a:rPr lang="en-US" dirty="0"/>
              <a:t> operator to find the type of a JavaScript variable.</a:t>
            </a:r>
          </a:p>
          <a:p>
            <a:r>
              <a:rPr lang="en-US" dirty="0"/>
              <a:t>The </a:t>
            </a:r>
            <a:r>
              <a:rPr lang="en-US" dirty="0" err="1">
                <a:latin typeface="Consolas" panose="020B0609020204030204" pitchFamily="49" charset="0"/>
              </a:rPr>
              <a:t>typeof</a:t>
            </a:r>
            <a:r>
              <a:rPr lang="en-US" dirty="0"/>
              <a:t> operator returns the type of a variable or an expression:</a:t>
            </a:r>
          </a:p>
          <a:p>
            <a:endParaRPr lang="en-PK" dirty="0"/>
          </a:p>
        </p:txBody>
      </p:sp>
      <p:pic>
        <p:nvPicPr>
          <p:cNvPr id="6" name="Picture 8" descr="Image result for JavaScript png icon">
            <a:extLst>
              <a:ext uri="{FF2B5EF4-FFF2-40B4-BE49-F238E27FC236}">
                <a16:creationId xmlns:a16="http://schemas.microsoft.com/office/drawing/2014/main" id="{1CB36C98-CABB-4342-83AA-A9E94D51F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50424" y="685799"/>
            <a:ext cx="1752599" cy="1752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57F5C4D-6CFA-499E-B9C8-CC3EBF973B5C}"/>
              </a:ext>
            </a:extLst>
          </p:cNvPr>
          <p:cNvSpPr/>
          <p:nvPr/>
        </p:nvSpPr>
        <p:spPr>
          <a:xfrm>
            <a:off x="1803817" y="4694950"/>
            <a:ext cx="4806845" cy="830997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         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"string"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"John"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"string"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"John Doe"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"string"</a:t>
            </a:r>
            <a:endParaRPr lang="en-PK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53EE4E-DCAA-4243-8CEC-D41B1FB1941E}"/>
              </a:ext>
            </a:extLst>
          </p:cNvPr>
          <p:cNvSpPr/>
          <p:nvPr/>
        </p:nvSpPr>
        <p:spPr>
          <a:xfrm>
            <a:off x="6930169" y="4675814"/>
            <a:ext cx="4800599" cy="1323439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          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"number"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314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"number"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3.14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"number"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           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"number"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+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       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"number"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2987631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4C43E-7B79-4617-AAC0-D7F18D22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</a:t>
            </a:r>
            <a:r>
              <a:rPr lang="en-GB" dirty="0">
                <a:latin typeface="Consolas" panose="020B0609020204030204" pitchFamily="49" charset="0"/>
              </a:rPr>
              <a:t>undefined</a:t>
            </a:r>
            <a:r>
              <a:rPr lang="en-GB" dirty="0"/>
              <a:t> vs </a:t>
            </a:r>
            <a:r>
              <a:rPr lang="en-GB" dirty="0">
                <a:latin typeface="Consolas" panose="020B0609020204030204" pitchFamily="49" charset="0"/>
              </a:rPr>
              <a:t>null</a:t>
            </a:r>
            <a:endParaRPr lang="en-PK" dirty="0">
              <a:latin typeface="Consolas" panose="020B0609020204030204" pitchFamily="49" charset="0"/>
            </a:endParaRP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71D729C7-3D7A-484A-9B77-BDB053B38A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4310" y="2666999"/>
          <a:ext cx="10018713" cy="2384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8" descr="Image result for JavaScript png icon">
            <a:extLst>
              <a:ext uri="{FF2B5EF4-FFF2-40B4-BE49-F238E27FC236}">
                <a16:creationId xmlns:a16="http://schemas.microsoft.com/office/drawing/2014/main" id="{EFD2FCFE-CCB4-43C6-B1AB-C80AC20B1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50424" y="685799"/>
            <a:ext cx="1752599" cy="1752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56EDE40-B16D-47BF-8976-0DAFB0702F48}"/>
              </a:ext>
            </a:extLst>
          </p:cNvPr>
          <p:cNvSpPr/>
          <p:nvPr/>
        </p:nvSpPr>
        <p:spPr>
          <a:xfrm>
            <a:off x="3550170" y="5175354"/>
            <a:ext cx="509165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undefined       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undefined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object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=== undefined     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false</a:t>
            </a:r>
            <a:b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== undefined          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true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34344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1072C-DCDC-463F-8D7D-F994A5884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Primitive Data</a:t>
            </a:r>
            <a:endParaRPr lang="en-PK" dirty="0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34377B5F-F627-2DEE-5BCB-F0AD65AC47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8" descr="Image result for JavaScript png icon">
            <a:extLst>
              <a:ext uri="{FF2B5EF4-FFF2-40B4-BE49-F238E27FC236}">
                <a16:creationId xmlns:a16="http://schemas.microsoft.com/office/drawing/2014/main" id="{C5734C97-2F4E-424D-B23C-1149A7067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50424" y="685799"/>
            <a:ext cx="1752599" cy="1752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7704118-92C8-4D92-BCAF-F226BDDB77F6}"/>
              </a:ext>
            </a:extLst>
          </p:cNvPr>
          <p:cNvSpPr/>
          <p:nvPr/>
        </p:nvSpPr>
        <p:spPr>
          <a:xfrm>
            <a:off x="4846822" y="5002649"/>
            <a:ext cx="697838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"John"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"string"</a:t>
            </a:r>
            <a:b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3.14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"number"</a:t>
            </a:r>
            <a:b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boolean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b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false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</a:t>
            </a:r>
            <a:r>
              <a:rPr lang="en-US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boolean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"</a:t>
            </a:r>
            <a:b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4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x                  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"undefined" (if x has no value)</a:t>
            </a:r>
            <a:endParaRPr lang="en-PK" sz="1400" dirty="0"/>
          </a:p>
        </p:txBody>
      </p:sp>
    </p:spTree>
    <p:extLst>
      <p:ext uri="{BB962C8B-B14F-4D97-AF65-F5344CB8AC3E}">
        <p14:creationId xmlns:p14="http://schemas.microsoft.com/office/powerpoint/2010/main" val="1921942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8990D-D505-4A3F-A94F-D4D99DF4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Complex Data</a:t>
            </a:r>
            <a:endParaRPr lang="en-PK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7203CEC-825E-FF33-29BC-F8692109850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4310" y="2666999"/>
          <a:ext cx="10018713" cy="2459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8" descr="Image result for JavaScript png icon">
            <a:extLst>
              <a:ext uri="{FF2B5EF4-FFF2-40B4-BE49-F238E27FC236}">
                <a16:creationId xmlns:a16="http://schemas.microsoft.com/office/drawing/2014/main" id="{BA7CE1FF-B5EB-4871-9482-3E7E7E3D2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50424" y="685799"/>
            <a:ext cx="1752599" cy="1752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4328911-767E-4158-A589-3E6ECCB7B64B}"/>
              </a:ext>
            </a:extLst>
          </p:cNvPr>
          <p:cNvSpPr/>
          <p:nvPr/>
        </p:nvSpPr>
        <p:spPr>
          <a:xfrm>
            <a:off x="2491149" y="5355236"/>
            <a:ext cx="901187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{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name:</a:t>
            </a:r>
            <a:r>
              <a:rPr lang="en-US" sz="1600" dirty="0" err="1">
                <a:solidFill>
                  <a:srgbClr val="A52A2A"/>
                </a:solidFill>
                <a:latin typeface="Consolas" panose="020B0609020204030204" pitchFamily="49" charset="0"/>
              </a:rPr>
              <a:t>'John</a:t>
            </a:r>
            <a:r>
              <a:rPr lang="en-US" sz="1600" dirty="0">
                <a:solidFill>
                  <a:srgbClr val="A52A2A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age: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"object"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[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            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"object" (arrays are objects)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 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"object"</a:t>
            </a:r>
            <a:b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CD"/>
                </a:solidFill>
                <a:latin typeface="Consolas" panose="020B0609020204030204" pitchFamily="49" charset="0"/>
              </a:rPr>
              <a:t>typeof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myFunc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(){}   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</a:rPr>
              <a:t>// Returns "function"</a:t>
            </a:r>
            <a:endParaRPr lang="en-PK" sz="1600" dirty="0"/>
          </a:p>
        </p:txBody>
      </p:sp>
    </p:spTree>
    <p:extLst>
      <p:ext uri="{BB962C8B-B14F-4D97-AF65-F5344CB8AC3E}">
        <p14:creationId xmlns:p14="http://schemas.microsoft.com/office/powerpoint/2010/main" val="2906359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A88B0-CC2F-4896-94A0-7C7F8558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ES6 Variables</a:t>
            </a:r>
            <a:endParaRPr lang="en-PK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EDE6777-5180-4691-802C-2C66B6F2C3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4609610"/>
              </p:ext>
            </p:extLst>
          </p:nvPr>
        </p:nvGraphicFramePr>
        <p:xfrm>
          <a:off x="2518348" y="2921832"/>
          <a:ext cx="7685241" cy="2594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39">
                  <a:extLst>
                    <a:ext uri="{9D8B030D-6E8A-4147-A177-3AD203B41FA5}">
                      <a16:colId xmlns:a16="http://schemas.microsoft.com/office/drawing/2014/main" val="642197603"/>
                    </a:ext>
                  </a:extLst>
                </a:gridCol>
                <a:gridCol w="1645792">
                  <a:extLst>
                    <a:ext uri="{9D8B030D-6E8A-4147-A177-3AD203B41FA5}">
                      <a16:colId xmlns:a16="http://schemas.microsoft.com/office/drawing/2014/main" val="3093823075"/>
                    </a:ext>
                  </a:extLst>
                </a:gridCol>
                <a:gridCol w="1385800">
                  <a:extLst>
                    <a:ext uri="{9D8B030D-6E8A-4147-A177-3AD203B41FA5}">
                      <a16:colId xmlns:a16="http://schemas.microsoft.com/office/drawing/2014/main" val="4278664829"/>
                    </a:ext>
                  </a:extLst>
                </a:gridCol>
                <a:gridCol w="1921310">
                  <a:extLst>
                    <a:ext uri="{9D8B030D-6E8A-4147-A177-3AD203B41FA5}">
                      <a16:colId xmlns:a16="http://schemas.microsoft.com/office/drawing/2014/main" val="2953791944"/>
                    </a:ext>
                  </a:extLst>
                </a:gridCol>
              </a:tblGrid>
              <a:tr h="682776">
                <a:tc>
                  <a:txBody>
                    <a:bodyPr/>
                    <a:lstStyle/>
                    <a:p>
                      <a:endParaRPr lang="en-PK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onsolas" panose="020B0609020204030204" pitchFamily="49" charset="0"/>
                        </a:rPr>
                        <a:t>var</a:t>
                      </a:r>
                      <a:endParaRPr lang="en-PK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latin typeface="Consolas" panose="020B0609020204030204" pitchFamily="49" charset="0"/>
                        </a:rPr>
                        <a:t>let</a:t>
                      </a:r>
                      <a:endParaRPr lang="en-PK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latin typeface="Consolas" panose="020B0609020204030204" pitchFamily="49" charset="0"/>
                        </a:rPr>
                        <a:t>const</a:t>
                      </a:r>
                      <a:endParaRPr lang="en-PK" sz="24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146629"/>
                  </a:ext>
                </a:extLst>
              </a:tr>
              <a:tr h="682776">
                <a:tc>
                  <a:txBody>
                    <a:bodyPr/>
                    <a:lstStyle/>
                    <a:p>
                      <a:r>
                        <a:rPr lang="en-GB" sz="2400" dirty="0"/>
                        <a:t>Scope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Function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Block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Block</a:t>
                      </a:r>
                      <a:endParaRPr lang="en-P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720543"/>
                  </a:ext>
                </a:extLst>
              </a:tr>
              <a:tr h="1228996">
                <a:tc>
                  <a:txBody>
                    <a:bodyPr/>
                    <a:lstStyle/>
                    <a:p>
                      <a:r>
                        <a:rPr lang="en-GB" sz="2400" dirty="0"/>
                        <a:t>Can change value after creation?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Yes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Yes</a:t>
                      </a:r>
                      <a:endParaRPr lang="en-PK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No</a:t>
                      </a:r>
                      <a:endParaRPr lang="en-PK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784087"/>
                  </a:ext>
                </a:extLst>
              </a:tr>
            </a:tbl>
          </a:graphicData>
        </a:graphic>
      </p:graphicFrame>
      <p:pic>
        <p:nvPicPr>
          <p:cNvPr id="6" name="Picture 8" descr="Image result for JavaScript png icon">
            <a:extLst>
              <a:ext uri="{FF2B5EF4-FFF2-40B4-BE49-F238E27FC236}">
                <a16:creationId xmlns:a16="http://schemas.microsoft.com/office/drawing/2014/main" id="{0F7B6379-9225-4536-AAD3-869EC7CA9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50424" y="685799"/>
            <a:ext cx="1752599" cy="17525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067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3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dirty="0"/>
              <a:t>Variables:</a:t>
            </a:r>
            <a:endParaRPr sz="3300" dirty="0"/>
          </a:p>
        </p:txBody>
      </p:sp>
      <p:sp>
        <p:nvSpPr>
          <p:cNvPr id="227" name="Google Shape;227;p2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28" name="Google Shape;228;p2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13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29" name="Google Shape;229;p28"/>
          <p:cNvSpPr txBox="1"/>
          <p:nvPr/>
        </p:nvSpPr>
        <p:spPr>
          <a:xfrm>
            <a:off x="1142470" y="3034579"/>
            <a:ext cx="97290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Camel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Case: In this naming convention you should write the first word all lowercase and then the next words first letter should be capital.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8"/>
          <p:cNvSpPr txBox="1"/>
          <p:nvPr/>
        </p:nvSpPr>
        <p:spPr>
          <a:xfrm>
            <a:off x="1426675" y="5172780"/>
            <a:ext cx="95982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full_name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1386775" y="3602541"/>
            <a:ext cx="9598200" cy="36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fullName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1142470" y="4488595"/>
            <a:ext cx="972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Snake Case: In this naming convention you should write the first word in lowercase followed by a underscore and then second word. If there are more than two words use underscore between every word.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221;p27"/>
          <p:cNvSpPr txBox="1"/>
          <p:nvPr/>
        </p:nvSpPr>
        <p:spPr>
          <a:xfrm>
            <a:off x="1386775" y="1223319"/>
            <a:ext cx="3345863" cy="16619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 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FC1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3.14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 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74946" y="384213"/>
            <a:ext cx="2286000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var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 x = 10;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// Here x is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?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{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var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 x = 2;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// Here x is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?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}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// Here x is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76618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76618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081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Points to </a:t>
            </a:r>
            <a:r>
              <a:rPr lang="en-US" b="1" dirty="0" smtClean="0"/>
              <a:t>Remember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Variables </a:t>
            </a:r>
            <a:r>
              <a:rPr lang="en-US" dirty="0"/>
              <a:t>should be initialized before accessing it. Unassigned variable has value undefined.</a:t>
            </a:r>
          </a:p>
          <a:p>
            <a:r>
              <a:rPr lang="en-US" dirty="0"/>
              <a:t>JavaScript is a loosely-typed language, so a variable can store any type value</a:t>
            </a:r>
            <a:r>
              <a:rPr lang="en-US" dirty="0" smtClean="0"/>
              <a:t>.</a:t>
            </a:r>
          </a:p>
          <a:p>
            <a:r>
              <a:rPr lang="en-US" dirty="0"/>
              <a:t>let and </a:t>
            </a:r>
            <a:r>
              <a:rPr lang="en-US" dirty="0" err="1"/>
              <a:t>const</a:t>
            </a:r>
            <a:r>
              <a:rPr lang="en-US" dirty="0"/>
              <a:t> have block scope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let and </a:t>
            </a:r>
            <a:r>
              <a:rPr lang="en-US" dirty="0" err="1"/>
              <a:t>const</a:t>
            </a:r>
            <a:r>
              <a:rPr lang="en-US" dirty="0"/>
              <a:t> can not be </a:t>
            </a:r>
            <a:r>
              <a:rPr lang="en-US" dirty="0" err="1"/>
              <a:t>redeclared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let and </a:t>
            </a:r>
            <a:r>
              <a:rPr lang="en-US" dirty="0" err="1"/>
              <a:t>const</a:t>
            </a:r>
            <a:r>
              <a:rPr lang="en-US" dirty="0"/>
              <a:t> must be declared before </a:t>
            </a:r>
            <a:r>
              <a:rPr lang="en-US" dirty="0" smtClean="0"/>
              <a:t>use</a:t>
            </a:r>
            <a:r>
              <a:rPr lang="en-US" b="1" dirty="0" smtClean="0"/>
              <a:t>(</a:t>
            </a:r>
            <a:r>
              <a:rPr lang="en-US" dirty="0"/>
              <a:t>not hoisted</a:t>
            </a:r>
            <a:r>
              <a:rPr lang="en-US" b="1" dirty="0" smtClean="0"/>
              <a:t>).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8459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598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b="1" dirty="0" smtClean="0"/>
              <a:t>JavaScript with HTML</a:t>
            </a:r>
            <a:endParaRPr sz="3300" b="1" dirty="0"/>
          </a:p>
        </p:txBody>
      </p:sp>
      <p:sp>
        <p:nvSpPr>
          <p:cNvPr id="256" name="Google Shape;256;p3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57" name="Google Shape;257;p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15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58" name="Google Shape;258;p31"/>
          <p:cNvSpPr txBox="1"/>
          <p:nvPr/>
        </p:nvSpPr>
        <p:spPr>
          <a:xfrm>
            <a:off x="838199" y="1242589"/>
            <a:ext cx="10418805" cy="486283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&lt;!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DOCTYPE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lang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Our Main Page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link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"stylesheet"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href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"style.css"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head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"text"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"name"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numOne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"0"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/&gt;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/&gt;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"text"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"name"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numTwo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"0"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/&gt;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/&gt;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button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"button"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onclick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()"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button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div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id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"result"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&gt;&lt;/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div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script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"main.js"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&gt;&lt;/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script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body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&lt;/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html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&gt;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6269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4800"/>
            </a:pPr>
            <a:r>
              <a:rPr lang="en-US" sz="3300" b="1" dirty="0"/>
              <a:t>Example</a:t>
            </a:r>
            <a:endParaRPr sz="3300" dirty="0"/>
          </a:p>
        </p:txBody>
      </p:sp>
      <p:sp>
        <p:nvSpPr>
          <p:cNvPr id="264" name="Google Shape;264;p3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65" name="Google Shape;265;p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16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66" name="Google Shape;266;p32"/>
          <p:cNvSpPr txBox="1"/>
          <p:nvPr/>
        </p:nvSpPr>
        <p:spPr>
          <a:xfrm>
            <a:off x="1097275" y="1441701"/>
            <a:ext cx="100974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 you main.js make function add() which will be called when we click the button.  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2"/>
          <p:cNvSpPr txBox="1"/>
          <p:nvPr/>
        </p:nvSpPr>
        <p:spPr>
          <a:xfrm>
            <a:off x="1231825" y="2113936"/>
            <a:ext cx="9828300" cy="203129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function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add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(){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numOne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document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getElementById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numOne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numTwo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document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getElementById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numTwo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result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parseInt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numOne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 +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parseInt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numTwo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document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getElementById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"result"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).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innerHTML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“Result “+ result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8050" y="4649875"/>
            <a:ext cx="3476625" cy="1638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912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756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dirty="0"/>
              <a:t>Conditional Statement:</a:t>
            </a:r>
            <a:endParaRPr sz="3300" dirty="0"/>
          </a:p>
        </p:txBody>
      </p:sp>
      <p:sp>
        <p:nvSpPr>
          <p:cNvPr id="283" name="Google Shape;283;p3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84" name="Google Shape;284;p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17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86" name="Google Shape;286;p34"/>
          <p:cNvSpPr txBox="1"/>
          <p:nvPr/>
        </p:nvSpPr>
        <p:spPr>
          <a:xfrm>
            <a:off x="1039331" y="1887936"/>
            <a:ext cx="9828300" cy="363173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// if(condition){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//     code to run if the condition is true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// }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// else{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//     code to run if the condition is false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// }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1996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650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dirty="0"/>
              <a:t>Conditional Statement:</a:t>
            </a:r>
            <a:endParaRPr sz="3300" dirty="0"/>
          </a:p>
        </p:txBody>
      </p:sp>
      <p:sp>
        <p:nvSpPr>
          <p:cNvPr id="302" name="Google Shape;302;p3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03" name="Google Shape;303;p3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18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04" name="Google Shape;304;p36"/>
          <p:cNvSpPr txBox="1"/>
          <p:nvPr/>
        </p:nvSpPr>
        <p:spPr>
          <a:xfrm>
            <a:off x="1135550" y="1357894"/>
            <a:ext cx="9828300" cy="2586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condition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){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code to run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the condition 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true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}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condition2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){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code to run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the condition2 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true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}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else if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contidion3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){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code to run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the condition3 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true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}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{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code to run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if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the condition 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false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}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1135550" y="4519950"/>
            <a:ext cx="1115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We care going to change the previous example and incorporate the if … else statement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1135550" y="3955150"/>
            <a:ext cx="9828300" cy="221596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numOne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document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getElementById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numOne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numTwo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document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getElementById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numTwo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).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value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result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parseInt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numOne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 +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parseInt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numTwo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if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result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10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){</a:t>
            </a:r>
            <a:endParaRPr kumimoji="0" sz="1200" b="0" i="0" u="none" strike="noStrike" kern="1200" cap="none" spc="0" normalizeH="0" baseline="0" noProof="0" dirty="0" smtClean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document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getElementById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"result"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).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innerHTML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result;</a:t>
            </a:r>
            <a:endParaRPr kumimoji="0" sz="1200" b="0" i="0" u="none" strike="noStrike" kern="1200" cap="none" spc="0" normalizeH="0" baseline="0" noProof="0" dirty="0" smtClean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}</a:t>
            </a:r>
            <a:endParaRPr kumimoji="0" sz="1200" b="0" i="0" u="none" strike="noStrike" kern="1200" cap="none" spc="0" normalizeH="0" baseline="0" noProof="0" dirty="0" smtClean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{</a:t>
            </a:r>
            <a:endParaRPr kumimoji="0" sz="1200" b="0" i="0" u="none" strike="noStrike" kern="1200" cap="none" spc="0" normalizeH="0" baseline="0" noProof="0" dirty="0" smtClean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document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getElementById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"result"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).</a:t>
            </a: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innerHTML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“less than 10”;</a:t>
            </a:r>
            <a:endParaRPr kumimoji="0" sz="1200" b="0" i="0" u="none" strike="noStrike" kern="1200" cap="none" spc="0" normalizeH="0" baseline="0" noProof="0" dirty="0" smtClean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}</a:t>
            </a:r>
            <a:endParaRPr kumimoji="0" sz="1200" b="0" i="0" u="none" strike="noStrike" kern="1200" cap="none" spc="0" normalizeH="0" baseline="0" noProof="0" dirty="0" smtClean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C586C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965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996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lnSpc>
                <a:spcPct val="85000"/>
              </a:lnSpc>
              <a:spcBef>
                <a:spcPts val="0"/>
              </a:spcBef>
              <a:buClr>
                <a:schemeClr val="dk1"/>
              </a:buClr>
              <a:buSzPts val="4800"/>
            </a:pPr>
            <a:r>
              <a:rPr lang="en-US" sz="3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nested if</a:t>
            </a:r>
            <a:endParaRPr sz="3300" dirty="0"/>
          </a:p>
        </p:txBody>
      </p:sp>
      <p:sp>
        <p:nvSpPr>
          <p:cNvPr id="323" name="Google Shape;323;p3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24" name="Google Shape;324;p3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19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28" name="Google Shape;328;p38"/>
          <p:cNvSpPr txBox="1"/>
          <p:nvPr/>
        </p:nvSpPr>
        <p:spPr>
          <a:xfrm>
            <a:off x="838200" y="1931059"/>
            <a:ext cx="9828300" cy="40626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condition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){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if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condition2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){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This code will run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condition is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true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and then condition2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is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true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}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}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{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This code will run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condition is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false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}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5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dirty="0" smtClean="0"/>
              <a:t>Switch </a:t>
            </a:r>
            <a:r>
              <a:rPr lang="en-US" sz="3300" dirty="0"/>
              <a:t>Statement:</a:t>
            </a:r>
            <a:endParaRPr sz="3300" dirty="0"/>
          </a:p>
        </p:txBody>
      </p:sp>
      <p:sp>
        <p:nvSpPr>
          <p:cNvPr id="334" name="Google Shape;334;p3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35" name="Google Shape;335;p3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20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336" name="Google Shape;336;p39"/>
          <p:cNvSpPr txBox="1"/>
          <p:nvPr/>
        </p:nvSpPr>
        <p:spPr>
          <a:xfrm>
            <a:off x="1097275" y="1895550"/>
            <a:ext cx="92364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For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cases where you just want to set a variable to a certain choice of value or print out a particular statement depending on a condition, the syntax can be a bit cumbersome, especially if you've got a large number of choices.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 such a case, we use switch statements.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hey take a single expression/value as an input, and then look through a number of choices until they find one that matches that value, executing the corresponding code that goes along with it.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346;p40"/>
          <p:cNvSpPr txBox="1"/>
          <p:nvPr/>
        </p:nvSpPr>
        <p:spPr>
          <a:xfrm>
            <a:off x="1097275" y="3372847"/>
            <a:ext cx="9828300" cy="341629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var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 {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alert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1400" dirty="0" smtClean="0">
                <a:solidFill>
                  <a:srgbClr val="B5CEA8"/>
                </a:solidFill>
                <a:latin typeface="Arial"/>
                <a:ea typeface="Arial"/>
                <a:cs typeface="Arial"/>
                <a:sym typeface="Arial"/>
              </a:rPr>
              <a:t>“1”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  break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alert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  break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// include as many cases as you like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: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alert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"This is default case"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}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C586C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484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638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dirty="0" smtClean="0"/>
              <a:t>String </a:t>
            </a:r>
            <a:r>
              <a:rPr lang="en-US" sz="3300" dirty="0" err="1" smtClean="0"/>
              <a:t>Concat</a:t>
            </a:r>
            <a:endParaRPr sz="3300" dirty="0"/>
          </a:p>
        </p:txBody>
      </p:sp>
      <p:sp>
        <p:nvSpPr>
          <p:cNvPr id="179" name="Google Shape;179;p2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80" name="Google Shape;180;p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21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1350150" y="1281573"/>
            <a:ext cx="9805500" cy="132340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"This is a string"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'Here is another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exapmle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of String'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'This is an String object.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'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document.getElementById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(“test").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innerHTML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z;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	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4"/>
          <p:cNvSpPr txBox="1"/>
          <p:nvPr/>
        </p:nvSpPr>
        <p:spPr>
          <a:xfrm>
            <a:off x="1329025" y="2726091"/>
            <a:ext cx="9805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String primitives and string objects can be used interchangeably in most situations.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There different way you can join two or more than two string. 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This is also known as concatenation.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4"/>
          <p:cNvSpPr txBox="1"/>
          <p:nvPr/>
        </p:nvSpPr>
        <p:spPr>
          <a:xfrm>
            <a:off x="1329025" y="4246884"/>
            <a:ext cx="9805500" cy="46163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newString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+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y;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4"/>
          <p:cNvSpPr txBox="1"/>
          <p:nvPr/>
        </p:nvSpPr>
        <p:spPr>
          <a:xfrm>
            <a:off x="1350150" y="4847000"/>
            <a:ext cx="9805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You can concatenate two or more string with + operator. For strings + will join two strings.</a:t>
            </a: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Or you can use concat() which joins two or more strings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1329025" y="5490413"/>
            <a:ext cx="9805500" cy="46163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newString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x.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concat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9CDCF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685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7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dirty="0" smtClean="0"/>
              <a:t>String get specific character</a:t>
            </a:r>
            <a:endParaRPr sz="3300" dirty="0"/>
          </a:p>
        </p:txBody>
      </p:sp>
      <p:sp>
        <p:nvSpPr>
          <p:cNvPr id="193" name="Google Shape;193;p2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94" name="Google Shape;194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22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95" name="Google Shape;195;p25"/>
          <p:cNvSpPr txBox="1"/>
          <p:nvPr/>
        </p:nvSpPr>
        <p:spPr>
          <a:xfrm>
            <a:off x="1302475" y="1860515"/>
            <a:ext cx="9805500" cy="46163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newString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[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0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]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1275775" y="2479016"/>
            <a:ext cx="9805500" cy="43085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letter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newString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charAt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9CDCFE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5"/>
          <p:cNvSpPr txBox="1"/>
          <p:nvPr/>
        </p:nvSpPr>
        <p:spPr>
          <a:xfrm>
            <a:off x="1057176" y="4054930"/>
            <a:ext cx="9805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To find out the length you can use </a:t>
            </a: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length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1275775" y="4446248"/>
            <a:ext cx="9805500" cy="492412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newString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length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827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87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dirty="0" smtClean="0"/>
              <a:t>String replace…</a:t>
            </a:r>
            <a:endParaRPr sz="3300" dirty="0"/>
          </a:p>
        </p:txBody>
      </p:sp>
      <p:sp>
        <p:nvSpPr>
          <p:cNvPr id="209" name="Google Shape;209;p2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10" name="Google Shape;210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23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13" name="Google Shape;213;p26"/>
          <p:cNvSpPr txBox="1"/>
          <p:nvPr/>
        </p:nvSpPr>
        <p:spPr>
          <a:xfrm>
            <a:off x="1142900" y="1998673"/>
            <a:ext cx="1011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The replace() method replaces a specified value with another value in a string: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1296500" y="2509031"/>
            <a:ext cx="9805500" cy="73863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"Lets complete this task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tommorow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newText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text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replace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"complete"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finsh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);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1296500" y="3768523"/>
            <a:ext cx="9805500" cy="67707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newTextUpper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text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toUpperCase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()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newTextLower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text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toLowerCase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()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6"/>
          <p:cNvSpPr txBox="1"/>
          <p:nvPr/>
        </p:nvSpPr>
        <p:spPr>
          <a:xfrm>
            <a:off x="1142900" y="4823629"/>
            <a:ext cx="922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The trim() method removes whitespace from both sides of a string.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6"/>
          <p:cNvSpPr txBox="1"/>
          <p:nvPr/>
        </p:nvSpPr>
        <p:spPr>
          <a:xfrm>
            <a:off x="1350175" y="5366403"/>
            <a:ext cx="9805500" cy="46163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newTextTrim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text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trim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634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3300" dirty="0" smtClean="0"/>
              <a:t>String split</a:t>
            </a:r>
            <a:endParaRPr sz="3300" dirty="0"/>
          </a:p>
        </p:txBody>
      </p:sp>
      <p:sp>
        <p:nvSpPr>
          <p:cNvPr id="224" name="Google Shape;224;p2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25" name="Google Shape;225;p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24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1296500" y="3658402"/>
            <a:ext cx="9805500" cy="67707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text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  Lets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complete,this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task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tommorow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 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newtext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text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.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CDCAA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split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","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1097275" y="2919502"/>
            <a:ext cx="98589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 string can be converted to an array with the split() method.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If the separator is omitted, the returned array will contain the whole string in index [0].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04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Char char="●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If the separator is "", the returned array will be an array of single characters: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7742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Logical Operator: </a:t>
            </a:r>
            <a:endParaRPr/>
          </a:p>
        </p:txBody>
      </p:sp>
      <p:sp>
        <p:nvSpPr>
          <p:cNvPr id="246" name="Google Shape;246;p29"/>
          <p:cNvSpPr txBox="1">
            <a:spLocks noGrp="1"/>
          </p:cNvSpPr>
          <p:nvPr>
            <p:ph idx="1"/>
          </p:nvPr>
        </p:nvSpPr>
        <p:spPr>
          <a:xfrm>
            <a:off x="1066800" y="2140783"/>
            <a:ext cx="10058400" cy="3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Logical operators very same as used in other languages.</a:t>
            </a:r>
            <a:endParaRPr/>
          </a:p>
        </p:txBody>
      </p:sp>
      <p:sp>
        <p:nvSpPr>
          <p:cNvPr id="247" name="Google Shape;247;p2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48" name="Google Shape;248;p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25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249" name="Google Shape;249;p29"/>
          <p:cNvGraphicFramePr/>
          <p:nvPr/>
        </p:nvGraphicFramePr>
        <p:xfrm>
          <a:off x="6857125" y="2083725"/>
          <a:ext cx="4298550" cy="113550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137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&amp;&amp;</a:t>
                      </a:r>
                      <a:endParaRPr sz="115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52400" marR="76200" marT="76200" marB="76200"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logical and</a:t>
                      </a:r>
                      <a:endParaRPr sz="115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76200" marR="76200" marT="76200" marB="76200"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||</a:t>
                      </a:r>
                      <a:endParaRPr sz="115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52400" marR="762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logical or</a:t>
                      </a:r>
                      <a:endParaRPr sz="115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76200" marR="762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!</a:t>
                      </a:r>
                      <a:endParaRPr sz="115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152400" marR="76200" marT="76200" marB="76200"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n-US" sz="1150" u="none" strike="noStrike" cap="none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logical not</a:t>
                      </a:r>
                      <a:endParaRPr sz="1150" u="none" strike="noStrike" cap="non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76200" marR="76200" marT="76200" marB="76200"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1" name="Google Shape;251;p29"/>
          <p:cNvSpPr txBox="1"/>
          <p:nvPr/>
        </p:nvSpPr>
        <p:spPr>
          <a:xfrm>
            <a:off x="1066800" y="3612023"/>
            <a:ext cx="9805500" cy="110796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 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x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8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&amp;&amp;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true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 (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x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==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||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==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false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i</a:t>
            </a:r>
            <a:r>
              <a: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 !(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==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)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9CDCFE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is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 true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569CD6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65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551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dirty="0"/>
              <a:t>Arrays:</a:t>
            </a:r>
            <a:endParaRPr dirty="0"/>
          </a:p>
        </p:txBody>
      </p:sp>
      <p:sp>
        <p:nvSpPr>
          <p:cNvPr id="257" name="Google Shape;257;p3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58" name="Google Shape;258;p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26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259" name="Google Shape;259;p30"/>
          <p:cNvGraphicFramePr/>
          <p:nvPr>
            <p:extLst/>
          </p:nvPr>
        </p:nvGraphicFramePr>
        <p:xfrm>
          <a:off x="1066800" y="1556952"/>
          <a:ext cx="10287000" cy="503657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28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3775">
                <a:tc>
                  <a:txBody>
                    <a:bodyPr/>
                    <a:lstStyle/>
                    <a:p>
                      <a:pPr marL="152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None/>
                      </a:pPr>
                      <a:endParaRPr sz="18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2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16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student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[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"Ali"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16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Jona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"Sarthak"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"Tim"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"Shahid"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16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student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6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new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600" u="none" strike="noStrike" cap="none" dirty="0">
                          <a:solidFill>
                            <a:srgbClr val="4EC9B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Array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"Ali"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16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Jona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"Sarthak"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"Tim"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"Shahid"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800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218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You can access the values by just passing index value in the [] brackets.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Also you can change the element of came index</a:t>
                      </a:r>
                      <a:endParaRPr sz="1600" u="none" strike="noStrike" cap="none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2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</a:t>
                      </a:r>
                      <a:r>
                        <a:rPr lang="en-US" sz="16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</a:t>
                      </a:r>
                      <a:r>
                        <a:rPr lang="en-US" sz="1600" u="none" strike="noStrike" cap="none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en-US" sz="16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</a:t>
                      </a:r>
                      <a:endParaRPr sz="1600" u="none" strike="noStrike" cap="none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</a:t>
                      </a:r>
                      <a:r>
                        <a:rPr lang="en-US" sz="16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</a:t>
                      </a:r>
                      <a:r>
                        <a:rPr lang="en-US" sz="1600" u="none" strike="noStrike" cap="none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6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 = </a:t>
                      </a:r>
                      <a:r>
                        <a:rPr lang="en-US" sz="1600" u="none" strike="noStrike" cap="none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"Adeem"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54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toString() converts an array to a string of (comma separated) array values.</a:t>
                      </a:r>
                      <a:endParaRPr sz="1600" u="none" strike="noStrike" cap="none">
                        <a:solidFill>
                          <a:srgbClr val="9CDC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85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</a:t>
                      </a:r>
                      <a:r>
                        <a:rPr lang="en-US" sz="16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600" u="none" strike="noStrike" cap="none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toString</a:t>
                      </a:r>
                      <a:r>
                        <a:rPr lang="en-US" sz="16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()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218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push() is a method that will add element at the end.</a:t>
                      </a:r>
                      <a:endParaRPr sz="1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pop() is a method that will remove the last element from the array.</a:t>
                      </a:r>
                      <a:endParaRPr sz="1600" u="none" strike="noStrike" cap="none">
                        <a:solidFill>
                          <a:srgbClr val="9CDC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42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</a:t>
                      </a:r>
                      <a:r>
                        <a:rPr lang="en-US" sz="16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.push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"Anish"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6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6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</a:t>
                      </a:r>
                      <a:r>
                        <a:rPr lang="en-US" sz="1600" u="none" strike="noStrike" cap="none" dirty="0" err="1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.push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16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Jona</a:t>
                      </a:r>
                      <a:r>
                        <a:rPr lang="en-US" sz="16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16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6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4184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Arrays:</a:t>
            </a:r>
            <a:endParaRPr/>
          </a:p>
        </p:txBody>
      </p:sp>
      <p:sp>
        <p:nvSpPr>
          <p:cNvPr id="265" name="Google Shape;265;p3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66" name="Google Shape;266;p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27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267" name="Google Shape;267;p31"/>
          <p:cNvGraphicFramePr/>
          <p:nvPr>
            <p:extLst/>
          </p:nvPr>
        </p:nvGraphicFramePr>
        <p:xfrm>
          <a:off x="1066800" y="1930325"/>
          <a:ext cx="10287000" cy="3779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28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You concatenate two array. By using concat() methods.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20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student1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[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"Ali"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Jona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Sarthak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"Tim"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Shahid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]; </a:t>
                      </a:r>
                      <a:endParaRPr sz="20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20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student2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= [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"Sameen"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"Rashid"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"Sam"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</a:t>
                      </a:r>
                      <a:endParaRPr sz="20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20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20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allStudents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=</a:t>
                      </a:r>
                      <a:r>
                        <a:rPr lang="en-US" sz="20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student1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20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concat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20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student2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2000" u="none" strike="noStrike" cap="none" dirty="0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You can also sort() array in different fashion which can be very handy in different context. 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20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 reverse() method reverses the elements in an array.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20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student1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[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"Ali"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Jona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Sarthak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"Tim"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Shahid</a:t>
                      </a:r>
                      <a:r>
                        <a:rPr lang="en-US" sz="20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]; </a:t>
                      </a:r>
                      <a:endParaRPr sz="20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student1</a:t>
                      </a:r>
                      <a:r>
                        <a:rPr lang="en-US" sz="20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.sort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()</a:t>
                      </a:r>
                      <a:endParaRPr sz="20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student1</a:t>
                      </a:r>
                      <a:r>
                        <a:rPr lang="en-US" sz="20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.reverse</a:t>
                      </a:r>
                      <a:r>
                        <a:rPr lang="en-US" sz="20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()</a:t>
                      </a:r>
                      <a:endParaRPr sz="2000" u="none" strike="noStrike" cap="none" dirty="0">
                        <a:solidFill>
                          <a:srgbClr val="9CDCFE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578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74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dirty="0"/>
              <a:t>Loops:</a:t>
            </a:r>
            <a:endParaRPr dirty="0"/>
          </a:p>
        </p:txBody>
      </p:sp>
      <p:sp>
        <p:nvSpPr>
          <p:cNvPr id="273" name="Google Shape;273;p32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74" name="Google Shape;274;p3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28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275" name="Google Shape;275;p32"/>
          <p:cNvGraphicFramePr/>
          <p:nvPr>
            <p:extLst/>
          </p:nvPr>
        </p:nvGraphicFramePr>
        <p:xfrm>
          <a:off x="1072562" y="1465551"/>
          <a:ext cx="10202075" cy="51277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2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26500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4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Loops  </a:t>
                      </a:r>
                      <a:r>
                        <a:rPr lang="en-US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that we can implement in JavaScript are for, do while, while 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sng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statement:</a:t>
                      </a:r>
                      <a:endParaRPr sz="14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4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for loop repeats until a specified condition evaluates to false. The JavaScript for loop is similar to the Java and C for loop.</a:t>
                      </a:r>
                      <a:endParaRPr sz="14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</a:t>
                      </a:r>
                      <a:r>
                        <a:rPr lang="en-US" sz="14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([</a:t>
                      </a:r>
                      <a:r>
                        <a:rPr lang="en-US" sz="14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initialExpression</a:t>
                      </a:r>
                      <a:r>
                        <a:rPr lang="en-US" sz="14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]; [</a:t>
                      </a:r>
                      <a:r>
                        <a:rPr lang="en-US" sz="14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conditionExpression</a:t>
                      </a:r>
                      <a:r>
                        <a:rPr lang="en-US" sz="14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]; [</a:t>
                      </a:r>
                      <a:r>
                        <a:rPr lang="en-US" sz="14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incrementExpression</a:t>
                      </a:r>
                      <a:r>
                        <a:rPr lang="en-US" sz="1400" u="none" strike="noStrike" cap="none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])</a:t>
                      </a:r>
                      <a:endParaRPr sz="1400" u="none" strike="noStrike" cap="none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statement</a:t>
                      </a:r>
                      <a:endParaRPr sz="1400" u="none" strike="noStrike" cap="none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225"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 a for statement there are three parts. First is to initialize a variable. Second is on what condition it should stop. Third is how much to increment or decrement step. It can also define how long step can be.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1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student1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[</a:t>
                      </a:r>
                      <a:r>
                        <a:rPr lang="en-US" sz="1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"Ali"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</a:t>
                      </a:r>
                      <a:r>
                        <a:rPr lang="en-US" sz="1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1400" u="none" strike="noStrike" cap="none" dirty="0" err="1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Jona</a:t>
                      </a:r>
                      <a:r>
                        <a:rPr lang="en-US" sz="1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1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"Sarthak"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1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"Tim"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, </a:t>
                      </a:r>
                      <a:r>
                        <a:rPr lang="en-US" sz="1400" u="none" strike="noStrike" cap="none" dirty="0">
                          <a:solidFill>
                            <a:srgbClr val="CE917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"Shahid"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];</a:t>
                      </a:r>
                      <a:endParaRPr sz="1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14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var</a:t>
                      </a:r>
                      <a:r>
                        <a:rPr lang="en-US" sz="1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</a:t>
                      </a:r>
                      <a:r>
                        <a:rPr lang="en-US" sz="1400" u="none" strike="noStrike" cap="none" dirty="0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;</a:t>
                      </a:r>
                      <a:r>
                        <a:rPr lang="en-US" sz="1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&lt;</a:t>
                      </a:r>
                      <a:r>
                        <a:rPr lang="en-US" sz="1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</a:t>
                      </a:r>
                      <a:r>
                        <a:rPr lang="en-US" sz="14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4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length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;</a:t>
                      </a:r>
                      <a:r>
                        <a:rPr lang="en-US" sz="1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++){</a:t>
                      </a:r>
                      <a:endParaRPr sz="1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</a:t>
                      </a:r>
                      <a:r>
                        <a:rPr lang="en-US" sz="1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console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4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student1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</a:t>
                      </a:r>
                      <a:r>
                        <a:rPr lang="en-US" sz="1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])</a:t>
                      </a:r>
                      <a:endParaRPr sz="1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1400" u="none" strike="noStrike" cap="none" dirty="0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 in: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this statement you loop over an object </a:t>
                      </a:r>
                      <a:endParaRPr sz="14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 </a:t>
                      </a:r>
                      <a:r>
                        <a:rPr lang="en-US" sz="1400" b="1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</a:t>
                      </a: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keyword followed by parenthesis and inside the parenthesis use a loop variable then </a:t>
                      </a:r>
                      <a:r>
                        <a:rPr lang="en-US" sz="1400" b="1" i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</a:t>
                      </a:r>
                      <a:r>
                        <a:rPr lang="en-US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keyword and then object.</a:t>
                      </a:r>
                      <a:endParaRPr sz="1400" u="none" strike="noStrike" cap="none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1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in</a:t>
                      </a:r>
                      <a:r>
                        <a:rPr lang="en-US" sz="14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object</a:t>
                      </a: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{</a:t>
                      </a:r>
                      <a:endParaRPr sz="1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6A99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// code block to be executed</a:t>
                      </a:r>
                      <a:endParaRPr sz="14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}</a:t>
                      </a:r>
                      <a:endParaRPr sz="14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920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Loops:</a:t>
            </a:r>
            <a:endParaRPr/>
          </a:p>
        </p:txBody>
      </p:sp>
      <p:sp>
        <p:nvSpPr>
          <p:cNvPr id="281" name="Google Shape;281;p3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82" name="Google Shape;282;p3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29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283" name="Google Shape;283;p33"/>
          <p:cNvGraphicFramePr/>
          <p:nvPr>
            <p:extLst/>
          </p:nvPr>
        </p:nvGraphicFramePr>
        <p:xfrm>
          <a:off x="1097263" y="2193400"/>
          <a:ext cx="10202075" cy="38403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2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6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 while statement: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statement repeats until a specified condition evaluates to false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this statement the loop is run first and then the condition is read.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 err="1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 </a:t>
                      </a:r>
                      <a:r>
                        <a:rPr lang="en-US" sz="1200" u="none" strike="noStrike" cap="none" dirty="0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do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{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console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2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}</a:t>
                      </a:r>
                      <a:r>
                        <a:rPr lang="en-US" sz="1200" u="none" strike="noStrike" cap="none" dirty="0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while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&lt; </a:t>
                      </a:r>
                      <a:r>
                        <a:rPr lang="en-US" sz="1200" u="none" strike="noStrike" cap="none" dirty="0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200" u="none" strike="noStrike" cap="none" dirty="0">
                        <a:solidFill>
                          <a:srgbClr val="C586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while loop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statement executes its statements as long as a specified condition evaluates to true.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this condition is read first then the loop is executed.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 err="1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llet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200" u="none" strike="noStrike" cap="none" dirty="0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j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200" u="none" strike="noStrike" cap="none" dirty="0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while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&lt; </a:t>
                      </a:r>
                      <a:r>
                        <a:rPr lang="en-US" sz="1200" u="none" strike="noStrike" cap="none" dirty="0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{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j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+=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1200" u="none" strike="noStrike" cap="none" dirty="0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536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Loops:</a:t>
            </a:r>
            <a:endParaRPr/>
          </a:p>
        </p:txBody>
      </p:sp>
      <p:sp>
        <p:nvSpPr>
          <p:cNvPr id="289" name="Google Shape;289;p3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MEAN</a:t>
            </a: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/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MERN Stack</a:t>
            </a: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290" name="Google Shape;290;p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000"/>
              <a:buFontTx/>
              <a:buNone/>
              <a:tabLst/>
              <a:defRPr/>
            </a:pPr>
            <a:fld id="{00000000-1234-1234-1234-123412341234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90C226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1000"/>
                <a:buFontTx/>
                <a:buNone/>
                <a:tabLst/>
                <a:defRPr/>
              </a:pPr>
              <a:t>30</a:t>
            </a:fld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graphicFrame>
        <p:nvGraphicFramePr>
          <p:cNvPr id="291" name="Google Shape;291;p34"/>
          <p:cNvGraphicFramePr/>
          <p:nvPr>
            <p:extLst/>
          </p:nvPr>
        </p:nvGraphicFramePr>
        <p:xfrm>
          <a:off x="1097263" y="1852375"/>
          <a:ext cx="10202075" cy="4389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20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6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sng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break statement</a:t>
                      </a:r>
                      <a:endParaRPr sz="12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is used to terminate the loop at any given time.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Usually we check a condition then apply break to terminate the loop. This comes in handy in a lot of cases.</a:t>
                      </a:r>
                      <a:endParaRPr sz="12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12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200" u="none" strike="noStrike" cap="none" dirty="0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&lt;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lang="en-US" sz="1200" u="none" strike="noStrike" cap="none" dirty="0" err="1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200" u="none" strike="noStrike" cap="none" dirty="0" err="1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length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++) {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if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] ===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val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{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break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}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1200" u="none" strike="noStrike" cap="none" dirty="0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sng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continue statement</a:t>
                      </a:r>
                      <a:endParaRPr sz="1200" b="1" u="sng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Noto Sans Symbols"/>
                        <a:buChar char="●"/>
                      </a:pPr>
                      <a:r>
                        <a:rPr lang="en-US" sz="12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statement can be used to </a:t>
                      </a:r>
                      <a:r>
                        <a:rPr lang="en-US" sz="1200" u="none" strike="noStrike" cap="none" dirty="0" smtClean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on next iteration.</a:t>
                      </a:r>
                      <a:endParaRPr sz="12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 smtClean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1200" u="none" strike="noStrike" cap="none" dirty="0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200" u="none" strike="noStrike" cap="none" dirty="0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569CD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let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j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en-US" sz="1200" u="none" strike="noStrike" cap="none" dirty="0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nn-NO" sz="1200" u="none" strike="noStrike" cap="none" dirty="0" smtClean="0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</a:t>
                      </a:r>
                      <a:r>
                        <a:rPr lang="nn-NO" sz="12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nn-NO" sz="1200" u="none" strike="noStrike" cap="none" dirty="0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nn-NO" sz="12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 </a:t>
                      </a:r>
                      <a:r>
                        <a:rPr lang="nn-NO" sz="1200" u="none" strike="noStrike" cap="none" dirty="0" smtClean="0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lang="nn-NO" sz="12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r>
                        <a:rPr lang="nn-NO" sz="1200" u="none" strike="noStrike" cap="none" dirty="0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</a:t>
                      </a:r>
                      <a:r>
                        <a:rPr lang="nn-NO" sz="12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&lt;</a:t>
                      </a:r>
                      <a:r>
                        <a:rPr lang="nn-NO" sz="1200" u="none" strike="noStrike" cap="none" dirty="0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x</a:t>
                      </a:r>
                      <a:r>
                        <a:rPr lang="nn-NO" sz="12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nn-NO" sz="1200" u="none" strike="noStrike" cap="none" dirty="0" smtClean="0">
                          <a:solidFill>
                            <a:srgbClr val="4FC1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length</a:t>
                      </a:r>
                      <a:r>
                        <a:rPr lang="nn-NO" sz="12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r>
                        <a:rPr lang="nn-NO" sz="1200" u="none" strike="noStrike" cap="none" dirty="0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</a:t>
                      </a:r>
                      <a:r>
                        <a:rPr lang="nn-NO" sz="1200" u="none" strike="noStrike" cap="none" dirty="0" smtClean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++) {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 smtClean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C586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if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=== </a:t>
                      </a:r>
                      <a:r>
                        <a:rPr lang="en-US" sz="1200" u="none" strike="noStrike" cap="none" dirty="0">
                          <a:solidFill>
                            <a:srgbClr val="B5CEA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 {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6A995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// continue;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}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j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+=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u="none" strike="noStrike" cap="none" dirty="0" err="1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console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en-US" sz="1200" u="none" strike="noStrike" cap="none" dirty="0">
                          <a:solidFill>
                            <a:srgbClr val="DCDCA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lang="en-US" sz="1200" u="none" strike="noStrike" cap="none" dirty="0">
                          <a:solidFill>
                            <a:srgbClr val="9CDCF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</a:t>
                      </a: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endParaRPr sz="1200" u="none" strike="noStrike" cap="none" dirty="0">
                        <a:solidFill>
                          <a:srgbClr val="D4D4D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 dirty="0">
                          <a:solidFill>
                            <a:srgbClr val="D4D4D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1200" u="none" strike="noStrike" cap="none" dirty="0">
                        <a:solidFill>
                          <a:srgbClr val="569CD6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981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917</TotalTime>
  <Words>2097</Words>
  <Application>Microsoft Office PowerPoint</Application>
  <PresentationFormat>Widescreen</PresentationFormat>
  <Paragraphs>346</Paragraphs>
  <Slides>30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Calibri</vt:lpstr>
      <vt:lpstr>Consolas</vt:lpstr>
      <vt:lpstr>Corbel</vt:lpstr>
      <vt:lpstr>Noto Sans Symbols</vt:lpstr>
      <vt:lpstr>Times New Roman</vt:lpstr>
      <vt:lpstr>Trebuchet MS</vt:lpstr>
      <vt:lpstr>Verdana</vt:lpstr>
      <vt:lpstr>Wingdings 3</vt:lpstr>
      <vt:lpstr>Parallax</vt:lpstr>
      <vt:lpstr>Facet</vt:lpstr>
      <vt:lpstr>Introduction to JavaScript</vt:lpstr>
      <vt:lpstr>JavaScript</vt:lpstr>
      <vt:lpstr>JavaScript</vt:lpstr>
      <vt:lpstr>JS Syntax</vt:lpstr>
      <vt:lpstr>JS Variables</vt:lpstr>
      <vt:lpstr>JS Operators</vt:lpstr>
      <vt:lpstr>JS DataTypes</vt:lpstr>
      <vt:lpstr>JS typeof Operator</vt:lpstr>
      <vt:lpstr>JS undefined vs null</vt:lpstr>
      <vt:lpstr>Primitive Data</vt:lpstr>
      <vt:lpstr>Complex Data</vt:lpstr>
      <vt:lpstr>ES6 Variables</vt:lpstr>
      <vt:lpstr>Variables:</vt:lpstr>
      <vt:lpstr>Points to Remember</vt:lpstr>
      <vt:lpstr>JavaScript with HTML</vt:lpstr>
      <vt:lpstr>Example</vt:lpstr>
      <vt:lpstr>Conditional Statement:</vt:lpstr>
      <vt:lpstr>Conditional Statement:</vt:lpstr>
      <vt:lpstr>nested if</vt:lpstr>
      <vt:lpstr>Switch Statement:</vt:lpstr>
      <vt:lpstr>String Concat</vt:lpstr>
      <vt:lpstr>String get specific character</vt:lpstr>
      <vt:lpstr>String replace…</vt:lpstr>
      <vt:lpstr>String split</vt:lpstr>
      <vt:lpstr>Logical Operator: </vt:lpstr>
      <vt:lpstr>Arrays:</vt:lpstr>
      <vt:lpstr>Arrays:</vt:lpstr>
      <vt:lpstr>Loops:</vt:lpstr>
      <vt:lpstr>Loops:</vt:lpstr>
      <vt:lpstr>Loops: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Zaheer ul Hussain Sani</dc:creator>
  <cp:lastModifiedBy>Aqib Rehman</cp:lastModifiedBy>
  <cp:revision>43</cp:revision>
  <dcterms:created xsi:type="dcterms:W3CDTF">2019-09-18T08:02:07Z</dcterms:created>
  <dcterms:modified xsi:type="dcterms:W3CDTF">2025-02-16T19:17:21Z</dcterms:modified>
</cp:coreProperties>
</file>