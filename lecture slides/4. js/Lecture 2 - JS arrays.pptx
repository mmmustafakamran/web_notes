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7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6" r:id="rId2"/>
    <p:sldId id="260" r:id="rId3"/>
    <p:sldId id="261" r:id="rId4"/>
    <p:sldId id="275" r:id="rId5"/>
    <p:sldId id="262" r:id="rId6"/>
    <p:sldId id="276" r:id="rId7"/>
    <p:sldId id="263" r:id="rId8"/>
    <p:sldId id="277" r:id="rId9"/>
    <p:sldId id="264" r:id="rId10"/>
    <p:sldId id="278" r:id="rId11"/>
    <p:sldId id="265" r:id="rId12"/>
    <p:sldId id="280" r:id="rId13"/>
    <p:sldId id="266" r:id="rId14"/>
    <p:sldId id="279" r:id="rId15"/>
    <p:sldId id="267" r:id="rId16"/>
    <p:sldId id="281" r:id="rId17"/>
    <p:sldId id="268" r:id="rId18"/>
    <p:sldId id="282" r:id="rId19"/>
    <p:sldId id="290" r:id="rId20"/>
    <p:sldId id="270" r:id="rId21"/>
    <p:sldId id="284" r:id="rId22"/>
    <p:sldId id="271" r:id="rId23"/>
    <p:sldId id="285" r:id="rId24"/>
    <p:sldId id="272" r:id="rId25"/>
    <p:sldId id="286" r:id="rId26"/>
    <p:sldId id="273" r:id="rId27"/>
    <p:sldId id="288" r:id="rId28"/>
    <p:sldId id="289" r:id="rId29"/>
    <p:sldId id="274" r:id="rId30"/>
    <p:sldId id="287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1E1E"/>
    <a:srgbClr val="88D5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5226" autoAdjust="0"/>
  </p:normalViewPr>
  <p:slideViewPr>
    <p:cSldViewPr snapToGrid="0">
      <p:cViewPr varScale="1">
        <p:scale>
          <a:sx n="78" d="100"/>
          <a:sy n="78" d="100"/>
        </p:scale>
        <p:origin x="96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microsoft.com/office/2016/11/relationships/changesInfo" Target="changesInfos/changesInfo1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sif Muhammad" userId="6b0af2cb-2f76-400b-94d9-178b55ef4f85" providerId="ADAL" clId="{C773E098-F737-4818-AAB9-CA5F25A0078B}"/>
    <pc:docChg chg="undo redo custSel modSld">
      <pc:chgData name="Asif Muhammad" userId="6b0af2cb-2f76-400b-94d9-178b55ef4f85" providerId="ADAL" clId="{C773E098-F737-4818-AAB9-CA5F25A0078B}" dt="2022-09-13T12:40:38.112" v="254" actId="26606"/>
      <pc:docMkLst>
        <pc:docMk/>
      </pc:docMkLst>
      <pc:sldChg chg="addSp delSp modSp mod setBg">
        <pc:chgData name="Asif Muhammad" userId="6b0af2cb-2f76-400b-94d9-178b55ef4f85" providerId="ADAL" clId="{C773E098-F737-4818-AAB9-CA5F25A0078B}" dt="2022-09-13T11:29:21.372" v="4" actId="26606"/>
        <pc:sldMkLst>
          <pc:docMk/>
          <pc:sldMk cId="1282723530" sldId="260"/>
        </pc:sldMkLst>
        <pc:spChg chg="mod">
          <ac:chgData name="Asif Muhammad" userId="6b0af2cb-2f76-400b-94d9-178b55ef4f85" providerId="ADAL" clId="{C773E098-F737-4818-AAB9-CA5F25A0078B}" dt="2022-09-13T11:29:21.372" v="4" actId="26606"/>
          <ac:spMkLst>
            <pc:docMk/>
            <pc:sldMk cId="1282723530" sldId="260"/>
            <ac:spMk id="2" creationId="{0FAAD29B-E41B-454C-B6C9-49FA6E926F79}"/>
          </ac:spMkLst>
        </pc:spChg>
        <pc:spChg chg="mod ord">
          <ac:chgData name="Asif Muhammad" userId="6b0af2cb-2f76-400b-94d9-178b55ef4f85" providerId="ADAL" clId="{C773E098-F737-4818-AAB9-CA5F25A0078B}" dt="2022-09-13T11:29:21.372" v="4" actId="26606"/>
          <ac:spMkLst>
            <pc:docMk/>
            <pc:sldMk cId="1282723530" sldId="260"/>
            <ac:spMk id="3" creationId="{E9583F82-94C4-4ED0-9771-0581F7A09D5C}"/>
          </ac:spMkLst>
        </pc:spChg>
        <pc:spChg chg="add del">
          <ac:chgData name="Asif Muhammad" userId="6b0af2cb-2f76-400b-94d9-178b55ef4f85" providerId="ADAL" clId="{C773E098-F737-4818-AAB9-CA5F25A0078B}" dt="2022-09-13T11:29:19.405" v="1" actId="26606"/>
          <ac:spMkLst>
            <pc:docMk/>
            <pc:sldMk cId="1282723530" sldId="260"/>
            <ac:spMk id="9" creationId="{6AD30037-67ED-4367-9BE0-45787510BF13}"/>
          </ac:spMkLst>
        </pc:spChg>
        <pc:spChg chg="add">
          <ac:chgData name="Asif Muhammad" userId="6b0af2cb-2f76-400b-94d9-178b55ef4f85" providerId="ADAL" clId="{C773E098-F737-4818-AAB9-CA5F25A0078B}" dt="2022-09-13T11:29:21.372" v="4" actId="26606"/>
          <ac:spMkLst>
            <pc:docMk/>
            <pc:sldMk cId="1282723530" sldId="260"/>
            <ac:spMk id="17" creationId="{DB4E7E40-6469-444C-A3D7-A32F553AA254}"/>
          </ac:spMkLst>
        </pc:spChg>
        <pc:grpChg chg="add">
          <ac:chgData name="Asif Muhammad" userId="6b0af2cb-2f76-400b-94d9-178b55ef4f85" providerId="ADAL" clId="{C773E098-F737-4818-AAB9-CA5F25A0078B}" dt="2022-09-13T11:29:21.372" v="4" actId="26606"/>
          <ac:grpSpMkLst>
            <pc:docMk/>
            <pc:sldMk cId="1282723530" sldId="260"/>
            <ac:grpSpMk id="6" creationId="{9681DF40-19E9-44F1-A30A-33AC0A7047DF}"/>
          </ac:grpSpMkLst>
        </pc:grpChg>
        <pc:grpChg chg="add del">
          <ac:chgData name="Asif Muhammad" userId="6b0af2cb-2f76-400b-94d9-178b55ef4f85" providerId="ADAL" clId="{C773E098-F737-4818-AAB9-CA5F25A0078B}" dt="2022-09-13T11:29:19.405" v="1" actId="26606"/>
          <ac:grpSpMkLst>
            <pc:docMk/>
            <pc:sldMk cId="1282723530" sldId="260"/>
            <ac:grpSpMk id="11" creationId="{50841A4E-5BC1-44B4-83CF-D524E8AEAD64}"/>
          </ac:grpSpMkLst>
        </pc:grpChg>
        <pc:picChg chg="mod ord">
          <ac:chgData name="Asif Muhammad" userId="6b0af2cb-2f76-400b-94d9-178b55ef4f85" providerId="ADAL" clId="{C773E098-F737-4818-AAB9-CA5F25A0078B}" dt="2022-09-13T11:29:21.372" v="4" actId="26606"/>
          <ac:picMkLst>
            <pc:docMk/>
            <pc:sldMk cId="1282723530" sldId="260"/>
            <ac:picMk id="4" creationId="{75E37E1B-7368-4B51-8C35-0EE7E69D5091}"/>
          </ac:picMkLst>
        </pc:picChg>
      </pc:sldChg>
      <pc:sldChg chg="addSp delSp modSp mod setBg">
        <pc:chgData name="Asif Muhammad" userId="6b0af2cb-2f76-400b-94d9-178b55ef4f85" providerId="ADAL" clId="{C773E098-F737-4818-AAB9-CA5F25A0078B}" dt="2022-09-13T11:30:06.555" v="15" actId="26606"/>
        <pc:sldMkLst>
          <pc:docMk/>
          <pc:sldMk cId="1791524176" sldId="261"/>
        </pc:sldMkLst>
        <pc:spChg chg="mod">
          <ac:chgData name="Asif Muhammad" userId="6b0af2cb-2f76-400b-94d9-178b55ef4f85" providerId="ADAL" clId="{C773E098-F737-4818-AAB9-CA5F25A0078B}" dt="2022-09-13T11:30:06.539" v="14" actId="26606"/>
          <ac:spMkLst>
            <pc:docMk/>
            <pc:sldMk cId="1791524176" sldId="261"/>
            <ac:spMk id="2" creationId="{CA8B34CD-3866-43B1-8884-6FD65FB52C77}"/>
          </ac:spMkLst>
        </pc:spChg>
        <pc:spChg chg="add del">
          <ac:chgData name="Asif Muhammad" userId="6b0af2cb-2f76-400b-94d9-178b55ef4f85" providerId="ADAL" clId="{C773E098-F737-4818-AAB9-CA5F25A0078B}" dt="2022-09-13T11:30:06.555" v="15" actId="26606"/>
          <ac:spMkLst>
            <pc:docMk/>
            <pc:sldMk cId="1791524176" sldId="261"/>
            <ac:spMk id="3" creationId="{4CEE8C47-4784-483B-B6BE-2E74B2FC3581}"/>
          </ac:spMkLst>
        </pc:spChg>
        <pc:spChg chg="add del">
          <ac:chgData name="Asif Muhammad" userId="6b0af2cb-2f76-400b-94d9-178b55ef4f85" providerId="ADAL" clId="{C773E098-F737-4818-AAB9-CA5F25A0078B}" dt="2022-09-13T11:29:53.101" v="6" actId="26606"/>
          <ac:spMkLst>
            <pc:docMk/>
            <pc:sldMk cId="1791524176" sldId="261"/>
            <ac:spMk id="9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29:53.101" v="6" actId="26606"/>
          <ac:spMkLst>
            <pc:docMk/>
            <pc:sldMk cId="1791524176" sldId="261"/>
            <ac:spMk id="11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29:56.238" v="10" actId="26606"/>
          <ac:spMkLst>
            <pc:docMk/>
            <pc:sldMk cId="1791524176" sldId="261"/>
            <ac:spMk id="19" creationId="{A27AE693-58E8-48BC-8ED0-568ABFEABB35}"/>
          </ac:spMkLst>
        </pc:spChg>
        <pc:spChg chg="add del">
          <ac:chgData name="Asif Muhammad" userId="6b0af2cb-2f76-400b-94d9-178b55ef4f85" providerId="ADAL" clId="{C773E098-F737-4818-AAB9-CA5F25A0078B}" dt="2022-09-13T11:29:54.549" v="8" actId="26606"/>
          <ac:spMkLst>
            <pc:docMk/>
            <pc:sldMk cId="1791524176" sldId="261"/>
            <ac:spMk id="21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29:54.549" v="8" actId="26606"/>
          <ac:spMkLst>
            <pc:docMk/>
            <pc:sldMk cId="1791524176" sldId="261"/>
            <ac:spMk id="22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29:56.238" v="10" actId="26606"/>
          <ac:spMkLst>
            <pc:docMk/>
            <pc:sldMk cId="1791524176" sldId="261"/>
            <ac:spMk id="26" creationId="{BED1B64B-251E-446A-A285-6626C4EC010D}"/>
          </ac:spMkLst>
        </pc:spChg>
        <pc:spChg chg="add del">
          <ac:chgData name="Asif Muhammad" userId="6b0af2cb-2f76-400b-94d9-178b55ef4f85" providerId="ADAL" clId="{C773E098-F737-4818-AAB9-CA5F25A0078B}" dt="2022-09-13T11:29:59.404" v="12" actId="26606"/>
          <ac:spMkLst>
            <pc:docMk/>
            <pc:sldMk cId="1791524176" sldId="261"/>
            <ac:spMk id="31" creationId="{85428F22-76B3-4107-AADE-3F9EC95FD325}"/>
          </ac:spMkLst>
        </pc:spChg>
        <pc:spChg chg="add del">
          <ac:chgData name="Asif Muhammad" userId="6b0af2cb-2f76-400b-94d9-178b55ef4f85" providerId="ADAL" clId="{C773E098-F737-4818-AAB9-CA5F25A0078B}" dt="2022-09-13T11:29:59.404" v="12" actId="26606"/>
          <ac:spMkLst>
            <pc:docMk/>
            <pc:sldMk cId="1791524176" sldId="261"/>
            <ac:spMk id="37" creationId="{4CEE8C47-4784-483B-B6BE-2E74B2FC3581}"/>
          </ac:spMkLst>
        </pc:spChg>
        <pc:spChg chg="add del">
          <ac:chgData name="Asif Muhammad" userId="6b0af2cb-2f76-400b-94d9-178b55ef4f85" providerId="ADAL" clId="{C773E098-F737-4818-AAB9-CA5F25A0078B}" dt="2022-09-13T11:30:06.539" v="14" actId="26606"/>
          <ac:spMkLst>
            <pc:docMk/>
            <pc:sldMk cId="1791524176" sldId="261"/>
            <ac:spMk id="39" creationId="{BED1B64B-251E-446A-A285-6626C4EC010D}"/>
          </ac:spMkLst>
        </pc:spChg>
        <pc:spChg chg="add del">
          <ac:chgData name="Asif Muhammad" userId="6b0af2cb-2f76-400b-94d9-178b55ef4f85" providerId="ADAL" clId="{C773E098-F737-4818-AAB9-CA5F25A0078B}" dt="2022-09-13T11:30:06.539" v="14" actId="26606"/>
          <ac:spMkLst>
            <pc:docMk/>
            <pc:sldMk cId="1791524176" sldId="261"/>
            <ac:spMk id="44" creationId="{A27AE693-58E8-48BC-8ED0-568ABFEABB35}"/>
          </ac:spMkLst>
        </pc:spChg>
        <pc:grpChg chg="add del">
          <ac:chgData name="Asif Muhammad" userId="6b0af2cb-2f76-400b-94d9-178b55ef4f85" providerId="ADAL" clId="{C773E098-F737-4818-AAB9-CA5F25A0078B}" dt="2022-09-13T11:29:53.101" v="6" actId="26606"/>
          <ac:grpSpMkLst>
            <pc:docMk/>
            <pc:sldMk cId="1791524176" sldId="261"/>
            <ac:grpSpMk id="1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29:59.404" v="12" actId="26606"/>
          <ac:grpSpMkLst>
            <pc:docMk/>
            <pc:sldMk cId="1791524176" sldId="261"/>
            <ac:grpSpMk id="15" creationId="{78326E10-C8CB-487F-A110-F861268DE619}"/>
          </ac:grpSpMkLst>
        </pc:grpChg>
        <pc:grpChg chg="add del">
          <ac:chgData name="Asif Muhammad" userId="6b0af2cb-2f76-400b-94d9-178b55ef4f85" providerId="ADAL" clId="{C773E098-F737-4818-AAB9-CA5F25A0078B}" dt="2022-09-13T11:29:54.549" v="8" actId="26606"/>
          <ac:grpSpMkLst>
            <pc:docMk/>
            <pc:sldMk cId="1791524176" sldId="261"/>
            <ac:grpSpMk id="2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29:56.238" v="10" actId="26606"/>
          <ac:grpSpMkLst>
            <pc:docMk/>
            <pc:sldMk cId="1791524176" sldId="261"/>
            <ac:grpSpMk id="27" creationId="{CD02B5D1-60D4-4D5B-AFD9-C986E227431B}"/>
          </ac:grpSpMkLst>
        </pc:grpChg>
        <pc:grpChg chg="add del">
          <ac:chgData name="Asif Muhammad" userId="6b0af2cb-2f76-400b-94d9-178b55ef4f85" providerId="ADAL" clId="{C773E098-F737-4818-AAB9-CA5F25A0078B}" dt="2022-09-13T11:29:59.404" v="12" actId="26606"/>
          <ac:grpSpMkLst>
            <pc:docMk/>
            <pc:sldMk cId="1791524176" sldId="261"/>
            <ac:grpSpMk id="32" creationId="{5346FBCF-5353-4172-96F5-4B7EB07777C4}"/>
          </ac:grpSpMkLst>
        </pc:grpChg>
        <pc:grpChg chg="add del">
          <ac:chgData name="Asif Muhammad" userId="6b0af2cb-2f76-400b-94d9-178b55ef4f85" providerId="ADAL" clId="{C773E098-F737-4818-AAB9-CA5F25A0078B}" dt="2022-09-13T11:30:06.539" v="14" actId="26606"/>
          <ac:grpSpMkLst>
            <pc:docMk/>
            <pc:sldMk cId="1791524176" sldId="261"/>
            <ac:grpSpMk id="40" creationId="{CD02B5D1-60D4-4D5B-AFD9-C986E227431B}"/>
          </ac:grpSpMkLst>
        </pc:grpChg>
        <pc:graphicFrameChg chg="add del">
          <ac:chgData name="Asif Muhammad" userId="6b0af2cb-2f76-400b-94d9-178b55ef4f85" providerId="ADAL" clId="{C773E098-F737-4818-AAB9-CA5F25A0078B}" dt="2022-09-13T11:29:53.101" v="6" actId="26606"/>
          <ac:graphicFrameMkLst>
            <pc:docMk/>
            <pc:sldMk cId="1791524176" sldId="261"/>
            <ac:graphicFrameMk id="5" creationId="{D2952FDA-5E9F-F6EA-8AD5-A1F5943E2E62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29:54.549" v="8" actId="26606"/>
          <ac:graphicFrameMkLst>
            <pc:docMk/>
            <pc:sldMk cId="1791524176" sldId="261"/>
            <ac:graphicFrameMk id="24" creationId="{0BF4D300-C1FE-AECD-864B-291A0905D32D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29:56.238" v="10" actId="26606"/>
          <ac:graphicFrameMkLst>
            <pc:docMk/>
            <pc:sldMk cId="1791524176" sldId="261"/>
            <ac:graphicFrameMk id="29" creationId="{C8EE2427-8CAD-DD25-5EA6-6A19C3B9D412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30:06.539" v="14" actId="26606"/>
          <ac:graphicFrameMkLst>
            <pc:docMk/>
            <pc:sldMk cId="1791524176" sldId="261"/>
            <ac:graphicFrameMk id="45" creationId="{835D56BE-634B-9EF0-EDC1-2E5B68944B41}"/>
          </ac:graphicFrameMkLst>
        </pc:graphicFrameChg>
        <pc:graphicFrameChg chg="add">
          <ac:chgData name="Asif Muhammad" userId="6b0af2cb-2f76-400b-94d9-178b55ef4f85" providerId="ADAL" clId="{C773E098-F737-4818-AAB9-CA5F25A0078B}" dt="2022-09-13T11:30:06.555" v="15" actId="26606"/>
          <ac:graphicFrameMkLst>
            <pc:docMk/>
            <pc:sldMk cId="1791524176" sldId="261"/>
            <ac:graphicFrameMk id="47" creationId="{6FD0DE2F-D54D-3561-8809-5A95A3B91999}"/>
          </ac:graphicFrameMkLst>
        </pc:graphicFrameChg>
        <pc:picChg chg="add del">
          <ac:chgData name="Asif Muhammad" userId="6b0af2cb-2f76-400b-94d9-178b55ef4f85" providerId="ADAL" clId="{C773E098-F737-4818-AAB9-CA5F25A0078B}" dt="2022-09-13T11:29:59.404" v="12" actId="26606"/>
          <ac:picMkLst>
            <pc:docMk/>
            <pc:sldMk cId="1791524176" sldId="261"/>
            <ac:picMk id="36" creationId="{A0FA561C-E564-8D2A-153D-C095CA362ADB}"/>
          </ac:picMkLst>
        </pc:picChg>
      </pc:sldChg>
      <pc:sldChg chg="addSp delSp modSp mod setBg">
        <pc:chgData name="Asif Muhammad" userId="6b0af2cb-2f76-400b-94d9-178b55ef4f85" providerId="ADAL" clId="{C773E098-F737-4818-AAB9-CA5F25A0078B}" dt="2022-09-13T11:31:28.357" v="31" actId="26606"/>
        <pc:sldMkLst>
          <pc:docMk/>
          <pc:sldMk cId="2154514698" sldId="262"/>
        </pc:sldMkLst>
        <pc:spChg chg="mod">
          <ac:chgData name="Asif Muhammad" userId="6b0af2cb-2f76-400b-94d9-178b55ef4f85" providerId="ADAL" clId="{C773E098-F737-4818-AAB9-CA5F25A0078B}" dt="2022-09-13T11:31:28.357" v="31" actId="26606"/>
          <ac:spMkLst>
            <pc:docMk/>
            <pc:sldMk cId="2154514698" sldId="262"/>
            <ac:spMk id="2" creationId="{C6F33A35-EDDD-4D56-9FAE-8FD632926106}"/>
          </ac:spMkLst>
        </pc:spChg>
        <pc:spChg chg="add del">
          <ac:chgData name="Asif Muhammad" userId="6b0af2cb-2f76-400b-94d9-178b55ef4f85" providerId="ADAL" clId="{C773E098-F737-4818-AAB9-CA5F25A0078B}" dt="2022-09-13T11:31:28.357" v="31" actId="26606"/>
          <ac:spMkLst>
            <pc:docMk/>
            <pc:sldMk cId="2154514698" sldId="262"/>
            <ac:spMk id="3" creationId="{B51312D3-AD9B-4E0B-BD85-D28F9C74BC66}"/>
          </ac:spMkLst>
        </pc:spChg>
        <pc:spChg chg="add del">
          <ac:chgData name="Asif Muhammad" userId="6b0af2cb-2f76-400b-94d9-178b55ef4f85" providerId="ADAL" clId="{C773E098-F737-4818-AAB9-CA5F25A0078B}" dt="2022-09-13T11:31:18.060" v="26" actId="26606"/>
          <ac:spMkLst>
            <pc:docMk/>
            <pc:sldMk cId="2154514698" sldId="262"/>
            <ac:spMk id="9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31:18.060" v="26" actId="26606"/>
          <ac:spMkLst>
            <pc:docMk/>
            <pc:sldMk cId="2154514698" sldId="262"/>
            <ac:spMk id="11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31:22.284" v="28" actId="26606"/>
          <ac:spMkLst>
            <pc:docMk/>
            <pc:sldMk cId="2154514698" sldId="262"/>
            <ac:spMk id="21" creationId="{6AD30037-67ED-4367-9BE0-45787510BF13}"/>
          </ac:spMkLst>
        </pc:spChg>
        <pc:spChg chg="add del">
          <ac:chgData name="Asif Muhammad" userId="6b0af2cb-2f76-400b-94d9-178b55ef4f85" providerId="ADAL" clId="{C773E098-F737-4818-AAB9-CA5F25A0078B}" dt="2022-09-13T11:31:22.284" v="28" actId="26606"/>
          <ac:spMkLst>
            <pc:docMk/>
            <pc:sldMk cId="2154514698" sldId="262"/>
            <ac:spMk id="25" creationId="{B51312D3-AD9B-4E0B-BD85-D28F9C74BC66}"/>
          </ac:spMkLst>
        </pc:spChg>
        <pc:spChg chg="add del">
          <ac:chgData name="Asif Muhammad" userId="6b0af2cb-2f76-400b-94d9-178b55ef4f85" providerId="ADAL" clId="{C773E098-F737-4818-AAB9-CA5F25A0078B}" dt="2022-09-13T11:31:28.333" v="30" actId="26606"/>
          <ac:spMkLst>
            <pc:docMk/>
            <pc:sldMk cId="2154514698" sldId="262"/>
            <ac:spMk id="27" creationId="{63336871-0118-4F6E-8DBD-20AEFC62A9AD}"/>
          </ac:spMkLst>
        </pc:spChg>
        <pc:spChg chg="add del">
          <ac:chgData name="Asif Muhammad" userId="6b0af2cb-2f76-400b-94d9-178b55ef4f85" providerId="ADAL" clId="{C773E098-F737-4818-AAB9-CA5F25A0078B}" dt="2022-09-13T11:31:28.333" v="30" actId="26606"/>
          <ac:spMkLst>
            <pc:docMk/>
            <pc:sldMk cId="2154514698" sldId="262"/>
            <ac:spMk id="28" creationId="{F03CC8D0-33AF-417F-8454-1FDB6C22DD25}"/>
          </ac:spMkLst>
        </pc:spChg>
        <pc:spChg chg="add">
          <ac:chgData name="Asif Muhammad" userId="6b0af2cb-2f76-400b-94d9-178b55ef4f85" providerId="ADAL" clId="{C773E098-F737-4818-AAB9-CA5F25A0078B}" dt="2022-09-13T11:31:28.357" v="31" actId="26606"/>
          <ac:spMkLst>
            <pc:docMk/>
            <pc:sldMk cId="2154514698" sldId="262"/>
            <ac:spMk id="32" creationId="{6AD30037-67ED-4367-9BE0-45787510BF13}"/>
          </ac:spMkLst>
        </pc:spChg>
        <pc:spChg chg="add">
          <ac:chgData name="Asif Muhammad" userId="6b0af2cb-2f76-400b-94d9-178b55ef4f85" providerId="ADAL" clId="{C773E098-F737-4818-AAB9-CA5F25A0078B}" dt="2022-09-13T11:31:28.357" v="31" actId="26606"/>
          <ac:spMkLst>
            <pc:docMk/>
            <pc:sldMk cId="2154514698" sldId="262"/>
            <ac:spMk id="36" creationId="{B51312D3-AD9B-4E0B-BD85-D28F9C74BC66}"/>
          </ac:spMkLst>
        </pc:spChg>
        <pc:grpChg chg="add del">
          <ac:chgData name="Asif Muhammad" userId="6b0af2cb-2f76-400b-94d9-178b55ef4f85" providerId="ADAL" clId="{C773E098-F737-4818-AAB9-CA5F25A0078B}" dt="2022-09-13T11:31:18.060" v="26" actId="26606"/>
          <ac:grpSpMkLst>
            <pc:docMk/>
            <pc:sldMk cId="2154514698" sldId="262"/>
            <ac:grpSpMk id="1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31:22.284" v="28" actId="26606"/>
          <ac:grpSpMkLst>
            <pc:docMk/>
            <pc:sldMk cId="2154514698" sldId="262"/>
            <ac:grpSpMk id="23" creationId="{50841A4E-5BC1-44B4-83CF-D524E8AEAD64}"/>
          </ac:grpSpMkLst>
        </pc:grpChg>
        <pc:grpChg chg="add del">
          <ac:chgData name="Asif Muhammad" userId="6b0af2cb-2f76-400b-94d9-178b55ef4f85" providerId="ADAL" clId="{C773E098-F737-4818-AAB9-CA5F25A0078B}" dt="2022-09-13T11:31:28.333" v="30" actId="26606"/>
          <ac:grpSpMkLst>
            <pc:docMk/>
            <pc:sldMk cId="2154514698" sldId="262"/>
            <ac:grpSpMk id="29" creationId="{B5A08A69-9EE1-4A9E-96B6-D769D87C2F9E}"/>
          </ac:grpSpMkLst>
        </pc:grpChg>
        <pc:grpChg chg="add">
          <ac:chgData name="Asif Muhammad" userId="6b0af2cb-2f76-400b-94d9-178b55ef4f85" providerId="ADAL" clId="{C773E098-F737-4818-AAB9-CA5F25A0078B}" dt="2022-09-13T11:31:28.357" v="31" actId="26606"/>
          <ac:grpSpMkLst>
            <pc:docMk/>
            <pc:sldMk cId="2154514698" sldId="262"/>
            <ac:grpSpMk id="34" creationId="{50841A4E-5BC1-44B4-83CF-D524E8AEAD64}"/>
          </ac:grpSpMkLst>
        </pc:grpChg>
        <pc:graphicFrameChg chg="add del">
          <ac:chgData name="Asif Muhammad" userId="6b0af2cb-2f76-400b-94d9-178b55ef4f85" providerId="ADAL" clId="{C773E098-F737-4818-AAB9-CA5F25A0078B}" dt="2022-09-13T11:31:18.060" v="26" actId="26606"/>
          <ac:graphicFrameMkLst>
            <pc:docMk/>
            <pc:sldMk cId="2154514698" sldId="262"/>
            <ac:graphicFrameMk id="5" creationId="{B0863AF0-1284-4356-9452-F6FB9ABF61C5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31:28.333" v="30" actId="26606"/>
          <ac:graphicFrameMkLst>
            <pc:docMk/>
            <pc:sldMk cId="2154514698" sldId="262"/>
            <ac:graphicFrameMk id="30" creationId="{18309F5D-A3B2-61BB-236A-225500904022}"/>
          </ac:graphicFrameMkLst>
        </pc:graphicFrameChg>
        <pc:picChg chg="add del">
          <ac:chgData name="Asif Muhammad" userId="6b0af2cb-2f76-400b-94d9-178b55ef4f85" providerId="ADAL" clId="{C773E098-F737-4818-AAB9-CA5F25A0078B}" dt="2022-09-13T11:31:22.284" v="28" actId="26606"/>
          <ac:picMkLst>
            <pc:docMk/>
            <pc:sldMk cId="2154514698" sldId="262"/>
            <ac:picMk id="22" creationId="{A3CCE9DD-DB56-8B6C-50A9-6AB5E2C60BD5}"/>
          </ac:picMkLst>
        </pc:picChg>
        <pc:picChg chg="add">
          <ac:chgData name="Asif Muhammad" userId="6b0af2cb-2f76-400b-94d9-178b55ef4f85" providerId="ADAL" clId="{C773E098-F737-4818-AAB9-CA5F25A0078B}" dt="2022-09-13T11:31:28.357" v="31" actId="26606"/>
          <ac:picMkLst>
            <pc:docMk/>
            <pc:sldMk cId="2154514698" sldId="262"/>
            <ac:picMk id="33" creationId="{A3CCE9DD-DB56-8B6C-50A9-6AB5E2C60BD5}"/>
          </ac:picMkLst>
        </pc:picChg>
      </pc:sldChg>
      <pc:sldChg chg="addSp delSp modSp mod setBg setClrOvrMap">
        <pc:chgData name="Asif Muhammad" userId="6b0af2cb-2f76-400b-94d9-178b55ef4f85" providerId="ADAL" clId="{C773E098-F737-4818-AAB9-CA5F25A0078B}" dt="2022-09-13T11:41:48.892" v="74" actId="26606"/>
        <pc:sldMkLst>
          <pc:docMk/>
          <pc:sldMk cId="3374438160" sldId="263"/>
        </pc:sldMkLst>
        <pc:spChg chg="mod">
          <ac:chgData name="Asif Muhammad" userId="6b0af2cb-2f76-400b-94d9-178b55ef4f85" providerId="ADAL" clId="{C773E098-F737-4818-AAB9-CA5F25A0078B}" dt="2022-09-13T11:41:48.892" v="74" actId="26606"/>
          <ac:spMkLst>
            <pc:docMk/>
            <pc:sldMk cId="3374438160" sldId="263"/>
            <ac:spMk id="2" creationId="{19005FDD-071D-42E6-A0EA-C1D075DAFDC4}"/>
          </ac:spMkLst>
        </pc:spChg>
        <pc:spChg chg="add del mod">
          <ac:chgData name="Asif Muhammad" userId="6b0af2cb-2f76-400b-94d9-178b55ef4f85" providerId="ADAL" clId="{C773E098-F737-4818-AAB9-CA5F25A0078B}" dt="2022-09-13T11:41:48.892" v="74" actId="26606"/>
          <ac:spMkLst>
            <pc:docMk/>
            <pc:sldMk cId="3374438160" sldId="263"/>
            <ac:spMk id="3" creationId="{47AA6DC4-0D93-4F56-BF87-9AFCC6637D46}"/>
          </ac:spMkLst>
        </pc:spChg>
        <pc:spChg chg="add del">
          <ac:chgData name="Asif Muhammad" userId="6b0af2cb-2f76-400b-94d9-178b55ef4f85" providerId="ADAL" clId="{C773E098-F737-4818-AAB9-CA5F25A0078B}" dt="2022-09-13T11:41:29.933" v="53" actId="26606"/>
          <ac:spMkLst>
            <pc:docMk/>
            <pc:sldMk cId="3374438160" sldId="263"/>
            <ac:spMk id="8" creationId="{C8643778-7F6C-4E8D-84D1-D5CDB9928191}"/>
          </ac:spMkLst>
        </pc:spChg>
        <pc:spChg chg="add del">
          <ac:chgData name="Asif Muhammad" userId="6b0af2cb-2f76-400b-94d9-178b55ef4f85" providerId="ADAL" clId="{C773E098-F737-4818-AAB9-CA5F25A0078B}" dt="2022-09-13T11:41:33.125" v="57" actId="26606"/>
          <ac:spMkLst>
            <pc:docMk/>
            <pc:sldMk cId="3374438160" sldId="263"/>
            <ac:spMk id="9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41:29.933" v="53" actId="26606"/>
          <ac:spMkLst>
            <pc:docMk/>
            <pc:sldMk cId="3374438160" sldId="263"/>
            <ac:spMk id="10" creationId="{1D22F88D-6907-48AF-B024-346E855E0D96}"/>
          </ac:spMkLst>
        </pc:spChg>
        <pc:spChg chg="add del">
          <ac:chgData name="Asif Muhammad" userId="6b0af2cb-2f76-400b-94d9-178b55ef4f85" providerId="ADAL" clId="{C773E098-F737-4818-AAB9-CA5F25A0078B}" dt="2022-09-13T11:41:33.125" v="57" actId="26606"/>
          <ac:spMkLst>
            <pc:docMk/>
            <pc:sldMk cId="3374438160" sldId="263"/>
            <ac:spMk id="11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41:47.320" v="71" actId="26606"/>
          <ac:spMkLst>
            <pc:docMk/>
            <pc:sldMk cId="3374438160" sldId="263"/>
            <ac:spMk id="14" creationId="{F61C5C86-C785-4B92-9F2D-133B8B8C24F5}"/>
          </ac:spMkLst>
        </pc:spChg>
        <pc:spChg chg="add del">
          <ac:chgData name="Asif Muhammad" userId="6b0af2cb-2f76-400b-94d9-178b55ef4f85" providerId="ADAL" clId="{C773E098-F737-4818-AAB9-CA5F25A0078B}" dt="2022-09-13T11:41:47.320" v="71" actId="26606"/>
          <ac:spMkLst>
            <pc:docMk/>
            <pc:sldMk cId="3374438160" sldId="263"/>
            <ac:spMk id="16" creationId="{954D0BF9-002C-4D3A-A222-C166094A5D1D}"/>
          </ac:spMkLst>
        </pc:spChg>
        <pc:spChg chg="add del">
          <ac:chgData name="Asif Muhammad" userId="6b0af2cb-2f76-400b-94d9-178b55ef4f85" providerId="ADAL" clId="{C773E098-F737-4818-AAB9-CA5F25A0078B}" dt="2022-09-13T11:41:34.508" v="59" actId="26606"/>
          <ac:spMkLst>
            <pc:docMk/>
            <pc:sldMk cId="3374438160" sldId="263"/>
            <ac:spMk id="18" creationId="{225F4217-4021-45A0-812B-398F9A7A93F9}"/>
          </ac:spMkLst>
        </pc:spChg>
        <pc:spChg chg="add del">
          <ac:chgData name="Asif Muhammad" userId="6b0af2cb-2f76-400b-94d9-178b55ef4f85" providerId="ADAL" clId="{C773E098-F737-4818-AAB9-CA5F25A0078B}" dt="2022-09-13T11:41:43.092" v="67" actId="26606"/>
          <ac:spMkLst>
            <pc:docMk/>
            <pc:sldMk cId="3374438160" sldId="263"/>
            <ac:spMk id="19" creationId="{A27AE693-58E8-48BC-8ED0-568ABFEABB35}"/>
          </ac:spMkLst>
        </pc:spChg>
        <pc:spChg chg="add del">
          <ac:chgData name="Asif Muhammad" userId="6b0af2cb-2f76-400b-94d9-178b55ef4f85" providerId="ADAL" clId="{C773E098-F737-4818-AAB9-CA5F25A0078B}" dt="2022-09-13T11:41:31.217" v="55" actId="26606"/>
          <ac:spMkLst>
            <pc:docMk/>
            <pc:sldMk cId="3374438160" sldId="263"/>
            <ac:spMk id="20" creationId="{E03BF673-8C68-4092-BF1B-53C57EFEC21F}"/>
          </ac:spMkLst>
        </pc:spChg>
        <pc:spChg chg="add del">
          <ac:chgData name="Asif Muhammad" userId="6b0af2cb-2f76-400b-94d9-178b55ef4f85" providerId="ADAL" clId="{C773E098-F737-4818-AAB9-CA5F25A0078B}" dt="2022-09-13T11:41:31.217" v="55" actId="26606"/>
          <ac:spMkLst>
            <pc:docMk/>
            <pc:sldMk cId="3374438160" sldId="263"/>
            <ac:spMk id="21" creationId="{B1BDB70B-F0E6-4867-818F-C582494FB6D6}"/>
          </ac:spMkLst>
        </pc:spChg>
        <pc:spChg chg="add del">
          <ac:chgData name="Asif Muhammad" userId="6b0af2cb-2f76-400b-94d9-178b55ef4f85" providerId="ADAL" clId="{C773E098-F737-4818-AAB9-CA5F25A0078B}" dt="2022-09-13T11:41:34.508" v="59" actId="26606"/>
          <ac:spMkLst>
            <pc:docMk/>
            <pc:sldMk cId="3374438160" sldId="263"/>
            <ac:spMk id="23" creationId="{F659138C-74A1-445B-848C-3608AE871A9F}"/>
          </ac:spMkLst>
        </pc:spChg>
        <pc:spChg chg="add del">
          <ac:chgData name="Asif Muhammad" userId="6b0af2cb-2f76-400b-94d9-178b55ef4f85" providerId="ADAL" clId="{C773E098-F737-4818-AAB9-CA5F25A0078B}" dt="2022-09-13T11:41:34.508" v="59" actId="26606"/>
          <ac:spMkLst>
            <pc:docMk/>
            <pc:sldMk cId="3374438160" sldId="263"/>
            <ac:spMk id="29" creationId="{47AA6DC4-0D93-4F56-BF87-9AFCC6637D46}"/>
          </ac:spMkLst>
        </pc:spChg>
        <pc:spChg chg="add del">
          <ac:chgData name="Asif Muhammad" userId="6b0af2cb-2f76-400b-94d9-178b55ef4f85" providerId="ADAL" clId="{C773E098-F737-4818-AAB9-CA5F25A0078B}" dt="2022-09-13T11:41:38.661" v="61" actId="26606"/>
          <ac:spMkLst>
            <pc:docMk/>
            <pc:sldMk cId="3374438160" sldId="263"/>
            <ac:spMk id="31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41:38.661" v="61" actId="26606"/>
          <ac:spMkLst>
            <pc:docMk/>
            <pc:sldMk cId="3374438160" sldId="263"/>
            <ac:spMk id="32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41:43.092" v="67" actId="26606"/>
          <ac:spMkLst>
            <pc:docMk/>
            <pc:sldMk cId="3374438160" sldId="263"/>
            <ac:spMk id="41" creationId="{BED1B64B-251E-446A-A285-6626C4EC010D}"/>
          </ac:spMkLst>
        </pc:spChg>
        <pc:spChg chg="add del">
          <ac:chgData name="Asif Muhammad" userId="6b0af2cb-2f76-400b-94d9-178b55ef4f85" providerId="ADAL" clId="{C773E098-F737-4818-AAB9-CA5F25A0078B}" dt="2022-09-13T11:41:44.135" v="69" actId="26606"/>
          <ac:spMkLst>
            <pc:docMk/>
            <pc:sldMk cId="3374438160" sldId="263"/>
            <ac:spMk id="47" creationId="{BED1B64B-251E-446A-A285-6626C4EC010D}"/>
          </ac:spMkLst>
        </pc:spChg>
        <pc:spChg chg="add del">
          <ac:chgData name="Asif Muhammad" userId="6b0af2cb-2f76-400b-94d9-178b55ef4f85" providerId="ADAL" clId="{C773E098-F737-4818-AAB9-CA5F25A0078B}" dt="2022-09-13T11:41:44.135" v="69" actId="26606"/>
          <ac:spMkLst>
            <pc:docMk/>
            <pc:sldMk cId="3374438160" sldId="263"/>
            <ac:spMk id="51" creationId="{A27AE693-58E8-48BC-8ED0-568ABFEABB35}"/>
          </ac:spMkLst>
        </pc:spChg>
        <pc:spChg chg="add del">
          <ac:chgData name="Asif Muhammad" userId="6b0af2cb-2f76-400b-94d9-178b55ef4f85" providerId="ADAL" clId="{C773E098-F737-4818-AAB9-CA5F25A0078B}" dt="2022-09-13T11:41:47.320" v="71" actId="26606"/>
          <ac:spMkLst>
            <pc:docMk/>
            <pc:sldMk cId="3374438160" sldId="263"/>
            <ac:spMk id="54" creationId="{24DFAAE7-061D-4086-99EC-872CB305082A}"/>
          </ac:spMkLst>
        </pc:spChg>
        <pc:spChg chg="add del">
          <ac:chgData name="Asif Muhammad" userId="6b0af2cb-2f76-400b-94d9-178b55ef4f85" providerId="ADAL" clId="{C773E098-F737-4818-AAB9-CA5F25A0078B}" dt="2022-09-13T11:41:47.320" v="71" actId="26606"/>
          <ac:spMkLst>
            <pc:docMk/>
            <pc:sldMk cId="3374438160" sldId="263"/>
            <ac:spMk id="55" creationId="{E7570099-A243-48DD-9EAE-36F4AC095B94}"/>
          </ac:spMkLst>
        </pc:spChg>
        <pc:spChg chg="add del">
          <ac:chgData name="Asif Muhammad" userId="6b0af2cb-2f76-400b-94d9-178b55ef4f85" providerId="ADAL" clId="{C773E098-F737-4818-AAB9-CA5F25A0078B}" dt="2022-09-13T11:41:47.320" v="71" actId="26606"/>
          <ac:spMkLst>
            <pc:docMk/>
            <pc:sldMk cId="3374438160" sldId="263"/>
            <ac:spMk id="56" creationId="{45E4A74B-6514-424A-ADFA-C232FA6B9018}"/>
          </ac:spMkLst>
        </pc:spChg>
        <pc:spChg chg="add del">
          <ac:chgData name="Asif Muhammad" userId="6b0af2cb-2f76-400b-94d9-178b55ef4f85" providerId="ADAL" clId="{C773E098-F737-4818-AAB9-CA5F25A0078B}" dt="2022-09-13T11:41:47.320" v="71" actId="26606"/>
          <ac:spMkLst>
            <pc:docMk/>
            <pc:sldMk cId="3374438160" sldId="263"/>
            <ac:spMk id="57" creationId="{6080EB6E-D69F-43B1-91EC-75C303342580}"/>
          </ac:spMkLst>
        </pc:spChg>
        <pc:spChg chg="add del">
          <ac:chgData name="Asif Muhammad" userId="6b0af2cb-2f76-400b-94d9-178b55ef4f85" providerId="ADAL" clId="{C773E098-F737-4818-AAB9-CA5F25A0078B}" dt="2022-09-13T11:41:47.320" v="71" actId="26606"/>
          <ac:spMkLst>
            <pc:docMk/>
            <pc:sldMk cId="3374438160" sldId="263"/>
            <ac:spMk id="58" creationId="{21BA816A-EE68-4A96-BA05-73303B2F4FE7}"/>
          </ac:spMkLst>
        </pc:spChg>
        <pc:spChg chg="add del">
          <ac:chgData name="Asif Muhammad" userId="6b0af2cb-2f76-400b-94d9-178b55ef4f85" providerId="ADAL" clId="{C773E098-F737-4818-AAB9-CA5F25A0078B}" dt="2022-09-13T11:41:47.320" v="71" actId="26606"/>
          <ac:spMkLst>
            <pc:docMk/>
            <pc:sldMk cId="3374438160" sldId="263"/>
            <ac:spMk id="59" creationId="{22A94CDB-5D63-4C75-9CB6-6C18CDF372F0}"/>
          </ac:spMkLst>
        </pc:spChg>
        <pc:spChg chg="add del">
          <ac:chgData name="Asif Muhammad" userId="6b0af2cb-2f76-400b-94d9-178b55ef4f85" providerId="ADAL" clId="{C773E098-F737-4818-AAB9-CA5F25A0078B}" dt="2022-09-13T11:41:47.320" v="71" actId="26606"/>
          <ac:spMkLst>
            <pc:docMk/>
            <pc:sldMk cId="3374438160" sldId="263"/>
            <ac:spMk id="60" creationId="{47AA6DC4-0D93-4F56-BF87-9AFCC6637D46}"/>
          </ac:spMkLst>
        </pc:spChg>
        <pc:spChg chg="add del">
          <ac:chgData name="Asif Muhammad" userId="6b0af2cb-2f76-400b-94d9-178b55ef4f85" providerId="ADAL" clId="{C773E098-F737-4818-AAB9-CA5F25A0078B}" dt="2022-09-13T11:41:48.877" v="73" actId="26606"/>
          <ac:spMkLst>
            <pc:docMk/>
            <pc:sldMk cId="3374438160" sldId="263"/>
            <ac:spMk id="62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41:48.877" v="73" actId="26606"/>
          <ac:spMkLst>
            <pc:docMk/>
            <pc:sldMk cId="3374438160" sldId="263"/>
            <ac:spMk id="63" creationId="{42285737-90EE-47DC-AC80-8AE156B11969}"/>
          </ac:spMkLst>
        </pc:spChg>
        <pc:spChg chg="add">
          <ac:chgData name="Asif Muhammad" userId="6b0af2cb-2f76-400b-94d9-178b55ef4f85" providerId="ADAL" clId="{C773E098-F737-4818-AAB9-CA5F25A0078B}" dt="2022-09-13T11:41:48.892" v="74" actId="26606"/>
          <ac:spMkLst>
            <pc:docMk/>
            <pc:sldMk cId="3374438160" sldId="263"/>
            <ac:spMk id="71" creationId="{F659138C-74A1-445B-848C-3608AE871A9F}"/>
          </ac:spMkLst>
        </pc:spChg>
        <pc:spChg chg="add">
          <ac:chgData name="Asif Muhammad" userId="6b0af2cb-2f76-400b-94d9-178b55ef4f85" providerId="ADAL" clId="{C773E098-F737-4818-AAB9-CA5F25A0078B}" dt="2022-09-13T11:41:48.892" v="74" actId="26606"/>
          <ac:spMkLst>
            <pc:docMk/>
            <pc:sldMk cId="3374438160" sldId="263"/>
            <ac:spMk id="78" creationId="{225F4217-4021-45A0-812B-398F9A7A93F9}"/>
          </ac:spMkLst>
        </pc:spChg>
        <pc:spChg chg="add">
          <ac:chgData name="Asif Muhammad" userId="6b0af2cb-2f76-400b-94d9-178b55ef4f85" providerId="ADAL" clId="{C773E098-F737-4818-AAB9-CA5F25A0078B}" dt="2022-09-13T11:41:48.892" v="74" actId="26606"/>
          <ac:spMkLst>
            <pc:docMk/>
            <pc:sldMk cId="3374438160" sldId="263"/>
            <ac:spMk id="80" creationId="{47AA6DC4-0D93-4F56-BF87-9AFCC6637D46}"/>
          </ac:spMkLst>
        </pc:spChg>
        <pc:grpChg chg="add del">
          <ac:chgData name="Asif Muhammad" userId="6b0af2cb-2f76-400b-94d9-178b55ef4f85" providerId="ADAL" clId="{C773E098-F737-4818-AAB9-CA5F25A0078B}" dt="2022-09-13T11:41:29.933" v="53" actId="26606"/>
          <ac:grpSpMkLst>
            <pc:docMk/>
            <pc:sldMk cId="3374438160" sldId="263"/>
            <ac:grpSpMk id="12" creationId="{F3842748-48B5-4DD0-A06A-A31C74024A99}"/>
          </ac:grpSpMkLst>
        </pc:grpChg>
        <pc:grpChg chg="add del">
          <ac:chgData name="Asif Muhammad" userId="6b0af2cb-2f76-400b-94d9-178b55ef4f85" providerId="ADAL" clId="{C773E098-F737-4818-AAB9-CA5F25A0078B}" dt="2022-09-13T11:41:33.125" v="57" actId="26606"/>
          <ac:grpSpMkLst>
            <pc:docMk/>
            <pc:sldMk cId="3374438160" sldId="263"/>
            <ac:grpSpMk id="1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41:31.217" v="55" actId="26606"/>
          <ac:grpSpMkLst>
            <pc:docMk/>
            <pc:sldMk cId="3374438160" sldId="263"/>
            <ac:grpSpMk id="22" creationId="{1E52C707-F508-47B5-8864-8CC3EE0F030B}"/>
          </ac:grpSpMkLst>
        </pc:grpChg>
        <pc:grpChg chg="add del">
          <ac:chgData name="Asif Muhammad" userId="6b0af2cb-2f76-400b-94d9-178b55ef4f85" providerId="ADAL" clId="{C773E098-F737-4818-AAB9-CA5F25A0078B}" dt="2022-09-13T11:41:34.508" v="59" actId="26606"/>
          <ac:grpSpMkLst>
            <pc:docMk/>
            <pc:sldMk cId="3374438160" sldId="263"/>
            <ac:grpSpMk id="24" creationId="{7DFD7409-66D7-4C9C-B528-E79EB64A4D31}"/>
          </ac:grpSpMkLst>
        </pc:grpChg>
        <pc:grpChg chg="add del">
          <ac:chgData name="Asif Muhammad" userId="6b0af2cb-2f76-400b-94d9-178b55ef4f85" providerId="ADAL" clId="{C773E098-F737-4818-AAB9-CA5F25A0078B}" dt="2022-09-13T11:41:38.661" v="61" actId="26606"/>
          <ac:grpSpMkLst>
            <pc:docMk/>
            <pc:sldMk cId="3374438160" sldId="263"/>
            <ac:grpSpMk id="3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41:43.092" v="67" actId="26606"/>
          <ac:grpSpMkLst>
            <pc:docMk/>
            <pc:sldMk cId="3374438160" sldId="263"/>
            <ac:grpSpMk id="42" creationId="{CD02B5D1-60D4-4D5B-AFD9-C986E227431B}"/>
          </ac:grpSpMkLst>
        </pc:grpChg>
        <pc:grpChg chg="add del">
          <ac:chgData name="Asif Muhammad" userId="6b0af2cb-2f76-400b-94d9-178b55ef4f85" providerId="ADAL" clId="{C773E098-F737-4818-AAB9-CA5F25A0078B}" dt="2022-09-13T11:41:44.135" v="69" actId="26606"/>
          <ac:grpSpMkLst>
            <pc:docMk/>
            <pc:sldMk cId="3374438160" sldId="263"/>
            <ac:grpSpMk id="48" creationId="{CD02B5D1-60D4-4D5B-AFD9-C986E227431B}"/>
          </ac:grpSpMkLst>
        </pc:grpChg>
        <pc:grpChg chg="add del">
          <ac:chgData name="Asif Muhammad" userId="6b0af2cb-2f76-400b-94d9-178b55ef4f85" providerId="ADAL" clId="{C773E098-F737-4818-AAB9-CA5F25A0078B}" dt="2022-09-13T11:41:48.877" v="73" actId="26606"/>
          <ac:grpSpMkLst>
            <pc:docMk/>
            <pc:sldMk cId="3374438160" sldId="263"/>
            <ac:grpSpMk id="64" creationId="{B57BDC17-F1B3-455F-BBF1-680AA1F25C06}"/>
          </ac:grpSpMkLst>
        </pc:grpChg>
        <pc:grpChg chg="add">
          <ac:chgData name="Asif Muhammad" userId="6b0af2cb-2f76-400b-94d9-178b55ef4f85" providerId="ADAL" clId="{C773E098-F737-4818-AAB9-CA5F25A0078B}" dt="2022-09-13T11:41:48.892" v="74" actId="26606"/>
          <ac:grpSpMkLst>
            <pc:docMk/>
            <pc:sldMk cId="3374438160" sldId="263"/>
            <ac:grpSpMk id="72" creationId="{7DFD7409-66D7-4C9C-B528-E79EB64A4D31}"/>
          </ac:grpSpMkLst>
        </pc:grpChg>
        <pc:graphicFrameChg chg="add del">
          <ac:chgData name="Asif Muhammad" userId="6b0af2cb-2f76-400b-94d9-178b55ef4f85" providerId="ADAL" clId="{C773E098-F737-4818-AAB9-CA5F25A0078B}" dt="2022-09-13T11:41:33.125" v="57" actId="26606"/>
          <ac:graphicFrameMkLst>
            <pc:docMk/>
            <pc:sldMk cId="3374438160" sldId="263"/>
            <ac:graphicFrameMk id="5" creationId="{E2D2B016-EA3F-7344-B52A-45509E3E3C3E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41:38.661" v="61" actId="26606"/>
          <ac:graphicFrameMkLst>
            <pc:docMk/>
            <pc:sldMk cId="3374438160" sldId="263"/>
            <ac:graphicFrameMk id="35" creationId="{553DE9D8-71FB-483B-9AE8-FFB310566AE9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41:39.981" v="63" actId="26606"/>
          <ac:graphicFrameMkLst>
            <pc:docMk/>
            <pc:sldMk cId="3374438160" sldId="263"/>
            <ac:graphicFrameMk id="37" creationId="{3DB59531-535B-972F-3C1B-3E093300F359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41:41.813" v="65" actId="26606"/>
          <ac:graphicFrameMkLst>
            <pc:docMk/>
            <pc:sldMk cId="3374438160" sldId="263"/>
            <ac:graphicFrameMk id="39" creationId="{732A59E6-0E23-F22C-1F07-ED3B19AC001C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41:43.092" v="67" actId="26606"/>
          <ac:graphicFrameMkLst>
            <pc:docMk/>
            <pc:sldMk cId="3374438160" sldId="263"/>
            <ac:graphicFrameMk id="45" creationId="{92C98215-6E1D-B641-D448-FDA006CE489D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41:44.135" v="69" actId="26606"/>
          <ac:graphicFrameMkLst>
            <pc:docMk/>
            <pc:sldMk cId="3374438160" sldId="263"/>
            <ac:graphicFrameMk id="52" creationId="{7FE17C09-E2A7-8222-246E-62413C6E330F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41:48.877" v="73" actId="26606"/>
          <ac:graphicFrameMkLst>
            <pc:docMk/>
            <pc:sldMk cId="3374438160" sldId="263"/>
            <ac:graphicFrameMk id="69" creationId="{553DE9D8-71FB-483B-9AE8-FFB310566AE9}"/>
          </ac:graphicFrameMkLst>
        </pc:graphicFrameChg>
        <pc:cxnChg chg="add del">
          <ac:chgData name="Asif Muhammad" userId="6b0af2cb-2f76-400b-94d9-178b55ef4f85" providerId="ADAL" clId="{C773E098-F737-4818-AAB9-CA5F25A0078B}" dt="2022-09-13T11:41:34.508" v="59" actId="26606"/>
          <ac:cxnSpMkLst>
            <pc:docMk/>
            <pc:sldMk cId="3374438160" sldId="263"/>
            <ac:cxnSpMk id="28" creationId="{486F4EBC-E415-40E4-A8BA-BA66F0B632CB}"/>
          </ac:cxnSpMkLst>
        </pc:cxnChg>
        <pc:cxnChg chg="add">
          <ac:chgData name="Asif Muhammad" userId="6b0af2cb-2f76-400b-94d9-178b55ef4f85" providerId="ADAL" clId="{C773E098-F737-4818-AAB9-CA5F25A0078B}" dt="2022-09-13T11:41:48.892" v="74" actId="26606"/>
          <ac:cxnSpMkLst>
            <pc:docMk/>
            <pc:sldMk cId="3374438160" sldId="263"/>
            <ac:cxnSpMk id="79" creationId="{486F4EBC-E415-40E4-A8BA-BA66F0B632CB}"/>
          </ac:cxnSpMkLst>
        </pc:cxnChg>
      </pc:sldChg>
      <pc:sldChg chg="addSp delSp modSp mod setBg">
        <pc:chgData name="Asif Muhammad" userId="6b0af2cb-2f76-400b-94d9-178b55ef4f85" providerId="ADAL" clId="{C773E098-F737-4818-AAB9-CA5F25A0078B}" dt="2022-09-13T11:51:13.125" v="109" actId="26606"/>
        <pc:sldMkLst>
          <pc:docMk/>
          <pc:sldMk cId="3160386435" sldId="264"/>
        </pc:sldMkLst>
        <pc:spChg chg="mod">
          <ac:chgData name="Asif Muhammad" userId="6b0af2cb-2f76-400b-94d9-178b55ef4f85" providerId="ADAL" clId="{C773E098-F737-4818-AAB9-CA5F25A0078B}" dt="2022-09-13T11:51:13.125" v="109" actId="26606"/>
          <ac:spMkLst>
            <pc:docMk/>
            <pc:sldMk cId="3160386435" sldId="264"/>
            <ac:spMk id="2" creationId="{7B43ECB9-D2EA-4B29-A7D1-F9DB8975E7B7}"/>
          </ac:spMkLst>
        </pc:spChg>
        <pc:spChg chg="add del">
          <ac:chgData name="Asif Muhammad" userId="6b0af2cb-2f76-400b-94d9-178b55ef4f85" providerId="ADAL" clId="{C773E098-F737-4818-AAB9-CA5F25A0078B}" dt="2022-09-13T11:51:13.125" v="109" actId="26606"/>
          <ac:spMkLst>
            <pc:docMk/>
            <pc:sldMk cId="3160386435" sldId="264"/>
            <ac:spMk id="3" creationId="{9CDB2258-01D2-46EB-AF91-901A5864E092}"/>
          </ac:spMkLst>
        </pc:spChg>
        <pc:spChg chg="add del">
          <ac:chgData name="Asif Muhammad" userId="6b0af2cb-2f76-400b-94d9-178b55ef4f85" providerId="ADAL" clId="{C773E098-F737-4818-AAB9-CA5F25A0078B}" dt="2022-09-13T11:51:04.709" v="102" actId="26606"/>
          <ac:spMkLst>
            <pc:docMk/>
            <pc:sldMk cId="3160386435" sldId="264"/>
            <ac:spMk id="9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1:04.709" v="102" actId="26606"/>
          <ac:spMkLst>
            <pc:docMk/>
            <pc:sldMk cId="3160386435" sldId="264"/>
            <ac:spMk id="11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51:06.726" v="104" actId="26606"/>
          <ac:spMkLst>
            <pc:docMk/>
            <pc:sldMk cId="3160386435" sldId="264"/>
            <ac:spMk id="21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1:06.726" v="104" actId="26606"/>
          <ac:spMkLst>
            <pc:docMk/>
            <pc:sldMk cId="3160386435" sldId="264"/>
            <ac:spMk id="22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51:08.597" v="106" actId="26606"/>
          <ac:spMkLst>
            <pc:docMk/>
            <pc:sldMk cId="3160386435" sldId="264"/>
            <ac:spMk id="26" creationId="{63336871-0118-4F6E-8DBD-20AEFC62A9AD}"/>
          </ac:spMkLst>
        </pc:spChg>
        <pc:spChg chg="add del">
          <ac:chgData name="Asif Muhammad" userId="6b0af2cb-2f76-400b-94d9-178b55ef4f85" providerId="ADAL" clId="{C773E098-F737-4818-AAB9-CA5F25A0078B}" dt="2022-09-13T11:51:08.597" v="106" actId="26606"/>
          <ac:spMkLst>
            <pc:docMk/>
            <pc:sldMk cId="3160386435" sldId="264"/>
            <ac:spMk id="27" creationId="{F03CC8D0-33AF-417F-8454-1FDB6C22DD25}"/>
          </ac:spMkLst>
        </pc:spChg>
        <pc:spChg chg="add">
          <ac:chgData name="Asif Muhammad" userId="6b0af2cb-2f76-400b-94d9-178b55ef4f85" providerId="ADAL" clId="{C773E098-F737-4818-AAB9-CA5F25A0078B}" dt="2022-09-13T11:51:13.125" v="109" actId="26606"/>
          <ac:spMkLst>
            <pc:docMk/>
            <pc:sldMk cId="3160386435" sldId="264"/>
            <ac:spMk id="33" creationId="{94C52C56-BEF2-4E22-8C8E-A7AC96B03A72}"/>
          </ac:spMkLst>
        </pc:spChg>
        <pc:spChg chg="add">
          <ac:chgData name="Asif Muhammad" userId="6b0af2cb-2f76-400b-94d9-178b55ef4f85" providerId="ADAL" clId="{C773E098-F737-4818-AAB9-CA5F25A0078B}" dt="2022-09-13T11:51:13.125" v="109" actId="26606"/>
          <ac:spMkLst>
            <pc:docMk/>
            <pc:sldMk cId="3160386435" sldId="264"/>
            <ac:spMk id="34" creationId="{42285737-90EE-47DC-AC80-8AE156B11969}"/>
          </ac:spMkLst>
        </pc:spChg>
        <pc:grpChg chg="add del">
          <ac:chgData name="Asif Muhammad" userId="6b0af2cb-2f76-400b-94d9-178b55ef4f85" providerId="ADAL" clId="{C773E098-F737-4818-AAB9-CA5F25A0078B}" dt="2022-09-13T11:51:04.709" v="102" actId="26606"/>
          <ac:grpSpMkLst>
            <pc:docMk/>
            <pc:sldMk cId="3160386435" sldId="264"/>
            <ac:grpSpMk id="1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51:06.726" v="104" actId="26606"/>
          <ac:grpSpMkLst>
            <pc:docMk/>
            <pc:sldMk cId="3160386435" sldId="264"/>
            <ac:grpSpMk id="2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51:08.597" v="106" actId="26606"/>
          <ac:grpSpMkLst>
            <pc:docMk/>
            <pc:sldMk cId="3160386435" sldId="264"/>
            <ac:grpSpMk id="28" creationId="{B5A08A69-9EE1-4A9E-96B6-D769D87C2F9E}"/>
          </ac:grpSpMkLst>
        </pc:grpChg>
        <pc:grpChg chg="add">
          <ac:chgData name="Asif Muhammad" userId="6b0af2cb-2f76-400b-94d9-178b55ef4f85" providerId="ADAL" clId="{C773E098-F737-4818-AAB9-CA5F25A0078B}" dt="2022-09-13T11:51:13.125" v="109" actId="26606"/>
          <ac:grpSpMkLst>
            <pc:docMk/>
            <pc:sldMk cId="3160386435" sldId="264"/>
            <ac:grpSpMk id="35" creationId="{B57BDC17-F1B3-455F-BBF1-680AA1F25C06}"/>
          </ac:grpSpMkLst>
        </pc:grpChg>
        <pc:graphicFrameChg chg="add del">
          <ac:chgData name="Asif Muhammad" userId="6b0af2cb-2f76-400b-94d9-178b55ef4f85" providerId="ADAL" clId="{C773E098-F737-4818-AAB9-CA5F25A0078B}" dt="2022-09-13T11:51:04.709" v="102" actId="26606"/>
          <ac:graphicFrameMkLst>
            <pc:docMk/>
            <pc:sldMk cId="3160386435" sldId="264"/>
            <ac:graphicFrameMk id="5" creationId="{50D3C8A0-A4AA-DB33-B461-A375CF881820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51:06.726" v="104" actId="26606"/>
          <ac:graphicFrameMkLst>
            <pc:docMk/>
            <pc:sldMk cId="3160386435" sldId="264"/>
            <ac:graphicFrameMk id="24" creationId="{DA7DBF52-1F36-ABE9-103D-9C11DD41CC88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51:08.597" v="106" actId="26606"/>
          <ac:graphicFrameMkLst>
            <pc:docMk/>
            <pc:sldMk cId="3160386435" sldId="264"/>
            <ac:graphicFrameMk id="29" creationId="{9B7C29D6-9DD2-1933-7383-9FD3DC7310A6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51:13.093" v="108" actId="26606"/>
          <ac:graphicFrameMkLst>
            <pc:docMk/>
            <pc:sldMk cId="3160386435" sldId="264"/>
            <ac:graphicFrameMk id="31" creationId="{6D1D7417-C15A-9CF2-B84A-14F5E0006779}"/>
          </ac:graphicFrameMkLst>
        </pc:graphicFrameChg>
        <pc:graphicFrameChg chg="add">
          <ac:chgData name="Asif Muhammad" userId="6b0af2cb-2f76-400b-94d9-178b55ef4f85" providerId="ADAL" clId="{C773E098-F737-4818-AAB9-CA5F25A0078B}" dt="2022-09-13T11:51:13.125" v="109" actId="26606"/>
          <ac:graphicFrameMkLst>
            <pc:docMk/>
            <pc:sldMk cId="3160386435" sldId="264"/>
            <ac:graphicFrameMk id="36" creationId="{50D3C8A0-A4AA-DB33-B461-A375CF881820}"/>
          </ac:graphicFrameMkLst>
        </pc:graphicFrameChg>
      </pc:sldChg>
      <pc:sldChg chg="addSp delSp modSp mod setBg">
        <pc:chgData name="Asif Muhammad" userId="6b0af2cb-2f76-400b-94d9-178b55ef4f85" providerId="ADAL" clId="{C773E098-F737-4818-AAB9-CA5F25A0078B}" dt="2022-09-13T11:52:02.837" v="127" actId="26606"/>
        <pc:sldMkLst>
          <pc:docMk/>
          <pc:sldMk cId="3694613907" sldId="265"/>
        </pc:sldMkLst>
        <pc:spChg chg="mod">
          <ac:chgData name="Asif Muhammad" userId="6b0af2cb-2f76-400b-94d9-178b55ef4f85" providerId="ADAL" clId="{C773E098-F737-4818-AAB9-CA5F25A0078B}" dt="2022-09-13T11:52:02.837" v="127" actId="26606"/>
          <ac:spMkLst>
            <pc:docMk/>
            <pc:sldMk cId="3694613907" sldId="265"/>
            <ac:spMk id="2" creationId="{48C5F86D-0BEB-4C01-9529-8492A61BCA6C}"/>
          </ac:spMkLst>
        </pc:spChg>
        <pc:spChg chg="add del">
          <ac:chgData name="Asif Muhammad" userId="6b0af2cb-2f76-400b-94d9-178b55ef4f85" providerId="ADAL" clId="{C773E098-F737-4818-AAB9-CA5F25A0078B}" dt="2022-09-13T11:52:02.837" v="127" actId="26606"/>
          <ac:spMkLst>
            <pc:docMk/>
            <pc:sldMk cId="3694613907" sldId="265"/>
            <ac:spMk id="3" creationId="{FE330EB3-20F6-46D8-8825-E0C8361ED5CD}"/>
          </ac:spMkLst>
        </pc:spChg>
        <pc:spChg chg="add del">
          <ac:chgData name="Asif Muhammad" userId="6b0af2cb-2f76-400b-94d9-178b55ef4f85" providerId="ADAL" clId="{C773E098-F737-4818-AAB9-CA5F25A0078B}" dt="2022-09-13T11:52:00.517" v="120" actId="26606"/>
          <ac:spMkLst>
            <pc:docMk/>
            <pc:sldMk cId="3694613907" sldId="265"/>
            <ac:spMk id="9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2:00.517" v="120" actId="26606"/>
          <ac:spMkLst>
            <pc:docMk/>
            <pc:sldMk cId="3694613907" sldId="265"/>
            <ac:spMk id="11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52:01.629" v="122" actId="26606"/>
          <ac:spMkLst>
            <pc:docMk/>
            <pc:sldMk cId="3694613907" sldId="265"/>
            <ac:spMk id="21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2:01.629" v="122" actId="26606"/>
          <ac:spMkLst>
            <pc:docMk/>
            <pc:sldMk cId="3694613907" sldId="265"/>
            <ac:spMk id="22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52:02.285" v="124" actId="26606"/>
          <ac:spMkLst>
            <pc:docMk/>
            <pc:sldMk cId="3694613907" sldId="265"/>
            <ac:spMk id="26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2:02.285" v="124" actId="26606"/>
          <ac:spMkLst>
            <pc:docMk/>
            <pc:sldMk cId="3694613907" sldId="265"/>
            <ac:spMk id="27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52:02.821" v="126" actId="26606"/>
          <ac:spMkLst>
            <pc:docMk/>
            <pc:sldMk cId="3694613907" sldId="265"/>
            <ac:spMk id="31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2:02.821" v="126" actId="26606"/>
          <ac:spMkLst>
            <pc:docMk/>
            <pc:sldMk cId="3694613907" sldId="265"/>
            <ac:spMk id="32" creationId="{42285737-90EE-47DC-AC80-8AE156B11969}"/>
          </ac:spMkLst>
        </pc:spChg>
        <pc:spChg chg="add">
          <ac:chgData name="Asif Muhammad" userId="6b0af2cb-2f76-400b-94d9-178b55ef4f85" providerId="ADAL" clId="{C773E098-F737-4818-AAB9-CA5F25A0078B}" dt="2022-09-13T11:52:02.837" v="127" actId="26606"/>
          <ac:spMkLst>
            <pc:docMk/>
            <pc:sldMk cId="3694613907" sldId="265"/>
            <ac:spMk id="36" creationId="{94C52C56-BEF2-4E22-8C8E-A7AC96B03A72}"/>
          </ac:spMkLst>
        </pc:spChg>
        <pc:spChg chg="add">
          <ac:chgData name="Asif Muhammad" userId="6b0af2cb-2f76-400b-94d9-178b55ef4f85" providerId="ADAL" clId="{C773E098-F737-4818-AAB9-CA5F25A0078B}" dt="2022-09-13T11:52:02.837" v="127" actId="26606"/>
          <ac:spMkLst>
            <pc:docMk/>
            <pc:sldMk cId="3694613907" sldId="265"/>
            <ac:spMk id="37" creationId="{42285737-90EE-47DC-AC80-8AE156B11969}"/>
          </ac:spMkLst>
        </pc:spChg>
        <pc:grpChg chg="add del">
          <ac:chgData name="Asif Muhammad" userId="6b0af2cb-2f76-400b-94d9-178b55ef4f85" providerId="ADAL" clId="{C773E098-F737-4818-AAB9-CA5F25A0078B}" dt="2022-09-13T11:52:00.517" v="120" actId="26606"/>
          <ac:grpSpMkLst>
            <pc:docMk/>
            <pc:sldMk cId="3694613907" sldId="265"/>
            <ac:grpSpMk id="1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52:01.629" v="122" actId="26606"/>
          <ac:grpSpMkLst>
            <pc:docMk/>
            <pc:sldMk cId="3694613907" sldId="265"/>
            <ac:grpSpMk id="2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52:02.285" v="124" actId="26606"/>
          <ac:grpSpMkLst>
            <pc:docMk/>
            <pc:sldMk cId="3694613907" sldId="265"/>
            <ac:grpSpMk id="28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52:02.821" v="126" actId="26606"/>
          <ac:grpSpMkLst>
            <pc:docMk/>
            <pc:sldMk cId="3694613907" sldId="265"/>
            <ac:grpSpMk id="33" creationId="{B57BDC17-F1B3-455F-BBF1-680AA1F25C06}"/>
          </ac:grpSpMkLst>
        </pc:grpChg>
        <pc:grpChg chg="add">
          <ac:chgData name="Asif Muhammad" userId="6b0af2cb-2f76-400b-94d9-178b55ef4f85" providerId="ADAL" clId="{C773E098-F737-4818-AAB9-CA5F25A0078B}" dt="2022-09-13T11:52:02.837" v="127" actId="26606"/>
          <ac:grpSpMkLst>
            <pc:docMk/>
            <pc:sldMk cId="3694613907" sldId="265"/>
            <ac:grpSpMk id="38" creationId="{B57BDC17-F1B3-455F-BBF1-680AA1F25C06}"/>
          </ac:grpSpMkLst>
        </pc:grpChg>
        <pc:graphicFrameChg chg="add del">
          <ac:chgData name="Asif Muhammad" userId="6b0af2cb-2f76-400b-94d9-178b55ef4f85" providerId="ADAL" clId="{C773E098-F737-4818-AAB9-CA5F25A0078B}" dt="2022-09-13T11:52:00.517" v="120" actId="26606"/>
          <ac:graphicFrameMkLst>
            <pc:docMk/>
            <pc:sldMk cId="3694613907" sldId="265"/>
            <ac:graphicFrameMk id="5" creationId="{CE8C68A3-C61A-879E-8C9E-69888C531666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52:01.629" v="122" actId="26606"/>
          <ac:graphicFrameMkLst>
            <pc:docMk/>
            <pc:sldMk cId="3694613907" sldId="265"/>
            <ac:graphicFrameMk id="24" creationId="{B494103D-3BFD-BF31-6258-E2BD8464CB31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52:02.285" v="124" actId="26606"/>
          <ac:graphicFrameMkLst>
            <pc:docMk/>
            <pc:sldMk cId="3694613907" sldId="265"/>
            <ac:graphicFrameMk id="29" creationId="{CE8C68A3-C61A-879E-8C9E-69888C531666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52:02.821" v="126" actId="26606"/>
          <ac:graphicFrameMkLst>
            <pc:docMk/>
            <pc:sldMk cId="3694613907" sldId="265"/>
            <ac:graphicFrameMk id="34" creationId="{B494103D-3BFD-BF31-6258-E2BD8464CB31}"/>
          </ac:graphicFrameMkLst>
        </pc:graphicFrameChg>
        <pc:graphicFrameChg chg="add">
          <ac:chgData name="Asif Muhammad" userId="6b0af2cb-2f76-400b-94d9-178b55ef4f85" providerId="ADAL" clId="{C773E098-F737-4818-AAB9-CA5F25A0078B}" dt="2022-09-13T11:52:02.837" v="127" actId="26606"/>
          <ac:graphicFrameMkLst>
            <pc:docMk/>
            <pc:sldMk cId="3694613907" sldId="265"/>
            <ac:graphicFrameMk id="39" creationId="{CE8C68A3-C61A-879E-8C9E-69888C531666}"/>
          </ac:graphicFrameMkLst>
        </pc:graphicFrameChg>
      </pc:sldChg>
      <pc:sldChg chg="addSp delSp modSp mod setBg">
        <pc:chgData name="Asif Muhammad" userId="6b0af2cb-2f76-400b-94d9-178b55ef4f85" providerId="ADAL" clId="{C773E098-F737-4818-AAB9-CA5F25A0078B}" dt="2022-09-13T11:57:55.590" v="153" actId="26606"/>
        <pc:sldMkLst>
          <pc:docMk/>
          <pc:sldMk cId="3609733816" sldId="266"/>
        </pc:sldMkLst>
        <pc:spChg chg="mod">
          <ac:chgData name="Asif Muhammad" userId="6b0af2cb-2f76-400b-94d9-178b55ef4f85" providerId="ADAL" clId="{C773E098-F737-4818-AAB9-CA5F25A0078B}" dt="2022-09-13T11:57:55.590" v="153" actId="26606"/>
          <ac:spMkLst>
            <pc:docMk/>
            <pc:sldMk cId="3609733816" sldId="266"/>
            <ac:spMk id="2" creationId="{FF712C49-07BE-4285-A024-BD5F83B35F9B}"/>
          </ac:spMkLst>
        </pc:spChg>
        <pc:spChg chg="mod">
          <ac:chgData name="Asif Muhammad" userId="6b0af2cb-2f76-400b-94d9-178b55ef4f85" providerId="ADAL" clId="{C773E098-F737-4818-AAB9-CA5F25A0078B}" dt="2022-09-13T11:57:55.590" v="153" actId="26606"/>
          <ac:spMkLst>
            <pc:docMk/>
            <pc:sldMk cId="3609733816" sldId="266"/>
            <ac:spMk id="3" creationId="{9459A6AB-9B8C-4E57-83DB-1FDE4ACAFB85}"/>
          </ac:spMkLst>
        </pc:spChg>
        <pc:spChg chg="add del">
          <ac:chgData name="Asif Muhammad" userId="6b0af2cb-2f76-400b-94d9-178b55ef4f85" providerId="ADAL" clId="{C773E098-F737-4818-AAB9-CA5F25A0078B}" dt="2022-09-13T11:57:51.935" v="150" actId="26606"/>
          <ac:spMkLst>
            <pc:docMk/>
            <pc:sldMk cId="3609733816" sldId="266"/>
            <ac:spMk id="9" creationId="{85428F22-76B3-4107-AADE-3F9EC95FD325}"/>
          </ac:spMkLst>
        </pc:spChg>
        <pc:spChg chg="add del">
          <ac:chgData name="Asif Muhammad" userId="6b0af2cb-2f76-400b-94d9-178b55ef4f85" providerId="ADAL" clId="{C773E098-F737-4818-AAB9-CA5F25A0078B}" dt="2022-09-13T11:57:55.567" v="152" actId="26606"/>
          <ac:spMkLst>
            <pc:docMk/>
            <pc:sldMk cId="3609733816" sldId="266"/>
            <ac:spMk id="23" creationId="{6AD30037-67ED-4367-9BE0-45787510BF13}"/>
          </ac:spMkLst>
        </pc:spChg>
        <pc:spChg chg="add">
          <ac:chgData name="Asif Muhammad" userId="6b0af2cb-2f76-400b-94d9-178b55ef4f85" providerId="ADAL" clId="{C773E098-F737-4818-AAB9-CA5F25A0078B}" dt="2022-09-13T11:57:55.590" v="153" actId="26606"/>
          <ac:spMkLst>
            <pc:docMk/>
            <pc:sldMk cId="3609733816" sldId="266"/>
            <ac:spMk id="30" creationId="{85428F22-76B3-4107-AADE-3F9EC95FD325}"/>
          </ac:spMkLst>
        </pc:spChg>
        <pc:grpChg chg="add del">
          <ac:chgData name="Asif Muhammad" userId="6b0af2cb-2f76-400b-94d9-178b55ef4f85" providerId="ADAL" clId="{C773E098-F737-4818-AAB9-CA5F25A0078B}" dt="2022-09-13T11:57:51.935" v="150" actId="26606"/>
          <ac:grpSpMkLst>
            <pc:docMk/>
            <pc:sldMk cId="3609733816" sldId="266"/>
            <ac:grpSpMk id="11" creationId="{5346FBCF-5353-4172-96F5-4B7EB07777C4}"/>
          </ac:grpSpMkLst>
        </pc:grpChg>
        <pc:grpChg chg="add del">
          <ac:chgData name="Asif Muhammad" userId="6b0af2cb-2f76-400b-94d9-178b55ef4f85" providerId="ADAL" clId="{C773E098-F737-4818-AAB9-CA5F25A0078B}" dt="2022-09-13T11:57:51.935" v="150" actId="26606"/>
          <ac:grpSpMkLst>
            <pc:docMk/>
            <pc:sldMk cId="3609733816" sldId="266"/>
            <ac:grpSpMk id="15" creationId="{78326E10-C8CB-487F-A110-F861268DE619}"/>
          </ac:grpSpMkLst>
        </pc:grpChg>
        <pc:grpChg chg="add del">
          <ac:chgData name="Asif Muhammad" userId="6b0af2cb-2f76-400b-94d9-178b55ef4f85" providerId="ADAL" clId="{C773E098-F737-4818-AAB9-CA5F25A0078B}" dt="2022-09-13T11:57:55.567" v="152" actId="26606"/>
          <ac:grpSpMkLst>
            <pc:docMk/>
            <pc:sldMk cId="3609733816" sldId="266"/>
            <ac:grpSpMk id="25" creationId="{50841A4E-5BC1-44B4-83CF-D524E8AEAD64}"/>
          </ac:grpSpMkLst>
        </pc:grpChg>
        <pc:grpChg chg="add">
          <ac:chgData name="Asif Muhammad" userId="6b0af2cb-2f76-400b-94d9-178b55ef4f85" providerId="ADAL" clId="{C773E098-F737-4818-AAB9-CA5F25A0078B}" dt="2022-09-13T11:57:55.590" v="153" actId="26606"/>
          <ac:grpSpMkLst>
            <pc:docMk/>
            <pc:sldMk cId="3609733816" sldId="266"/>
            <ac:grpSpMk id="31" creationId="{5346FBCF-5353-4172-96F5-4B7EB07777C4}"/>
          </ac:grpSpMkLst>
        </pc:grpChg>
        <pc:grpChg chg="add">
          <ac:chgData name="Asif Muhammad" userId="6b0af2cb-2f76-400b-94d9-178b55ef4f85" providerId="ADAL" clId="{C773E098-F737-4818-AAB9-CA5F25A0078B}" dt="2022-09-13T11:57:55.590" v="153" actId="26606"/>
          <ac:grpSpMkLst>
            <pc:docMk/>
            <pc:sldMk cId="3609733816" sldId="266"/>
            <ac:grpSpMk id="32" creationId="{78326E10-C8CB-487F-A110-F861268DE619}"/>
          </ac:grpSpMkLst>
        </pc:grpChg>
        <pc:picChg chg="add del">
          <ac:chgData name="Asif Muhammad" userId="6b0af2cb-2f76-400b-94d9-178b55ef4f85" providerId="ADAL" clId="{C773E098-F737-4818-AAB9-CA5F25A0078B}" dt="2022-09-13T11:57:51.935" v="150" actId="26606"/>
          <ac:picMkLst>
            <pc:docMk/>
            <pc:sldMk cId="3609733816" sldId="266"/>
            <ac:picMk id="5" creationId="{6DBBBB6C-1891-9C97-BDE3-200436DBF156}"/>
          </ac:picMkLst>
        </pc:picChg>
        <pc:picChg chg="add del">
          <ac:chgData name="Asif Muhammad" userId="6b0af2cb-2f76-400b-94d9-178b55ef4f85" providerId="ADAL" clId="{C773E098-F737-4818-AAB9-CA5F25A0078B}" dt="2022-09-13T11:57:55.567" v="152" actId="26606"/>
          <ac:picMkLst>
            <pc:docMk/>
            <pc:sldMk cId="3609733816" sldId="266"/>
            <ac:picMk id="24" creationId="{9CA8DE3E-E785-11AB-A94E-2A4B78CDDC6F}"/>
          </ac:picMkLst>
        </pc:picChg>
        <pc:picChg chg="add">
          <ac:chgData name="Asif Muhammad" userId="6b0af2cb-2f76-400b-94d9-178b55ef4f85" providerId="ADAL" clId="{C773E098-F737-4818-AAB9-CA5F25A0078B}" dt="2022-09-13T11:57:55.590" v="153" actId="26606"/>
          <ac:picMkLst>
            <pc:docMk/>
            <pc:sldMk cId="3609733816" sldId="266"/>
            <ac:picMk id="33" creationId="{6DBBBB6C-1891-9C97-BDE3-200436DBF156}"/>
          </ac:picMkLst>
        </pc:picChg>
      </pc:sldChg>
      <pc:sldChg chg="addSp modSp mod setBg">
        <pc:chgData name="Asif Muhammad" userId="6b0af2cb-2f76-400b-94d9-178b55ef4f85" providerId="ADAL" clId="{C773E098-F737-4818-AAB9-CA5F25A0078B}" dt="2022-09-13T12:01:31.133" v="163" actId="26606"/>
        <pc:sldMkLst>
          <pc:docMk/>
          <pc:sldMk cId="1859270711" sldId="267"/>
        </pc:sldMkLst>
        <pc:spChg chg="mod">
          <ac:chgData name="Asif Muhammad" userId="6b0af2cb-2f76-400b-94d9-178b55ef4f85" providerId="ADAL" clId="{C773E098-F737-4818-AAB9-CA5F25A0078B}" dt="2022-09-13T12:01:31.133" v="163" actId="26606"/>
          <ac:spMkLst>
            <pc:docMk/>
            <pc:sldMk cId="1859270711" sldId="267"/>
            <ac:spMk id="2" creationId="{4387BFE9-44FC-4A02-B56D-4626D6FCBAB8}"/>
          </ac:spMkLst>
        </pc:spChg>
        <pc:spChg chg="mod">
          <ac:chgData name="Asif Muhammad" userId="6b0af2cb-2f76-400b-94d9-178b55ef4f85" providerId="ADAL" clId="{C773E098-F737-4818-AAB9-CA5F25A0078B}" dt="2022-09-13T12:01:31.133" v="163" actId="26606"/>
          <ac:spMkLst>
            <pc:docMk/>
            <pc:sldMk cId="1859270711" sldId="267"/>
            <ac:spMk id="3" creationId="{54ED5DB5-F99F-46C4-ADC0-E2CECC5294D7}"/>
          </ac:spMkLst>
        </pc:spChg>
        <pc:spChg chg="add">
          <ac:chgData name="Asif Muhammad" userId="6b0af2cb-2f76-400b-94d9-178b55ef4f85" providerId="ADAL" clId="{C773E098-F737-4818-AAB9-CA5F25A0078B}" dt="2022-09-13T12:01:31.133" v="163" actId="26606"/>
          <ac:spMkLst>
            <pc:docMk/>
            <pc:sldMk cId="1859270711" sldId="267"/>
            <ac:spMk id="8" creationId="{01355D4F-439D-46D1-9007-6D39B8422A19}"/>
          </ac:spMkLst>
        </pc:spChg>
        <pc:grpChg chg="add">
          <ac:chgData name="Asif Muhammad" userId="6b0af2cb-2f76-400b-94d9-178b55ef4f85" providerId="ADAL" clId="{C773E098-F737-4818-AAB9-CA5F25A0078B}" dt="2022-09-13T12:01:31.133" v="163" actId="26606"/>
          <ac:grpSpMkLst>
            <pc:docMk/>
            <pc:sldMk cId="1859270711" sldId="267"/>
            <ac:grpSpMk id="10" creationId="{BAACB4EA-FD87-4345-AC16-8265F9596779}"/>
          </ac:grpSpMkLst>
        </pc:grpChg>
      </pc:sldChg>
      <pc:sldChg chg="addSp delSp mod">
        <pc:chgData name="Asif Muhammad" userId="6b0af2cb-2f76-400b-94d9-178b55ef4f85" providerId="ADAL" clId="{C773E098-F737-4818-AAB9-CA5F25A0078B}" dt="2022-09-13T12:02:45.782" v="171" actId="26606"/>
        <pc:sldMkLst>
          <pc:docMk/>
          <pc:sldMk cId="904793839" sldId="268"/>
        </pc:sldMkLst>
        <pc:spChg chg="del">
          <ac:chgData name="Asif Muhammad" userId="6b0af2cb-2f76-400b-94d9-178b55ef4f85" providerId="ADAL" clId="{C773E098-F737-4818-AAB9-CA5F25A0078B}" dt="2022-09-13T12:02:45.782" v="171" actId="26606"/>
          <ac:spMkLst>
            <pc:docMk/>
            <pc:sldMk cId="904793839" sldId="268"/>
            <ac:spMk id="3" creationId="{0FF04B9E-A2AF-4228-B153-B1C7209BC44C}"/>
          </ac:spMkLst>
        </pc:spChg>
        <pc:graphicFrameChg chg="add">
          <ac:chgData name="Asif Muhammad" userId="6b0af2cb-2f76-400b-94d9-178b55ef4f85" providerId="ADAL" clId="{C773E098-F737-4818-AAB9-CA5F25A0078B}" dt="2022-09-13T12:02:45.782" v="171" actId="26606"/>
          <ac:graphicFrameMkLst>
            <pc:docMk/>
            <pc:sldMk cId="904793839" sldId="268"/>
            <ac:graphicFrameMk id="5" creationId="{793B293E-3E37-C07A-0637-C44EC2EBC472}"/>
          </ac:graphicFrameMkLst>
        </pc:graphicFrameChg>
      </pc:sldChg>
      <pc:sldChg chg="addSp delSp modSp mod setBg">
        <pc:chgData name="Asif Muhammad" userId="6b0af2cb-2f76-400b-94d9-178b55ef4f85" providerId="ADAL" clId="{C773E098-F737-4818-AAB9-CA5F25A0078B}" dt="2022-09-13T12:06:17.701" v="187" actId="26606"/>
        <pc:sldMkLst>
          <pc:docMk/>
          <pc:sldMk cId="1104332737" sldId="269"/>
        </pc:sldMkLst>
        <pc:spChg chg="mod">
          <ac:chgData name="Asif Muhammad" userId="6b0af2cb-2f76-400b-94d9-178b55ef4f85" providerId="ADAL" clId="{C773E098-F737-4818-AAB9-CA5F25A0078B}" dt="2022-09-13T12:06:17.686" v="186" actId="26606"/>
          <ac:spMkLst>
            <pc:docMk/>
            <pc:sldMk cId="1104332737" sldId="269"/>
            <ac:spMk id="2" creationId="{B36D0415-B586-427E-BDA4-51E009B267C8}"/>
          </ac:spMkLst>
        </pc:spChg>
        <pc:spChg chg="add del mod">
          <ac:chgData name="Asif Muhammad" userId="6b0af2cb-2f76-400b-94d9-178b55ef4f85" providerId="ADAL" clId="{C773E098-F737-4818-AAB9-CA5F25A0078B}" dt="2022-09-13T12:06:17.701" v="187" actId="26606"/>
          <ac:spMkLst>
            <pc:docMk/>
            <pc:sldMk cId="1104332737" sldId="269"/>
            <ac:spMk id="3" creationId="{403B8F41-EE8D-404A-8B3F-46063C5D5651}"/>
          </ac:spMkLst>
        </pc:spChg>
        <pc:spChg chg="add del">
          <ac:chgData name="Asif Muhammad" userId="6b0af2cb-2f76-400b-94d9-178b55ef4f85" providerId="ADAL" clId="{C773E098-F737-4818-AAB9-CA5F25A0078B}" dt="2022-09-13T12:06:08.334" v="182" actId="26606"/>
          <ac:spMkLst>
            <pc:docMk/>
            <pc:sldMk cId="1104332737" sldId="269"/>
            <ac:spMk id="8" creationId="{99CAC3B1-4879-424D-8F15-206277196159}"/>
          </ac:spMkLst>
        </pc:spChg>
        <pc:spChg chg="add del">
          <ac:chgData name="Asif Muhammad" userId="6b0af2cb-2f76-400b-94d9-178b55ef4f85" providerId="ADAL" clId="{C773E098-F737-4818-AAB9-CA5F25A0078B}" dt="2022-09-13T12:06:17.686" v="186" actId="26606"/>
          <ac:spMkLst>
            <pc:docMk/>
            <pc:sldMk cId="1104332737" sldId="269"/>
            <ac:spMk id="9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2:06:08.334" v="182" actId="26606"/>
          <ac:spMkLst>
            <pc:docMk/>
            <pc:sldMk cId="1104332737" sldId="269"/>
            <ac:spMk id="10" creationId="{E34CC1C8-EBDD-4AEA-83E6-B27575B62E2E}"/>
          </ac:spMkLst>
        </pc:spChg>
        <pc:spChg chg="add del">
          <ac:chgData name="Asif Muhammad" userId="6b0af2cb-2f76-400b-94d9-178b55ef4f85" providerId="ADAL" clId="{C773E098-F737-4818-AAB9-CA5F25A0078B}" dt="2022-09-13T12:06:17.686" v="186" actId="26606"/>
          <ac:spMkLst>
            <pc:docMk/>
            <pc:sldMk cId="1104332737" sldId="269"/>
            <ac:spMk id="11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2:06:08.334" v="182" actId="26606"/>
          <ac:spMkLst>
            <pc:docMk/>
            <pc:sldMk cId="1104332737" sldId="269"/>
            <ac:spMk id="12" creationId="{D6B38644-B85D-4211-9526-5B4C2A662BF7}"/>
          </ac:spMkLst>
        </pc:spChg>
        <pc:spChg chg="add del">
          <ac:chgData name="Asif Muhammad" userId="6b0af2cb-2f76-400b-94d9-178b55ef4f85" providerId="ADAL" clId="{C773E098-F737-4818-AAB9-CA5F25A0078B}" dt="2022-09-13T12:06:08.334" v="182" actId="26606"/>
          <ac:spMkLst>
            <pc:docMk/>
            <pc:sldMk cId="1104332737" sldId="269"/>
            <ac:spMk id="14" creationId="{8A8B2820-6B8F-4C19-BFC5-D28EE44E54CB}"/>
          </ac:spMkLst>
        </pc:spChg>
        <pc:spChg chg="add del">
          <ac:chgData name="Asif Muhammad" userId="6b0af2cb-2f76-400b-94d9-178b55ef4f85" providerId="ADAL" clId="{C773E098-F737-4818-AAB9-CA5F25A0078B}" dt="2022-09-13T12:06:08.334" v="182" actId="26606"/>
          <ac:spMkLst>
            <pc:docMk/>
            <pc:sldMk cId="1104332737" sldId="269"/>
            <ac:spMk id="16" creationId="{DCA45AB7-441E-40A8-A98B-557D68F48A48}"/>
          </ac:spMkLst>
        </pc:spChg>
        <pc:spChg chg="add del">
          <ac:chgData name="Asif Muhammad" userId="6b0af2cb-2f76-400b-94d9-178b55ef4f85" providerId="ADAL" clId="{C773E098-F737-4818-AAB9-CA5F25A0078B}" dt="2022-09-13T12:06:08.334" v="182" actId="26606"/>
          <ac:spMkLst>
            <pc:docMk/>
            <pc:sldMk cId="1104332737" sldId="269"/>
            <ac:spMk id="18" creationId="{5F516030-4F00-4C48-AD93-91EFA17A1AC3}"/>
          </ac:spMkLst>
        </pc:spChg>
        <pc:spChg chg="add del">
          <ac:chgData name="Asif Muhammad" userId="6b0af2cb-2f76-400b-94d9-178b55ef4f85" providerId="ADAL" clId="{C773E098-F737-4818-AAB9-CA5F25A0078B}" dt="2022-09-13T12:06:08.334" v="182" actId="26606"/>
          <ac:spMkLst>
            <pc:docMk/>
            <pc:sldMk cId="1104332737" sldId="269"/>
            <ac:spMk id="20" creationId="{5820085E-2582-4A95-98EE-45DFFD5C017C}"/>
          </ac:spMkLst>
        </pc:spChg>
        <pc:spChg chg="add del">
          <ac:chgData name="Asif Muhammad" userId="6b0af2cb-2f76-400b-94d9-178b55ef4f85" providerId="ADAL" clId="{C773E098-F737-4818-AAB9-CA5F25A0078B}" dt="2022-09-13T12:06:12.062" v="184" actId="26606"/>
          <ac:spMkLst>
            <pc:docMk/>
            <pc:sldMk cId="1104332737" sldId="269"/>
            <ac:spMk id="22" creationId="{C8643778-7F6C-4E8D-84D1-D5CDB9928191}"/>
          </ac:spMkLst>
        </pc:spChg>
        <pc:spChg chg="add del">
          <ac:chgData name="Asif Muhammad" userId="6b0af2cb-2f76-400b-94d9-178b55ef4f85" providerId="ADAL" clId="{C773E098-F737-4818-AAB9-CA5F25A0078B}" dt="2022-09-13T12:06:12.062" v="184" actId="26606"/>
          <ac:spMkLst>
            <pc:docMk/>
            <pc:sldMk cId="1104332737" sldId="269"/>
            <ac:spMk id="23" creationId="{1D22F88D-6907-48AF-B024-346E855E0D96}"/>
          </ac:spMkLst>
        </pc:spChg>
        <pc:grpChg chg="add del">
          <ac:chgData name="Asif Muhammad" userId="6b0af2cb-2f76-400b-94d9-178b55ef4f85" providerId="ADAL" clId="{C773E098-F737-4818-AAB9-CA5F25A0078B}" dt="2022-09-13T12:06:17.686" v="186" actId="26606"/>
          <ac:grpSpMkLst>
            <pc:docMk/>
            <pc:sldMk cId="1104332737" sldId="269"/>
            <ac:grpSpMk id="1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2:06:12.062" v="184" actId="26606"/>
          <ac:grpSpMkLst>
            <pc:docMk/>
            <pc:sldMk cId="1104332737" sldId="269"/>
            <ac:grpSpMk id="24" creationId="{F3842748-48B5-4DD0-A06A-A31C74024A99}"/>
          </ac:grpSpMkLst>
        </pc:grpChg>
        <pc:graphicFrameChg chg="add del">
          <ac:chgData name="Asif Muhammad" userId="6b0af2cb-2f76-400b-94d9-178b55ef4f85" providerId="ADAL" clId="{C773E098-F737-4818-AAB9-CA5F25A0078B}" dt="2022-09-13T12:06:17.686" v="186" actId="26606"/>
          <ac:graphicFrameMkLst>
            <pc:docMk/>
            <pc:sldMk cId="1104332737" sldId="269"/>
            <ac:graphicFrameMk id="5" creationId="{8019FB4D-4785-8046-3909-5276F0EE9147}"/>
          </ac:graphicFrameMkLst>
        </pc:graphicFrameChg>
        <pc:graphicFrameChg chg="add">
          <ac:chgData name="Asif Muhammad" userId="6b0af2cb-2f76-400b-94d9-178b55ef4f85" providerId="ADAL" clId="{C773E098-F737-4818-AAB9-CA5F25A0078B}" dt="2022-09-13T12:06:17.701" v="187" actId="26606"/>
          <ac:graphicFrameMkLst>
            <pc:docMk/>
            <pc:sldMk cId="1104332737" sldId="269"/>
            <ac:graphicFrameMk id="33" creationId="{06B86671-1D36-C809-C070-4E4114ACA05E}"/>
          </ac:graphicFrameMkLst>
        </pc:graphicFrameChg>
      </pc:sldChg>
      <pc:sldChg chg="addSp modSp mod setBg">
        <pc:chgData name="Asif Muhammad" userId="6b0af2cb-2f76-400b-94d9-178b55ef4f85" providerId="ADAL" clId="{C773E098-F737-4818-AAB9-CA5F25A0078B}" dt="2022-09-13T12:07:35.774" v="193" actId="26606"/>
        <pc:sldMkLst>
          <pc:docMk/>
          <pc:sldMk cId="122368288" sldId="270"/>
        </pc:sldMkLst>
        <pc:spChg chg="mod">
          <ac:chgData name="Asif Muhammad" userId="6b0af2cb-2f76-400b-94d9-178b55ef4f85" providerId="ADAL" clId="{C773E098-F737-4818-AAB9-CA5F25A0078B}" dt="2022-09-13T12:07:35.774" v="193" actId="26606"/>
          <ac:spMkLst>
            <pc:docMk/>
            <pc:sldMk cId="122368288" sldId="270"/>
            <ac:spMk id="2" creationId="{5849E55B-4965-4C77-BE9A-7A037E6AD699}"/>
          </ac:spMkLst>
        </pc:spChg>
        <pc:spChg chg="mod">
          <ac:chgData name="Asif Muhammad" userId="6b0af2cb-2f76-400b-94d9-178b55ef4f85" providerId="ADAL" clId="{C773E098-F737-4818-AAB9-CA5F25A0078B}" dt="2022-09-13T12:07:35.774" v="193" actId="26606"/>
          <ac:spMkLst>
            <pc:docMk/>
            <pc:sldMk cId="122368288" sldId="270"/>
            <ac:spMk id="3" creationId="{53913AB4-7CA8-4759-B4E3-D11E6CF3F713}"/>
          </ac:spMkLst>
        </pc:spChg>
        <pc:spChg chg="add">
          <ac:chgData name="Asif Muhammad" userId="6b0af2cb-2f76-400b-94d9-178b55ef4f85" providerId="ADAL" clId="{C773E098-F737-4818-AAB9-CA5F25A0078B}" dt="2022-09-13T12:07:35.774" v="193" actId="26606"/>
          <ac:spMkLst>
            <pc:docMk/>
            <pc:sldMk cId="122368288" sldId="270"/>
            <ac:spMk id="9" creationId="{85428F22-76B3-4107-AADE-3F9EC95FD325}"/>
          </ac:spMkLst>
        </pc:spChg>
        <pc:grpChg chg="add">
          <ac:chgData name="Asif Muhammad" userId="6b0af2cb-2f76-400b-94d9-178b55ef4f85" providerId="ADAL" clId="{C773E098-F737-4818-AAB9-CA5F25A0078B}" dt="2022-09-13T12:07:35.774" v="193" actId="26606"/>
          <ac:grpSpMkLst>
            <pc:docMk/>
            <pc:sldMk cId="122368288" sldId="270"/>
            <ac:grpSpMk id="11" creationId="{5346FBCF-5353-4172-96F5-4B7EB07777C4}"/>
          </ac:grpSpMkLst>
        </pc:grpChg>
        <pc:grpChg chg="add">
          <ac:chgData name="Asif Muhammad" userId="6b0af2cb-2f76-400b-94d9-178b55ef4f85" providerId="ADAL" clId="{C773E098-F737-4818-AAB9-CA5F25A0078B}" dt="2022-09-13T12:07:35.774" v="193" actId="26606"/>
          <ac:grpSpMkLst>
            <pc:docMk/>
            <pc:sldMk cId="122368288" sldId="270"/>
            <ac:grpSpMk id="15" creationId="{78326E10-C8CB-487F-A110-F861268DE619}"/>
          </ac:grpSpMkLst>
        </pc:grpChg>
        <pc:picChg chg="add">
          <ac:chgData name="Asif Muhammad" userId="6b0af2cb-2f76-400b-94d9-178b55ef4f85" providerId="ADAL" clId="{C773E098-F737-4818-AAB9-CA5F25A0078B}" dt="2022-09-13T12:07:35.774" v="193" actId="26606"/>
          <ac:picMkLst>
            <pc:docMk/>
            <pc:sldMk cId="122368288" sldId="270"/>
            <ac:picMk id="5" creationId="{9D38D986-99DF-C332-F354-98D178AFB256}"/>
          </ac:picMkLst>
        </pc:picChg>
      </pc:sldChg>
      <pc:sldChg chg="addSp delSp modSp mod setBg">
        <pc:chgData name="Asif Muhammad" userId="6b0af2cb-2f76-400b-94d9-178b55ef4f85" providerId="ADAL" clId="{C773E098-F737-4818-AAB9-CA5F25A0078B}" dt="2022-09-13T12:30:55.035" v="226" actId="20577"/>
        <pc:sldMkLst>
          <pc:docMk/>
          <pc:sldMk cId="865858107" sldId="271"/>
        </pc:sldMkLst>
        <pc:spChg chg="mod">
          <ac:chgData name="Asif Muhammad" userId="6b0af2cb-2f76-400b-94d9-178b55ef4f85" providerId="ADAL" clId="{C773E098-F737-4818-AAB9-CA5F25A0078B}" dt="2022-09-13T12:29:48.181" v="218" actId="26606"/>
          <ac:spMkLst>
            <pc:docMk/>
            <pc:sldMk cId="865858107" sldId="271"/>
            <ac:spMk id="2" creationId="{A9B10BD5-23F0-4316-B2E7-9CFEE09A58A9}"/>
          </ac:spMkLst>
        </pc:spChg>
        <pc:spChg chg="add del">
          <ac:chgData name="Asif Muhammad" userId="6b0af2cb-2f76-400b-94d9-178b55ef4f85" providerId="ADAL" clId="{C773E098-F737-4818-AAB9-CA5F25A0078B}" dt="2022-09-13T12:29:48.181" v="218" actId="26606"/>
          <ac:spMkLst>
            <pc:docMk/>
            <pc:sldMk cId="865858107" sldId="271"/>
            <ac:spMk id="3" creationId="{64E0EE83-1A97-4014-B37D-239383EE42DB}"/>
          </ac:spMkLst>
        </pc:spChg>
        <pc:spChg chg="add del">
          <ac:chgData name="Asif Muhammad" userId="6b0af2cb-2f76-400b-94d9-178b55ef4f85" providerId="ADAL" clId="{C773E098-F737-4818-AAB9-CA5F25A0078B}" dt="2022-09-13T12:29:45.878" v="213" actId="26606"/>
          <ac:spMkLst>
            <pc:docMk/>
            <pc:sldMk cId="865858107" sldId="271"/>
            <ac:spMk id="9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2:29:45.878" v="213" actId="26606"/>
          <ac:spMkLst>
            <pc:docMk/>
            <pc:sldMk cId="865858107" sldId="271"/>
            <ac:spMk id="11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2:29:46.801" v="215" actId="26606"/>
          <ac:spMkLst>
            <pc:docMk/>
            <pc:sldMk cId="865858107" sldId="271"/>
            <ac:spMk id="19" creationId="{A27AE693-58E8-48BC-8ED0-568ABFEABB35}"/>
          </ac:spMkLst>
        </pc:spChg>
        <pc:spChg chg="add del">
          <ac:chgData name="Asif Muhammad" userId="6b0af2cb-2f76-400b-94d9-178b55ef4f85" providerId="ADAL" clId="{C773E098-F737-4818-AAB9-CA5F25A0078B}" dt="2022-09-13T12:29:46.801" v="215" actId="26606"/>
          <ac:spMkLst>
            <pc:docMk/>
            <pc:sldMk cId="865858107" sldId="271"/>
            <ac:spMk id="21" creationId="{BED1B64B-251E-446A-A285-6626C4EC010D}"/>
          </ac:spMkLst>
        </pc:spChg>
        <pc:spChg chg="add del">
          <ac:chgData name="Asif Muhammad" userId="6b0af2cb-2f76-400b-94d9-178b55ef4f85" providerId="ADAL" clId="{C773E098-F737-4818-AAB9-CA5F25A0078B}" dt="2022-09-13T12:29:48.167" v="217" actId="26606"/>
          <ac:spMkLst>
            <pc:docMk/>
            <pc:sldMk cId="865858107" sldId="271"/>
            <ac:spMk id="26" creationId="{BED1B64B-251E-446A-A285-6626C4EC010D}"/>
          </ac:spMkLst>
        </pc:spChg>
        <pc:spChg chg="add del">
          <ac:chgData name="Asif Muhammad" userId="6b0af2cb-2f76-400b-94d9-178b55ef4f85" providerId="ADAL" clId="{C773E098-F737-4818-AAB9-CA5F25A0078B}" dt="2022-09-13T12:29:48.167" v="217" actId="26606"/>
          <ac:spMkLst>
            <pc:docMk/>
            <pc:sldMk cId="865858107" sldId="271"/>
            <ac:spMk id="29" creationId="{A27AE693-58E8-48BC-8ED0-568ABFEABB35}"/>
          </ac:spMkLst>
        </pc:spChg>
        <pc:spChg chg="add">
          <ac:chgData name="Asif Muhammad" userId="6b0af2cb-2f76-400b-94d9-178b55ef4f85" providerId="ADAL" clId="{C773E098-F737-4818-AAB9-CA5F25A0078B}" dt="2022-09-13T12:29:48.181" v="218" actId="26606"/>
          <ac:spMkLst>
            <pc:docMk/>
            <pc:sldMk cId="865858107" sldId="271"/>
            <ac:spMk id="32" creationId="{6AD30037-67ED-4367-9BE0-45787510BF13}"/>
          </ac:spMkLst>
        </pc:spChg>
        <pc:spChg chg="add mod">
          <ac:chgData name="Asif Muhammad" userId="6b0af2cb-2f76-400b-94d9-178b55ef4f85" providerId="ADAL" clId="{C773E098-F737-4818-AAB9-CA5F25A0078B}" dt="2022-09-13T12:30:55.035" v="226" actId="20577"/>
          <ac:spMkLst>
            <pc:docMk/>
            <pc:sldMk cId="865858107" sldId="271"/>
            <ac:spMk id="36" creationId="{64E0EE83-1A97-4014-B37D-239383EE42DB}"/>
          </ac:spMkLst>
        </pc:spChg>
        <pc:grpChg chg="add del">
          <ac:chgData name="Asif Muhammad" userId="6b0af2cb-2f76-400b-94d9-178b55ef4f85" providerId="ADAL" clId="{C773E098-F737-4818-AAB9-CA5F25A0078B}" dt="2022-09-13T12:29:45.878" v="213" actId="26606"/>
          <ac:grpSpMkLst>
            <pc:docMk/>
            <pc:sldMk cId="865858107" sldId="271"/>
            <ac:grpSpMk id="1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2:29:46.801" v="215" actId="26606"/>
          <ac:grpSpMkLst>
            <pc:docMk/>
            <pc:sldMk cId="865858107" sldId="271"/>
            <ac:grpSpMk id="22" creationId="{CD02B5D1-60D4-4D5B-AFD9-C986E227431B}"/>
          </ac:grpSpMkLst>
        </pc:grpChg>
        <pc:grpChg chg="add del">
          <ac:chgData name="Asif Muhammad" userId="6b0af2cb-2f76-400b-94d9-178b55ef4f85" providerId="ADAL" clId="{C773E098-F737-4818-AAB9-CA5F25A0078B}" dt="2022-09-13T12:29:48.167" v="217" actId="26606"/>
          <ac:grpSpMkLst>
            <pc:docMk/>
            <pc:sldMk cId="865858107" sldId="271"/>
            <ac:grpSpMk id="27" creationId="{CD02B5D1-60D4-4D5B-AFD9-C986E227431B}"/>
          </ac:grpSpMkLst>
        </pc:grpChg>
        <pc:grpChg chg="add">
          <ac:chgData name="Asif Muhammad" userId="6b0af2cb-2f76-400b-94d9-178b55ef4f85" providerId="ADAL" clId="{C773E098-F737-4818-AAB9-CA5F25A0078B}" dt="2022-09-13T12:29:48.181" v="218" actId="26606"/>
          <ac:grpSpMkLst>
            <pc:docMk/>
            <pc:sldMk cId="865858107" sldId="271"/>
            <ac:grpSpMk id="34" creationId="{50841A4E-5BC1-44B4-83CF-D524E8AEAD64}"/>
          </ac:grpSpMkLst>
        </pc:grpChg>
        <pc:graphicFrameChg chg="add del">
          <ac:chgData name="Asif Muhammad" userId="6b0af2cb-2f76-400b-94d9-178b55ef4f85" providerId="ADAL" clId="{C773E098-F737-4818-AAB9-CA5F25A0078B}" dt="2022-09-13T12:29:45.878" v="213" actId="26606"/>
          <ac:graphicFrameMkLst>
            <pc:docMk/>
            <pc:sldMk cId="865858107" sldId="271"/>
            <ac:graphicFrameMk id="5" creationId="{80C9F66F-356B-2CB0-9479-7FCC9DF032CB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2:29:46.801" v="215" actId="26606"/>
          <ac:graphicFrameMkLst>
            <pc:docMk/>
            <pc:sldMk cId="865858107" sldId="271"/>
            <ac:graphicFrameMk id="24" creationId="{A26A953A-F8EA-F3B1-8AAB-CF90ABEED91B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2:29:48.167" v="217" actId="26606"/>
          <ac:graphicFrameMkLst>
            <pc:docMk/>
            <pc:sldMk cId="865858107" sldId="271"/>
            <ac:graphicFrameMk id="30" creationId="{E53B5DD7-909B-0261-29F5-4EDEE0BA7E8A}"/>
          </ac:graphicFrameMkLst>
        </pc:graphicFrameChg>
        <pc:picChg chg="add">
          <ac:chgData name="Asif Muhammad" userId="6b0af2cb-2f76-400b-94d9-178b55ef4f85" providerId="ADAL" clId="{C773E098-F737-4818-AAB9-CA5F25A0078B}" dt="2022-09-13T12:29:48.181" v="218" actId="26606"/>
          <ac:picMkLst>
            <pc:docMk/>
            <pc:sldMk cId="865858107" sldId="271"/>
            <ac:picMk id="33" creationId="{FA7CFE45-D280-47DD-F79F-6581A9D91E55}"/>
          </ac:picMkLst>
        </pc:picChg>
      </pc:sldChg>
      <pc:sldChg chg="addSp modSp mod setBg">
        <pc:chgData name="Asif Muhammad" userId="6b0af2cb-2f76-400b-94d9-178b55ef4f85" providerId="ADAL" clId="{C773E098-F737-4818-AAB9-CA5F25A0078B}" dt="2022-09-13T12:31:51.378" v="232" actId="26606"/>
        <pc:sldMkLst>
          <pc:docMk/>
          <pc:sldMk cId="1143958846" sldId="272"/>
        </pc:sldMkLst>
        <pc:spChg chg="mod">
          <ac:chgData name="Asif Muhammad" userId="6b0af2cb-2f76-400b-94d9-178b55ef4f85" providerId="ADAL" clId="{C773E098-F737-4818-AAB9-CA5F25A0078B}" dt="2022-09-13T12:31:51.378" v="232" actId="26606"/>
          <ac:spMkLst>
            <pc:docMk/>
            <pc:sldMk cId="1143958846" sldId="272"/>
            <ac:spMk id="2" creationId="{A9B10BD5-23F0-4316-B2E7-9CFEE09A58A9}"/>
          </ac:spMkLst>
        </pc:spChg>
        <pc:spChg chg="mod">
          <ac:chgData name="Asif Muhammad" userId="6b0af2cb-2f76-400b-94d9-178b55ef4f85" providerId="ADAL" clId="{C773E098-F737-4818-AAB9-CA5F25A0078B}" dt="2022-09-13T12:31:51.378" v="232" actId="26606"/>
          <ac:spMkLst>
            <pc:docMk/>
            <pc:sldMk cId="1143958846" sldId="272"/>
            <ac:spMk id="3" creationId="{64E0EE83-1A97-4014-B37D-239383EE42DB}"/>
          </ac:spMkLst>
        </pc:spChg>
        <pc:spChg chg="add">
          <ac:chgData name="Asif Muhammad" userId="6b0af2cb-2f76-400b-94d9-178b55ef4f85" providerId="ADAL" clId="{C773E098-F737-4818-AAB9-CA5F25A0078B}" dt="2022-09-13T12:31:51.378" v="232" actId="26606"/>
          <ac:spMkLst>
            <pc:docMk/>
            <pc:sldMk cId="1143958846" sldId="272"/>
            <ac:spMk id="9" creationId="{6AD30037-67ED-4367-9BE0-45787510BF13}"/>
          </ac:spMkLst>
        </pc:spChg>
        <pc:grpChg chg="add">
          <ac:chgData name="Asif Muhammad" userId="6b0af2cb-2f76-400b-94d9-178b55ef4f85" providerId="ADAL" clId="{C773E098-F737-4818-AAB9-CA5F25A0078B}" dt="2022-09-13T12:31:51.378" v="232" actId="26606"/>
          <ac:grpSpMkLst>
            <pc:docMk/>
            <pc:sldMk cId="1143958846" sldId="272"/>
            <ac:grpSpMk id="11" creationId="{50841A4E-5BC1-44B4-83CF-D524E8AEAD64}"/>
          </ac:grpSpMkLst>
        </pc:grpChg>
        <pc:picChg chg="add">
          <ac:chgData name="Asif Muhammad" userId="6b0af2cb-2f76-400b-94d9-178b55ef4f85" providerId="ADAL" clId="{C773E098-F737-4818-AAB9-CA5F25A0078B}" dt="2022-09-13T12:31:51.378" v="232" actId="26606"/>
          <ac:picMkLst>
            <pc:docMk/>
            <pc:sldMk cId="1143958846" sldId="272"/>
            <ac:picMk id="5" creationId="{7BBE3AAB-BF4A-B06D-1D7D-7DD19BAAD17E}"/>
          </ac:picMkLst>
        </pc:picChg>
      </pc:sldChg>
      <pc:sldChg chg="addSp delSp modSp mod setBg">
        <pc:chgData name="Asif Muhammad" userId="6b0af2cb-2f76-400b-94d9-178b55ef4f85" providerId="ADAL" clId="{C773E098-F737-4818-AAB9-CA5F25A0078B}" dt="2022-09-13T12:33:00.960" v="238" actId="26606"/>
        <pc:sldMkLst>
          <pc:docMk/>
          <pc:sldMk cId="2897687324" sldId="273"/>
        </pc:sldMkLst>
        <pc:spChg chg="mod">
          <ac:chgData name="Asif Muhammad" userId="6b0af2cb-2f76-400b-94d9-178b55ef4f85" providerId="ADAL" clId="{C773E098-F737-4818-AAB9-CA5F25A0078B}" dt="2022-09-13T12:33:00.960" v="238" actId="26606"/>
          <ac:spMkLst>
            <pc:docMk/>
            <pc:sldMk cId="2897687324" sldId="273"/>
            <ac:spMk id="2" creationId="{A9B10BD5-23F0-4316-B2E7-9CFEE09A58A9}"/>
          </ac:spMkLst>
        </pc:spChg>
        <pc:spChg chg="del mod">
          <ac:chgData name="Asif Muhammad" userId="6b0af2cb-2f76-400b-94d9-178b55ef4f85" providerId="ADAL" clId="{C773E098-F737-4818-AAB9-CA5F25A0078B}" dt="2022-09-13T12:33:00.960" v="238" actId="26606"/>
          <ac:spMkLst>
            <pc:docMk/>
            <pc:sldMk cId="2897687324" sldId="273"/>
            <ac:spMk id="3" creationId="{64E0EE83-1A97-4014-B37D-239383EE42DB}"/>
          </ac:spMkLst>
        </pc:spChg>
        <pc:spChg chg="add del">
          <ac:chgData name="Asif Muhammad" userId="6b0af2cb-2f76-400b-94d9-178b55ef4f85" providerId="ADAL" clId="{C773E098-F737-4818-AAB9-CA5F25A0078B}" dt="2022-09-13T12:33:00.923" v="237" actId="26606"/>
          <ac:spMkLst>
            <pc:docMk/>
            <pc:sldMk cId="2897687324" sldId="273"/>
            <ac:spMk id="9" creationId="{6AD30037-67ED-4367-9BE0-45787510BF13}"/>
          </ac:spMkLst>
        </pc:spChg>
        <pc:spChg chg="add">
          <ac:chgData name="Asif Muhammad" userId="6b0af2cb-2f76-400b-94d9-178b55ef4f85" providerId="ADAL" clId="{C773E098-F737-4818-AAB9-CA5F25A0078B}" dt="2022-09-13T12:33:00.960" v="238" actId="26606"/>
          <ac:spMkLst>
            <pc:docMk/>
            <pc:sldMk cId="2897687324" sldId="273"/>
            <ac:spMk id="20" creationId="{63336871-0118-4F6E-8DBD-20AEFC62A9AD}"/>
          </ac:spMkLst>
        </pc:spChg>
        <pc:spChg chg="add">
          <ac:chgData name="Asif Muhammad" userId="6b0af2cb-2f76-400b-94d9-178b55ef4f85" providerId="ADAL" clId="{C773E098-F737-4818-AAB9-CA5F25A0078B}" dt="2022-09-13T12:33:00.960" v="238" actId="26606"/>
          <ac:spMkLst>
            <pc:docMk/>
            <pc:sldMk cId="2897687324" sldId="273"/>
            <ac:spMk id="21" creationId="{F03CC8D0-33AF-417F-8454-1FDB6C22DD25}"/>
          </ac:spMkLst>
        </pc:spChg>
        <pc:grpChg chg="add del">
          <ac:chgData name="Asif Muhammad" userId="6b0af2cb-2f76-400b-94d9-178b55ef4f85" providerId="ADAL" clId="{C773E098-F737-4818-AAB9-CA5F25A0078B}" dt="2022-09-13T12:33:00.923" v="237" actId="26606"/>
          <ac:grpSpMkLst>
            <pc:docMk/>
            <pc:sldMk cId="2897687324" sldId="273"/>
            <ac:grpSpMk id="11" creationId="{50841A4E-5BC1-44B4-83CF-D524E8AEAD64}"/>
          </ac:grpSpMkLst>
        </pc:grpChg>
        <pc:grpChg chg="add">
          <ac:chgData name="Asif Muhammad" userId="6b0af2cb-2f76-400b-94d9-178b55ef4f85" providerId="ADAL" clId="{C773E098-F737-4818-AAB9-CA5F25A0078B}" dt="2022-09-13T12:33:00.960" v="238" actId="26606"/>
          <ac:grpSpMkLst>
            <pc:docMk/>
            <pc:sldMk cId="2897687324" sldId="273"/>
            <ac:grpSpMk id="13" creationId="{B5A08A69-9EE1-4A9E-96B6-D769D87C2F9E}"/>
          </ac:grpSpMkLst>
        </pc:grpChg>
        <pc:graphicFrameChg chg="add">
          <ac:chgData name="Asif Muhammad" userId="6b0af2cb-2f76-400b-94d9-178b55ef4f85" providerId="ADAL" clId="{C773E098-F737-4818-AAB9-CA5F25A0078B}" dt="2022-09-13T12:33:00.960" v="238" actId="26606"/>
          <ac:graphicFrameMkLst>
            <pc:docMk/>
            <pc:sldMk cId="2897687324" sldId="273"/>
            <ac:graphicFrameMk id="22" creationId="{E0CAABE4-EC87-7EE2-54ED-46CF541C1AF0}"/>
          </ac:graphicFrameMkLst>
        </pc:graphicFrameChg>
        <pc:picChg chg="add del">
          <ac:chgData name="Asif Muhammad" userId="6b0af2cb-2f76-400b-94d9-178b55ef4f85" providerId="ADAL" clId="{C773E098-F737-4818-AAB9-CA5F25A0078B}" dt="2022-09-13T12:33:00.923" v="237" actId="26606"/>
          <ac:picMkLst>
            <pc:docMk/>
            <pc:sldMk cId="2897687324" sldId="273"/>
            <ac:picMk id="5" creationId="{B84B9937-C12D-15E7-7BE5-F7FD7A558D14}"/>
          </ac:picMkLst>
        </pc:picChg>
      </pc:sldChg>
      <pc:sldChg chg="addSp delSp modSp mod setBg setClrOvrMap">
        <pc:chgData name="Asif Muhammad" userId="6b0af2cb-2f76-400b-94d9-178b55ef4f85" providerId="ADAL" clId="{C773E098-F737-4818-AAB9-CA5F25A0078B}" dt="2022-09-13T12:40:24.735" v="253" actId="26606"/>
        <pc:sldMkLst>
          <pc:docMk/>
          <pc:sldMk cId="2078039412" sldId="274"/>
        </pc:sldMkLst>
        <pc:spChg chg="mod">
          <ac:chgData name="Asif Muhammad" userId="6b0af2cb-2f76-400b-94d9-178b55ef4f85" providerId="ADAL" clId="{C773E098-F737-4818-AAB9-CA5F25A0078B}" dt="2022-09-13T12:40:24.735" v="253" actId="26606"/>
          <ac:spMkLst>
            <pc:docMk/>
            <pc:sldMk cId="2078039412" sldId="274"/>
            <ac:spMk id="2" creationId="{A9B10BD5-23F0-4316-B2E7-9CFEE09A58A9}"/>
          </ac:spMkLst>
        </pc:spChg>
        <pc:spChg chg="add del mod">
          <ac:chgData name="Asif Muhammad" userId="6b0af2cb-2f76-400b-94d9-178b55ef4f85" providerId="ADAL" clId="{C773E098-F737-4818-AAB9-CA5F25A0078B}" dt="2022-09-13T12:40:24.735" v="253" actId="26606"/>
          <ac:spMkLst>
            <pc:docMk/>
            <pc:sldMk cId="2078039412" sldId="274"/>
            <ac:spMk id="3" creationId="{64E0EE83-1A97-4014-B37D-239383EE42DB}"/>
          </ac:spMkLst>
        </pc:spChg>
        <pc:spChg chg="add del">
          <ac:chgData name="Asif Muhammad" userId="6b0af2cb-2f76-400b-94d9-178b55ef4f85" providerId="ADAL" clId="{C773E098-F737-4818-AAB9-CA5F25A0078B}" dt="2022-09-13T12:40:23.376" v="250" actId="26606"/>
          <ac:spMkLst>
            <pc:docMk/>
            <pc:sldMk cId="2078039412" sldId="274"/>
            <ac:spMk id="8" creationId="{F659138C-74A1-445B-848C-3608AE871A9F}"/>
          </ac:spMkLst>
        </pc:spChg>
        <pc:spChg chg="add del">
          <ac:chgData name="Asif Muhammad" userId="6b0af2cb-2f76-400b-94d9-178b55ef4f85" providerId="ADAL" clId="{C773E098-F737-4818-AAB9-CA5F25A0078B}" dt="2022-09-13T12:40:24.688" v="252" actId="26606"/>
          <ac:spMkLst>
            <pc:docMk/>
            <pc:sldMk cId="2078039412" sldId="274"/>
            <ac:spMk id="9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2:40:24.688" v="252" actId="26606"/>
          <ac:spMkLst>
            <pc:docMk/>
            <pc:sldMk cId="2078039412" sldId="274"/>
            <ac:spMk id="11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2:40:23.376" v="250" actId="26606"/>
          <ac:spMkLst>
            <pc:docMk/>
            <pc:sldMk cId="2078039412" sldId="274"/>
            <ac:spMk id="18" creationId="{225F4217-4021-45A0-812B-398F9A7A93F9}"/>
          </ac:spMkLst>
        </pc:spChg>
        <pc:spChg chg="add">
          <ac:chgData name="Asif Muhammad" userId="6b0af2cb-2f76-400b-94d9-178b55ef4f85" providerId="ADAL" clId="{C773E098-F737-4818-AAB9-CA5F25A0078B}" dt="2022-09-13T12:40:24.735" v="253" actId="26606"/>
          <ac:spMkLst>
            <pc:docMk/>
            <pc:sldMk cId="2078039412" sldId="274"/>
            <ac:spMk id="24" creationId="{94C52C56-BEF2-4E22-8C8E-A7AC96B03A72}"/>
          </ac:spMkLst>
        </pc:spChg>
        <pc:spChg chg="add">
          <ac:chgData name="Asif Muhammad" userId="6b0af2cb-2f76-400b-94d9-178b55ef4f85" providerId="ADAL" clId="{C773E098-F737-4818-AAB9-CA5F25A0078B}" dt="2022-09-13T12:40:24.735" v="253" actId="26606"/>
          <ac:spMkLst>
            <pc:docMk/>
            <pc:sldMk cId="2078039412" sldId="274"/>
            <ac:spMk id="25" creationId="{42285737-90EE-47DC-AC80-8AE156B11969}"/>
          </ac:spMkLst>
        </pc:spChg>
        <pc:grpChg chg="add del">
          <ac:chgData name="Asif Muhammad" userId="6b0af2cb-2f76-400b-94d9-178b55ef4f85" providerId="ADAL" clId="{C773E098-F737-4818-AAB9-CA5F25A0078B}" dt="2022-09-13T12:40:23.376" v="250" actId="26606"/>
          <ac:grpSpMkLst>
            <pc:docMk/>
            <pc:sldMk cId="2078039412" sldId="274"/>
            <ac:grpSpMk id="10" creationId="{7DFD7409-66D7-4C9C-B528-E79EB64A4D31}"/>
          </ac:grpSpMkLst>
        </pc:grpChg>
        <pc:grpChg chg="add del">
          <ac:chgData name="Asif Muhammad" userId="6b0af2cb-2f76-400b-94d9-178b55ef4f85" providerId="ADAL" clId="{C773E098-F737-4818-AAB9-CA5F25A0078B}" dt="2022-09-13T12:40:24.688" v="252" actId="26606"/>
          <ac:grpSpMkLst>
            <pc:docMk/>
            <pc:sldMk cId="2078039412" sldId="274"/>
            <ac:grpSpMk id="13" creationId="{B57BDC17-F1B3-455F-BBF1-680AA1F25C06}"/>
          </ac:grpSpMkLst>
        </pc:grpChg>
        <pc:grpChg chg="add">
          <ac:chgData name="Asif Muhammad" userId="6b0af2cb-2f76-400b-94d9-178b55ef4f85" providerId="ADAL" clId="{C773E098-F737-4818-AAB9-CA5F25A0078B}" dt="2022-09-13T12:40:24.735" v="253" actId="26606"/>
          <ac:grpSpMkLst>
            <pc:docMk/>
            <pc:sldMk cId="2078039412" sldId="274"/>
            <ac:grpSpMk id="26" creationId="{B57BDC17-F1B3-455F-BBF1-680AA1F25C06}"/>
          </ac:grpSpMkLst>
        </pc:grpChg>
        <pc:graphicFrameChg chg="add del">
          <ac:chgData name="Asif Muhammad" userId="6b0af2cb-2f76-400b-94d9-178b55ef4f85" providerId="ADAL" clId="{C773E098-F737-4818-AAB9-CA5F25A0078B}" dt="2022-09-13T12:40:24.688" v="252" actId="26606"/>
          <ac:graphicFrameMkLst>
            <pc:docMk/>
            <pc:sldMk cId="2078039412" sldId="274"/>
            <ac:graphicFrameMk id="5" creationId="{CE44D3C7-92D6-BC27-C87F-2A5251AA5ED3}"/>
          </ac:graphicFrameMkLst>
        </pc:graphicFrameChg>
        <pc:graphicFrameChg chg="add">
          <ac:chgData name="Asif Muhammad" userId="6b0af2cb-2f76-400b-94d9-178b55ef4f85" providerId="ADAL" clId="{C773E098-F737-4818-AAB9-CA5F25A0078B}" dt="2022-09-13T12:40:24.735" v="253" actId="26606"/>
          <ac:graphicFrameMkLst>
            <pc:docMk/>
            <pc:sldMk cId="2078039412" sldId="274"/>
            <ac:graphicFrameMk id="28" creationId="{EB4DBFF3-35C1-6681-E49E-9B8EB796D851}"/>
          </ac:graphicFrameMkLst>
        </pc:graphicFrameChg>
        <pc:cxnChg chg="add del">
          <ac:chgData name="Asif Muhammad" userId="6b0af2cb-2f76-400b-94d9-178b55ef4f85" providerId="ADAL" clId="{C773E098-F737-4818-AAB9-CA5F25A0078B}" dt="2022-09-13T12:40:23.376" v="250" actId="26606"/>
          <ac:cxnSpMkLst>
            <pc:docMk/>
            <pc:sldMk cId="2078039412" sldId="274"/>
            <ac:cxnSpMk id="20" creationId="{486F4EBC-E415-40E4-A8BA-BA66F0B632CB}"/>
          </ac:cxnSpMkLst>
        </pc:cxnChg>
      </pc:sldChg>
      <pc:sldChg chg="addSp delSp modSp mod setBg setClrOvrMap">
        <pc:chgData name="Asif Muhammad" userId="6b0af2cb-2f76-400b-94d9-178b55ef4f85" providerId="ADAL" clId="{C773E098-F737-4818-AAB9-CA5F25A0078B}" dt="2022-09-13T11:31:02.892" v="24" actId="26606"/>
        <pc:sldMkLst>
          <pc:docMk/>
          <pc:sldMk cId="461008858" sldId="275"/>
        </pc:sldMkLst>
        <pc:spChg chg="mod">
          <ac:chgData name="Asif Muhammad" userId="6b0af2cb-2f76-400b-94d9-178b55ef4f85" providerId="ADAL" clId="{C773E098-F737-4818-AAB9-CA5F25A0078B}" dt="2022-09-13T11:31:02.892" v="24" actId="26606"/>
          <ac:spMkLst>
            <pc:docMk/>
            <pc:sldMk cId="461008858" sldId="275"/>
            <ac:spMk id="2" creationId="{653C77C4-7FFA-4CDF-BC42-E9FBCAB0F304}"/>
          </ac:spMkLst>
        </pc:spChg>
        <pc:spChg chg="add del">
          <ac:chgData name="Asif Muhammad" userId="6b0af2cb-2f76-400b-94d9-178b55ef4f85" providerId="ADAL" clId="{C773E098-F737-4818-AAB9-CA5F25A0078B}" dt="2022-09-13T11:31:02.892" v="24" actId="26606"/>
          <ac:spMkLst>
            <pc:docMk/>
            <pc:sldMk cId="461008858" sldId="275"/>
            <ac:spMk id="3" creationId="{41E490D1-F271-48D6-9CC8-76C6834C1B9F}"/>
          </ac:spMkLst>
        </pc:spChg>
        <pc:spChg chg="add del">
          <ac:chgData name="Asif Muhammad" userId="6b0af2cb-2f76-400b-94d9-178b55ef4f85" providerId="ADAL" clId="{C773E098-F737-4818-AAB9-CA5F25A0078B}" dt="2022-09-13T11:30:53.381" v="19" actId="26606"/>
          <ac:spMkLst>
            <pc:docMk/>
            <pc:sldMk cId="461008858" sldId="275"/>
            <ac:spMk id="8" creationId="{99CAC3B1-4879-424D-8F15-206277196159}"/>
          </ac:spMkLst>
        </pc:spChg>
        <pc:spChg chg="add del">
          <ac:chgData name="Asif Muhammad" userId="6b0af2cb-2f76-400b-94d9-178b55ef4f85" providerId="ADAL" clId="{C773E098-F737-4818-AAB9-CA5F25A0078B}" dt="2022-09-13T11:30:52.796" v="17" actId="26606"/>
          <ac:spMkLst>
            <pc:docMk/>
            <pc:sldMk cId="461008858" sldId="275"/>
            <ac:spMk id="9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30:52.796" v="17" actId="26606"/>
          <ac:spMkLst>
            <pc:docMk/>
            <pc:sldMk cId="461008858" sldId="275"/>
            <ac:spMk id="11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30:53.381" v="19" actId="26606"/>
          <ac:spMkLst>
            <pc:docMk/>
            <pc:sldMk cId="461008858" sldId="275"/>
            <ac:spMk id="23" creationId="{41E490D1-F271-48D6-9CC8-76C6834C1B9F}"/>
          </ac:spMkLst>
        </pc:spChg>
        <pc:spChg chg="add del">
          <ac:chgData name="Asif Muhammad" userId="6b0af2cb-2f76-400b-94d9-178b55ef4f85" providerId="ADAL" clId="{C773E098-F737-4818-AAB9-CA5F25A0078B}" dt="2022-09-13T11:31:00.444" v="21" actId="26606"/>
          <ac:spMkLst>
            <pc:docMk/>
            <pc:sldMk cId="461008858" sldId="275"/>
            <ac:spMk id="25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31:00.444" v="21" actId="26606"/>
          <ac:spMkLst>
            <pc:docMk/>
            <pc:sldMk cId="461008858" sldId="275"/>
            <ac:spMk id="26" creationId="{42285737-90EE-47DC-AC80-8AE156B11969}"/>
          </ac:spMkLst>
        </pc:spChg>
        <pc:spChg chg="add">
          <ac:chgData name="Asif Muhammad" userId="6b0af2cb-2f76-400b-94d9-178b55ef4f85" providerId="ADAL" clId="{C773E098-F737-4818-AAB9-CA5F25A0078B}" dt="2022-09-13T11:31:02.892" v="24" actId="26606"/>
          <ac:spMkLst>
            <pc:docMk/>
            <pc:sldMk cId="461008858" sldId="275"/>
            <ac:spMk id="32" creationId="{94C52C56-BEF2-4E22-8C8E-A7AC96B03A72}"/>
          </ac:spMkLst>
        </pc:spChg>
        <pc:spChg chg="add">
          <ac:chgData name="Asif Muhammad" userId="6b0af2cb-2f76-400b-94d9-178b55ef4f85" providerId="ADAL" clId="{C773E098-F737-4818-AAB9-CA5F25A0078B}" dt="2022-09-13T11:31:02.892" v="24" actId="26606"/>
          <ac:spMkLst>
            <pc:docMk/>
            <pc:sldMk cId="461008858" sldId="275"/>
            <ac:spMk id="33" creationId="{42285737-90EE-47DC-AC80-8AE156B11969}"/>
          </ac:spMkLst>
        </pc:spChg>
        <pc:grpChg chg="add del">
          <ac:chgData name="Asif Muhammad" userId="6b0af2cb-2f76-400b-94d9-178b55ef4f85" providerId="ADAL" clId="{C773E098-F737-4818-AAB9-CA5F25A0078B}" dt="2022-09-13T11:30:53.381" v="19" actId="26606"/>
          <ac:grpSpMkLst>
            <pc:docMk/>
            <pc:sldMk cId="461008858" sldId="275"/>
            <ac:grpSpMk id="10" creationId="{4B8492CB-DFBA-4A82-9778-F21493DA36C1}"/>
          </ac:grpSpMkLst>
        </pc:grpChg>
        <pc:grpChg chg="add del">
          <ac:chgData name="Asif Muhammad" userId="6b0af2cb-2f76-400b-94d9-178b55ef4f85" providerId="ADAL" clId="{C773E098-F737-4818-AAB9-CA5F25A0078B}" dt="2022-09-13T11:30:52.796" v="17" actId="26606"/>
          <ac:grpSpMkLst>
            <pc:docMk/>
            <pc:sldMk cId="461008858" sldId="275"/>
            <ac:grpSpMk id="1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31:00.444" v="21" actId="26606"/>
          <ac:grpSpMkLst>
            <pc:docMk/>
            <pc:sldMk cId="461008858" sldId="275"/>
            <ac:grpSpMk id="27" creationId="{B57BDC17-F1B3-455F-BBF1-680AA1F25C06}"/>
          </ac:grpSpMkLst>
        </pc:grpChg>
        <pc:grpChg chg="add">
          <ac:chgData name="Asif Muhammad" userId="6b0af2cb-2f76-400b-94d9-178b55ef4f85" providerId="ADAL" clId="{C773E098-F737-4818-AAB9-CA5F25A0078B}" dt="2022-09-13T11:31:02.892" v="24" actId="26606"/>
          <ac:grpSpMkLst>
            <pc:docMk/>
            <pc:sldMk cId="461008858" sldId="275"/>
            <ac:grpSpMk id="34" creationId="{B57BDC17-F1B3-455F-BBF1-680AA1F25C06}"/>
          </ac:grpSpMkLst>
        </pc:grpChg>
        <pc:graphicFrameChg chg="add del">
          <ac:chgData name="Asif Muhammad" userId="6b0af2cb-2f76-400b-94d9-178b55ef4f85" providerId="ADAL" clId="{C773E098-F737-4818-AAB9-CA5F25A0078B}" dt="2022-09-13T11:30:52.796" v="17" actId="26606"/>
          <ac:graphicFrameMkLst>
            <pc:docMk/>
            <pc:sldMk cId="461008858" sldId="275"/>
            <ac:graphicFrameMk id="5" creationId="{92D32262-5FA8-5A5A-5C06-D360787CA819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31:00.444" v="21" actId="26606"/>
          <ac:graphicFrameMkLst>
            <pc:docMk/>
            <pc:sldMk cId="461008858" sldId="275"/>
            <ac:graphicFrameMk id="28" creationId="{93B98D2D-A13B-777D-A7C7-9C4E1615FED5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31:02.877" v="23" actId="26606"/>
          <ac:graphicFrameMkLst>
            <pc:docMk/>
            <pc:sldMk cId="461008858" sldId="275"/>
            <ac:graphicFrameMk id="30" creationId="{57FF3905-EB53-12CE-99D9-91CE552FD744}"/>
          </ac:graphicFrameMkLst>
        </pc:graphicFrameChg>
        <pc:graphicFrameChg chg="add">
          <ac:chgData name="Asif Muhammad" userId="6b0af2cb-2f76-400b-94d9-178b55ef4f85" providerId="ADAL" clId="{C773E098-F737-4818-AAB9-CA5F25A0078B}" dt="2022-09-13T11:31:02.892" v="24" actId="26606"/>
          <ac:graphicFrameMkLst>
            <pc:docMk/>
            <pc:sldMk cId="461008858" sldId="275"/>
            <ac:graphicFrameMk id="35" creationId="{93B98D2D-A13B-777D-A7C7-9C4E1615FED5}"/>
          </ac:graphicFrameMkLst>
        </pc:graphicFrameChg>
      </pc:sldChg>
      <pc:sldChg chg="addSp delSp modSp mod setBg setClrOvrMap">
        <pc:chgData name="Asif Muhammad" userId="6b0af2cb-2f76-400b-94d9-178b55ef4f85" providerId="ADAL" clId="{C773E098-F737-4818-AAB9-CA5F25A0078B}" dt="2022-09-13T11:40:59.819" v="51" actId="26606"/>
        <pc:sldMkLst>
          <pc:docMk/>
          <pc:sldMk cId="1555782812" sldId="276"/>
        </pc:sldMkLst>
        <pc:spChg chg="mod">
          <ac:chgData name="Asif Muhammad" userId="6b0af2cb-2f76-400b-94d9-178b55ef4f85" providerId="ADAL" clId="{C773E098-F737-4818-AAB9-CA5F25A0078B}" dt="2022-09-13T11:40:59.819" v="51" actId="26606"/>
          <ac:spMkLst>
            <pc:docMk/>
            <pc:sldMk cId="1555782812" sldId="276"/>
            <ac:spMk id="2" creationId="{3CA9F7CA-BF70-483D-9769-D4090E2C34B9}"/>
          </ac:spMkLst>
        </pc:spChg>
        <pc:spChg chg="mod">
          <ac:chgData name="Asif Muhammad" userId="6b0af2cb-2f76-400b-94d9-178b55ef4f85" providerId="ADAL" clId="{C773E098-F737-4818-AAB9-CA5F25A0078B}" dt="2022-09-13T11:40:59.819" v="51" actId="26606"/>
          <ac:spMkLst>
            <pc:docMk/>
            <pc:sldMk cId="1555782812" sldId="276"/>
            <ac:spMk id="3" creationId="{07C14F96-0EE7-4D34-8BEE-C026A1A03D66}"/>
          </ac:spMkLst>
        </pc:spChg>
        <pc:spChg chg="add del">
          <ac:chgData name="Asif Muhammad" userId="6b0af2cb-2f76-400b-94d9-178b55ef4f85" providerId="ADAL" clId="{C773E098-F737-4818-AAB9-CA5F25A0078B}" dt="2022-09-13T11:32:32.189" v="33" actId="26606"/>
          <ac:spMkLst>
            <pc:docMk/>
            <pc:sldMk cId="1555782812" sldId="276"/>
            <ac:spMk id="8" creationId="{F659138C-74A1-445B-848C-3608AE871A9F}"/>
          </ac:spMkLst>
        </pc:spChg>
        <pc:spChg chg="add del">
          <ac:chgData name="Asif Muhammad" userId="6b0af2cb-2f76-400b-94d9-178b55ef4f85" providerId="ADAL" clId="{C773E098-F737-4818-AAB9-CA5F25A0078B}" dt="2022-09-13T11:32:41.271" v="45" actId="26606"/>
          <ac:spMkLst>
            <pc:docMk/>
            <pc:sldMk cId="1555782812" sldId="276"/>
            <ac:spMk id="14" creationId="{8A8B2820-6B8F-4C19-BFC5-D28EE44E54CB}"/>
          </ac:spMkLst>
        </pc:spChg>
        <pc:spChg chg="add del">
          <ac:chgData name="Asif Muhammad" userId="6b0af2cb-2f76-400b-94d9-178b55ef4f85" providerId="ADAL" clId="{C773E098-F737-4818-AAB9-CA5F25A0078B}" dt="2022-09-13T11:32:41.271" v="45" actId="26606"/>
          <ac:spMkLst>
            <pc:docMk/>
            <pc:sldMk cId="1555782812" sldId="276"/>
            <ac:spMk id="16" creationId="{DCA45AB7-441E-40A8-A98B-557D68F48A48}"/>
          </ac:spMkLst>
        </pc:spChg>
        <pc:spChg chg="add del">
          <ac:chgData name="Asif Muhammad" userId="6b0af2cb-2f76-400b-94d9-178b55ef4f85" providerId="ADAL" clId="{C773E098-F737-4818-AAB9-CA5F25A0078B}" dt="2022-09-13T11:32:32.189" v="33" actId="26606"/>
          <ac:spMkLst>
            <pc:docMk/>
            <pc:sldMk cId="1555782812" sldId="276"/>
            <ac:spMk id="18" creationId="{225F4217-4021-45A0-812B-398F9A7A93F9}"/>
          </ac:spMkLst>
        </pc:spChg>
        <pc:spChg chg="add del">
          <ac:chgData name="Asif Muhammad" userId="6b0af2cb-2f76-400b-94d9-178b55ef4f85" providerId="ADAL" clId="{C773E098-F737-4818-AAB9-CA5F25A0078B}" dt="2022-09-13T11:32:34.445" v="35" actId="26606"/>
          <ac:spMkLst>
            <pc:docMk/>
            <pc:sldMk cId="1555782812" sldId="276"/>
            <ac:spMk id="22" creationId="{E03BF673-8C68-4092-BF1B-53C57EFEC21F}"/>
          </ac:spMkLst>
        </pc:spChg>
        <pc:spChg chg="add del">
          <ac:chgData name="Asif Muhammad" userId="6b0af2cb-2f76-400b-94d9-178b55ef4f85" providerId="ADAL" clId="{C773E098-F737-4818-AAB9-CA5F25A0078B}" dt="2022-09-13T11:32:34.445" v="35" actId="26606"/>
          <ac:spMkLst>
            <pc:docMk/>
            <pc:sldMk cId="1555782812" sldId="276"/>
            <ac:spMk id="23" creationId="{B1BDB70B-F0E6-4867-818F-C582494FB6D6}"/>
          </ac:spMkLst>
        </pc:spChg>
        <pc:spChg chg="add del">
          <ac:chgData name="Asif Muhammad" userId="6b0af2cb-2f76-400b-94d9-178b55ef4f85" providerId="ADAL" clId="{C773E098-F737-4818-AAB9-CA5F25A0078B}" dt="2022-09-13T11:32:34.956" v="37" actId="26606"/>
          <ac:spMkLst>
            <pc:docMk/>
            <pc:sldMk cId="1555782812" sldId="276"/>
            <ac:spMk id="26" creationId="{99CAC3B1-4879-424D-8F15-206277196159}"/>
          </ac:spMkLst>
        </pc:spChg>
        <pc:spChg chg="add del">
          <ac:chgData name="Asif Muhammad" userId="6b0af2cb-2f76-400b-94d9-178b55ef4f85" providerId="ADAL" clId="{C773E098-F737-4818-AAB9-CA5F25A0078B}" dt="2022-09-13T11:32:36.046" v="39" actId="26606"/>
          <ac:spMkLst>
            <pc:docMk/>
            <pc:sldMk cId="1555782812" sldId="276"/>
            <ac:spMk id="30" creationId="{24C41CF4-4A13-4AA9-9300-CB7A2E37C861}"/>
          </ac:spMkLst>
        </pc:spChg>
        <pc:spChg chg="add del">
          <ac:chgData name="Asif Muhammad" userId="6b0af2cb-2f76-400b-94d9-178b55ef4f85" providerId="ADAL" clId="{C773E098-F737-4818-AAB9-CA5F25A0078B}" dt="2022-09-13T11:32:36.582" v="41" actId="26606"/>
          <ac:spMkLst>
            <pc:docMk/>
            <pc:sldMk cId="1555782812" sldId="276"/>
            <ac:spMk id="33" creationId="{C8643778-7F6C-4E8D-84D1-D5CDB9928191}"/>
          </ac:spMkLst>
        </pc:spChg>
        <pc:spChg chg="add del">
          <ac:chgData name="Asif Muhammad" userId="6b0af2cb-2f76-400b-94d9-178b55ef4f85" providerId="ADAL" clId="{C773E098-F737-4818-AAB9-CA5F25A0078B}" dt="2022-09-13T11:32:36.582" v="41" actId="26606"/>
          <ac:spMkLst>
            <pc:docMk/>
            <pc:sldMk cId="1555782812" sldId="276"/>
            <ac:spMk id="34" creationId="{1D22F88D-6907-48AF-B024-346E855E0D96}"/>
          </ac:spMkLst>
        </pc:spChg>
        <pc:spChg chg="add del">
          <ac:chgData name="Asif Muhammad" userId="6b0af2cb-2f76-400b-94d9-178b55ef4f85" providerId="ADAL" clId="{C773E098-F737-4818-AAB9-CA5F25A0078B}" dt="2022-09-13T11:32:40.214" v="43" actId="26606"/>
          <ac:spMkLst>
            <pc:docMk/>
            <pc:sldMk cId="1555782812" sldId="276"/>
            <ac:spMk id="38" creationId="{E03BF673-8C68-4092-BF1B-53C57EFEC21F}"/>
          </ac:spMkLst>
        </pc:spChg>
        <pc:spChg chg="add del">
          <ac:chgData name="Asif Muhammad" userId="6b0af2cb-2f76-400b-94d9-178b55ef4f85" providerId="ADAL" clId="{C773E098-F737-4818-AAB9-CA5F25A0078B}" dt="2022-09-13T11:32:40.214" v="43" actId="26606"/>
          <ac:spMkLst>
            <pc:docMk/>
            <pc:sldMk cId="1555782812" sldId="276"/>
            <ac:spMk id="39" creationId="{08751D95-C333-4DEB-90B4-1EAC9A91DCA3}"/>
          </ac:spMkLst>
        </pc:spChg>
        <pc:spChg chg="add del">
          <ac:chgData name="Asif Muhammad" userId="6b0af2cb-2f76-400b-94d9-178b55ef4f85" providerId="ADAL" clId="{C773E098-F737-4818-AAB9-CA5F25A0078B}" dt="2022-09-13T11:32:41.271" v="45" actId="26606"/>
          <ac:spMkLst>
            <pc:docMk/>
            <pc:sldMk cId="1555782812" sldId="276"/>
            <ac:spMk id="43" creationId="{99CAC3B1-4879-424D-8F15-206277196159}"/>
          </ac:spMkLst>
        </pc:spChg>
        <pc:spChg chg="add del">
          <ac:chgData name="Asif Muhammad" userId="6b0af2cb-2f76-400b-94d9-178b55ef4f85" providerId="ADAL" clId="{C773E098-F737-4818-AAB9-CA5F25A0078B}" dt="2022-09-13T11:32:41.271" v="45" actId="26606"/>
          <ac:spMkLst>
            <pc:docMk/>
            <pc:sldMk cId="1555782812" sldId="276"/>
            <ac:spMk id="44" creationId="{E34CC1C8-EBDD-4AEA-83E6-B27575B62E2E}"/>
          </ac:spMkLst>
        </pc:spChg>
        <pc:spChg chg="add del">
          <ac:chgData name="Asif Muhammad" userId="6b0af2cb-2f76-400b-94d9-178b55ef4f85" providerId="ADAL" clId="{C773E098-F737-4818-AAB9-CA5F25A0078B}" dt="2022-09-13T11:32:41.271" v="45" actId="26606"/>
          <ac:spMkLst>
            <pc:docMk/>
            <pc:sldMk cId="1555782812" sldId="276"/>
            <ac:spMk id="45" creationId="{D6B38644-B85D-4211-9526-5B4C2A662BF7}"/>
          </ac:spMkLst>
        </pc:spChg>
        <pc:spChg chg="add del">
          <ac:chgData name="Asif Muhammad" userId="6b0af2cb-2f76-400b-94d9-178b55ef4f85" providerId="ADAL" clId="{C773E098-F737-4818-AAB9-CA5F25A0078B}" dt="2022-09-13T11:32:41.271" v="45" actId="26606"/>
          <ac:spMkLst>
            <pc:docMk/>
            <pc:sldMk cId="1555782812" sldId="276"/>
            <ac:spMk id="46" creationId="{5F516030-4F00-4C48-AD93-91EFA17A1AC3}"/>
          </ac:spMkLst>
        </pc:spChg>
        <pc:spChg chg="add del">
          <ac:chgData name="Asif Muhammad" userId="6b0af2cb-2f76-400b-94d9-178b55ef4f85" providerId="ADAL" clId="{C773E098-F737-4818-AAB9-CA5F25A0078B}" dt="2022-09-13T11:32:41.271" v="45" actId="26606"/>
          <ac:spMkLst>
            <pc:docMk/>
            <pc:sldMk cId="1555782812" sldId="276"/>
            <ac:spMk id="47" creationId="{5820085E-2582-4A95-98EE-45DFFD5C017C}"/>
          </ac:spMkLst>
        </pc:spChg>
        <pc:spChg chg="add del">
          <ac:chgData name="Asif Muhammad" userId="6b0af2cb-2f76-400b-94d9-178b55ef4f85" providerId="ADAL" clId="{C773E098-F737-4818-AAB9-CA5F25A0078B}" dt="2022-09-13T11:40:59.819" v="51" actId="26606"/>
          <ac:spMkLst>
            <pc:docMk/>
            <pc:sldMk cId="1555782812" sldId="276"/>
            <ac:spMk id="49" creationId="{4B136A7F-8703-4FA7-80B1-874F5E75835C}"/>
          </ac:spMkLst>
        </pc:spChg>
        <pc:spChg chg="add del">
          <ac:chgData name="Asif Muhammad" userId="6b0af2cb-2f76-400b-94d9-178b55ef4f85" providerId="ADAL" clId="{C773E098-F737-4818-AAB9-CA5F25A0078B}" dt="2022-09-13T11:40:59.819" v="51" actId="26606"/>
          <ac:spMkLst>
            <pc:docMk/>
            <pc:sldMk cId="1555782812" sldId="276"/>
            <ac:spMk id="50" creationId="{716B2278-BFC9-43BE-9620-278464A4ABA9}"/>
          </ac:spMkLst>
        </pc:spChg>
        <pc:spChg chg="add del">
          <ac:chgData name="Asif Muhammad" userId="6b0af2cb-2f76-400b-94d9-178b55ef4f85" providerId="ADAL" clId="{C773E098-F737-4818-AAB9-CA5F25A0078B}" dt="2022-09-13T11:40:59.819" v="51" actId="26606"/>
          <ac:spMkLst>
            <pc:docMk/>
            <pc:sldMk cId="1555782812" sldId="276"/>
            <ac:spMk id="51" creationId="{E4CD00E4-F77A-49A5-A54B-A542D0DE5D1A}"/>
          </ac:spMkLst>
        </pc:spChg>
        <pc:spChg chg="add del">
          <ac:chgData name="Asif Muhammad" userId="6b0af2cb-2f76-400b-94d9-178b55ef4f85" providerId="ADAL" clId="{C773E098-F737-4818-AAB9-CA5F25A0078B}" dt="2022-09-13T11:40:59.819" v="51" actId="26606"/>
          <ac:spMkLst>
            <pc:docMk/>
            <pc:sldMk cId="1555782812" sldId="276"/>
            <ac:spMk id="52" creationId="{17158038-9069-44CB-8794-762B5429B9FE}"/>
          </ac:spMkLst>
        </pc:spChg>
        <pc:spChg chg="add del">
          <ac:chgData name="Asif Muhammad" userId="6b0af2cb-2f76-400b-94d9-178b55ef4f85" providerId="ADAL" clId="{C773E098-F737-4818-AAB9-CA5F25A0078B}" dt="2022-09-13T11:40:59.819" v="51" actId="26606"/>
          <ac:spMkLst>
            <pc:docMk/>
            <pc:sldMk cId="1555782812" sldId="276"/>
            <ac:spMk id="53" creationId="{045056AB-07D8-43D9-9343-AB85199AEA75}"/>
          </ac:spMkLst>
        </pc:spChg>
        <pc:spChg chg="add del">
          <ac:chgData name="Asif Muhammad" userId="6b0af2cb-2f76-400b-94d9-178b55ef4f85" providerId="ADAL" clId="{C773E098-F737-4818-AAB9-CA5F25A0078B}" dt="2022-09-13T11:40:59.819" v="51" actId="26606"/>
          <ac:spMkLst>
            <pc:docMk/>
            <pc:sldMk cId="1555782812" sldId="276"/>
            <ac:spMk id="54" creationId="{E83D8662-D21C-4B0A-A8A5-EA1E5DEBC579}"/>
          </ac:spMkLst>
        </pc:spChg>
        <pc:spChg chg="add del">
          <ac:chgData name="Asif Muhammad" userId="6b0af2cb-2f76-400b-94d9-178b55ef4f85" providerId="ADAL" clId="{C773E098-F737-4818-AAB9-CA5F25A0078B}" dt="2022-09-13T11:40:55.462" v="48" actId="26606"/>
          <ac:spMkLst>
            <pc:docMk/>
            <pc:sldMk cId="1555782812" sldId="276"/>
            <ac:spMk id="59" creationId="{4B136A7F-8703-4FA7-80B1-874F5E75835C}"/>
          </ac:spMkLst>
        </pc:spChg>
        <pc:spChg chg="add del">
          <ac:chgData name="Asif Muhammad" userId="6b0af2cb-2f76-400b-94d9-178b55ef4f85" providerId="ADAL" clId="{C773E098-F737-4818-AAB9-CA5F25A0078B}" dt="2022-09-13T11:40:55.462" v="48" actId="26606"/>
          <ac:spMkLst>
            <pc:docMk/>
            <pc:sldMk cId="1555782812" sldId="276"/>
            <ac:spMk id="61" creationId="{716B2278-BFC9-43BE-9620-278464A4ABA9}"/>
          </ac:spMkLst>
        </pc:spChg>
        <pc:spChg chg="add del">
          <ac:chgData name="Asif Muhammad" userId="6b0af2cb-2f76-400b-94d9-178b55ef4f85" providerId="ADAL" clId="{C773E098-F737-4818-AAB9-CA5F25A0078B}" dt="2022-09-13T11:40:55.462" v="48" actId="26606"/>
          <ac:spMkLst>
            <pc:docMk/>
            <pc:sldMk cId="1555782812" sldId="276"/>
            <ac:spMk id="63" creationId="{E4CD00E4-F77A-49A5-A54B-A542D0DE5D1A}"/>
          </ac:spMkLst>
        </pc:spChg>
        <pc:spChg chg="add del">
          <ac:chgData name="Asif Muhammad" userId="6b0af2cb-2f76-400b-94d9-178b55ef4f85" providerId="ADAL" clId="{C773E098-F737-4818-AAB9-CA5F25A0078B}" dt="2022-09-13T11:40:55.462" v="48" actId="26606"/>
          <ac:spMkLst>
            <pc:docMk/>
            <pc:sldMk cId="1555782812" sldId="276"/>
            <ac:spMk id="65" creationId="{17158038-9069-44CB-8794-762B5429B9FE}"/>
          </ac:spMkLst>
        </pc:spChg>
        <pc:spChg chg="add del">
          <ac:chgData name="Asif Muhammad" userId="6b0af2cb-2f76-400b-94d9-178b55ef4f85" providerId="ADAL" clId="{C773E098-F737-4818-AAB9-CA5F25A0078B}" dt="2022-09-13T11:40:55.462" v="48" actId="26606"/>
          <ac:spMkLst>
            <pc:docMk/>
            <pc:sldMk cId="1555782812" sldId="276"/>
            <ac:spMk id="67" creationId="{045056AB-07D8-43D9-9343-AB85199AEA75}"/>
          </ac:spMkLst>
        </pc:spChg>
        <pc:spChg chg="add del">
          <ac:chgData name="Asif Muhammad" userId="6b0af2cb-2f76-400b-94d9-178b55ef4f85" providerId="ADAL" clId="{C773E098-F737-4818-AAB9-CA5F25A0078B}" dt="2022-09-13T11:40:55.462" v="48" actId="26606"/>
          <ac:spMkLst>
            <pc:docMk/>
            <pc:sldMk cId="1555782812" sldId="276"/>
            <ac:spMk id="69" creationId="{E83D8662-D21C-4B0A-A8A5-EA1E5DEBC579}"/>
          </ac:spMkLst>
        </pc:spChg>
        <pc:spChg chg="add del">
          <ac:chgData name="Asif Muhammad" userId="6b0af2cb-2f76-400b-94d9-178b55ef4f85" providerId="ADAL" clId="{C773E098-F737-4818-AAB9-CA5F25A0078B}" dt="2022-09-13T11:40:59.788" v="50" actId="26606"/>
          <ac:spMkLst>
            <pc:docMk/>
            <pc:sldMk cId="1555782812" sldId="276"/>
            <ac:spMk id="71" creationId="{2DCD8F78-1792-4C6D-981A-E217B2E88360}"/>
          </ac:spMkLst>
        </pc:spChg>
        <pc:spChg chg="add del">
          <ac:chgData name="Asif Muhammad" userId="6b0af2cb-2f76-400b-94d9-178b55ef4f85" providerId="ADAL" clId="{C773E098-F737-4818-AAB9-CA5F25A0078B}" dt="2022-09-13T11:40:59.788" v="50" actId="26606"/>
          <ac:spMkLst>
            <pc:docMk/>
            <pc:sldMk cId="1555782812" sldId="276"/>
            <ac:spMk id="72" creationId="{4B136A7F-8703-4FA7-80B1-874F5E75835C}"/>
          </ac:spMkLst>
        </pc:spChg>
        <pc:spChg chg="add del">
          <ac:chgData name="Asif Muhammad" userId="6b0af2cb-2f76-400b-94d9-178b55ef4f85" providerId="ADAL" clId="{C773E098-F737-4818-AAB9-CA5F25A0078B}" dt="2022-09-13T11:40:59.788" v="50" actId="26606"/>
          <ac:spMkLst>
            <pc:docMk/>
            <pc:sldMk cId="1555782812" sldId="276"/>
            <ac:spMk id="73" creationId="{55406073-A765-4D67-ACDC-14CB85786391}"/>
          </ac:spMkLst>
        </pc:spChg>
        <pc:spChg chg="add del">
          <ac:chgData name="Asif Muhammad" userId="6b0af2cb-2f76-400b-94d9-178b55ef4f85" providerId="ADAL" clId="{C773E098-F737-4818-AAB9-CA5F25A0078B}" dt="2022-09-13T11:40:59.788" v="50" actId="26606"/>
          <ac:spMkLst>
            <pc:docMk/>
            <pc:sldMk cId="1555782812" sldId="276"/>
            <ac:spMk id="74" creationId="{716B2278-BFC9-43BE-9620-278464A4ABA9}"/>
          </ac:spMkLst>
        </pc:spChg>
        <pc:spChg chg="add del">
          <ac:chgData name="Asif Muhammad" userId="6b0af2cb-2f76-400b-94d9-178b55ef4f85" providerId="ADAL" clId="{C773E098-F737-4818-AAB9-CA5F25A0078B}" dt="2022-09-13T11:40:59.788" v="50" actId="26606"/>
          <ac:spMkLst>
            <pc:docMk/>
            <pc:sldMk cId="1555782812" sldId="276"/>
            <ac:spMk id="75" creationId="{F7952C3D-CF7B-4948-838F-4A9E40B4AAED}"/>
          </ac:spMkLst>
        </pc:spChg>
        <pc:spChg chg="add del">
          <ac:chgData name="Asif Muhammad" userId="6b0af2cb-2f76-400b-94d9-178b55ef4f85" providerId="ADAL" clId="{C773E098-F737-4818-AAB9-CA5F25A0078B}" dt="2022-09-13T11:40:59.788" v="50" actId="26606"/>
          <ac:spMkLst>
            <pc:docMk/>
            <pc:sldMk cId="1555782812" sldId="276"/>
            <ac:spMk id="76" creationId="{E4CD00E4-F77A-49A5-A54B-A542D0DE5D1A}"/>
          </ac:spMkLst>
        </pc:spChg>
        <pc:spChg chg="add del">
          <ac:chgData name="Asif Muhammad" userId="6b0af2cb-2f76-400b-94d9-178b55ef4f85" providerId="ADAL" clId="{C773E098-F737-4818-AAB9-CA5F25A0078B}" dt="2022-09-13T11:40:59.788" v="50" actId="26606"/>
          <ac:spMkLst>
            <pc:docMk/>
            <pc:sldMk cId="1555782812" sldId="276"/>
            <ac:spMk id="77" creationId="{17158038-9069-44CB-8794-762B5429B9FE}"/>
          </ac:spMkLst>
        </pc:spChg>
        <pc:spChg chg="add del">
          <ac:chgData name="Asif Muhammad" userId="6b0af2cb-2f76-400b-94d9-178b55ef4f85" providerId="ADAL" clId="{C773E098-F737-4818-AAB9-CA5F25A0078B}" dt="2022-09-13T11:40:59.788" v="50" actId="26606"/>
          <ac:spMkLst>
            <pc:docMk/>
            <pc:sldMk cId="1555782812" sldId="276"/>
            <ac:spMk id="78" creationId="{045056AB-07D8-43D9-9343-AB85199AEA75}"/>
          </ac:spMkLst>
        </pc:spChg>
        <pc:spChg chg="add del">
          <ac:chgData name="Asif Muhammad" userId="6b0af2cb-2f76-400b-94d9-178b55ef4f85" providerId="ADAL" clId="{C773E098-F737-4818-AAB9-CA5F25A0078B}" dt="2022-09-13T11:40:59.788" v="50" actId="26606"/>
          <ac:spMkLst>
            <pc:docMk/>
            <pc:sldMk cId="1555782812" sldId="276"/>
            <ac:spMk id="79" creationId="{E83D8662-D21C-4B0A-A8A5-EA1E5DEBC579}"/>
          </ac:spMkLst>
        </pc:spChg>
        <pc:spChg chg="add">
          <ac:chgData name="Asif Muhammad" userId="6b0af2cb-2f76-400b-94d9-178b55ef4f85" providerId="ADAL" clId="{C773E098-F737-4818-AAB9-CA5F25A0078B}" dt="2022-09-13T11:40:59.819" v="51" actId="26606"/>
          <ac:spMkLst>
            <pc:docMk/>
            <pc:sldMk cId="1555782812" sldId="276"/>
            <ac:spMk id="81" creationId="{99CAC3B1-4879-424D-8F15-206277196159}"/>
          </ac:spMkLst>
        </pc:spChg>
        <pc:grpChg chg="add del">
          <ac:chgData name="Asif Muhammad" userId="6b0af2cb-2f76-400b-94d9-178b55ef4f85" providerId="ADAL" clId="{C773E098-F737-4818-AAB9-CA5F25A0078B}" dt="2022-09-13T11:32:32.189" v="33" actId="26606"/>
          <ac:grpSpMkLst>
            <pc:docMk/>
            <pc:sldMk cId="1555782812" sldId="276"/>
            <ac:grpSpMk id="10" creationId="{7DFD7409-66D7-4C9C-B528-E79EB64A4D31}"/>
          </ac:grpSpMkLst>
        </pc:grpChg>
        <pc:grpChg chg="add del">
          <ac:chgData name="Asif Muhammad" userId="6b0af2cb-2f76-400b-94d9-178b55ef4f85" providerId="ADAL" clId="{C773E098-F737-4818-AAB9-CA5F25A0078B}" dt="2022-09-13T11:32:34.445" v="35" actId="26606"/>
          <ac:grpSpMkLst>
            <pc:docMk/>
            <pc:sldMk cId="1555782812" sldId="276"/>
            <ac:grpSpMk id="12" creationId="{1E52C707-F508-47B5-8864-8CC3EE0F030B}"/>
          </ac:grpSpMkLst>
        </pc:grpChg>
        <pc:grpChg chg="add del">
          <ac:chgData name="Asif Muhammad" userId="6b0af2cb-2f76-400b-94d9-178b55ef4f85" providerId="ADAL" clId="{C773E098-F737-4818-AAB9-CA5F25A0078B}" dt="2022-09-13T11:32:34.956" v="37" actId="26606"/>
          <ac:grpSpMkLst>
            <pc:docMk/>
            <pc:sldMk cId="1555782812" sldId="276"/>
            <ac:grpSpMk id="27" creationId="{4B8492CB-DFBA-4A82-9778-F21493DA36C1}"/>
          </ac:grpSpMkLst>
        </pc:grpChg>
        <pc:grpChg chg="add del">
          <ac:chgData name="Asif Muhammad" userId="6b0af2cb-2f76-400b-94d9-178b55ef4f85" providerId="ADAL" clId="{C773E098-F737-4818-AAB9-CA5F25A0078B}" dt="2022-09-13T11:32:36.582" v="41" actId="26606"/>
          <ac:grpSpMkLst>
            <pc:docMk/>
            <pc:sldMk cId="1555782812" sldId="276"/>
            <ac:grpSpMk id="35" creationId="{F3842748-48B5-4DD0-A06A-A31C74024A99}"/>
          </ac:grpSpMkLst>
        </pc:grpChg>
        <pc:grpChg chg="add del">
          <ac:chgData name="Asif Muhammad" userId="6b0af2cb-2f76-400b-94d9-178b55ef4f85" providerId="ADAL" clId="{C773E098-F737-4818-AAB9-CA5F25A0078B}" dt="2022-09-13T11:32:40.214" v="43" actId="26606"/>
          <ac:grpSpMkLst>
            <pc:docMk/>
            <pc:sldMk cId="1555782812" sldId="276"/>
            <ac:grpSpMk id="40" creationId="{FBBA7535-3851-431E-BDA9-B4F6C1201291}"/>
          </ac:grpSpMkLst>
        </pc:grpChg>
        <pc:grpChg chg="add">
          <ac:chgData name="Asif Muhammad" userId="6b0af2cb-2f76-400b-94d9-178b55ef4f85" providerId="ADAL" clId="{C773E098-F737-4818-AAB9-CA5F25A0078B}" dt="2022-09-13T11:40:59.819" v="51" actId="26606"/>
          <ac:grpSpMkLst>
            <pc:docMk/>
            <pc:sldMk cId="1555782812" sldId="276"/>
            <ac:grpSpMk id="82" creationId="{4B8492CB-DFBA-4A82-9778-F21493DA36C1}"/>
          </ac:grpSpMkLst>
        </pc:grpChg>
        <pc:cxnChg chg="add del">
          <ac:chgData name="Asif Muhammad" userId="6b0af2cb-2f76-400b-94d9-178b55ef4f85" providerId="ADAL" clId="{C773E098-F737-4818-AAB9-CA5F25A0078B}" dt="2022-09-13T11:32:32.189" v="33" actId="26606"/>
          <ac:cxnSpMkLst>
            <pc:docMk/>
            <pc:sldMk cId="1555782812" sldId="276"/>
            <ac:cxnSpMk id="20" creationId="{486F4EBC-E415-40E4-A8BA-BA66F0B632CB}"/>
          </ac:cxnSpMkLst>
        </pc:cxnChg>
        <pc:cxnChg chg="add del">
          <ac:chgData name="Asif Muhammad" userId="6b0af2cb-2f76-400b-94d9-178b55ef4f85" providerId="ADAL" clId="{C773E098-F737-4818-AAB9-CA5F25A0078B}" dt="2022-09-13T11:32:36.046" v="39" actId="26606"/>
          <ac:cxnSpMkLst>
            <pc:docMk/>
            <pc:sldMk cId="1555782812" sldId="276"/>
            <ac:cxnSpMk id="31" creationId="{7A77B115-9FF3-46AE-AE08-826DEB9A6246}"/>
          </ac:cxnSpMkLst>
        </pc:cxnChg>
      </pc:sldChg>
      <pc:sldChg chg="addSp delSp modSp mod setBg setClrOvrMap">
        <pc:chgData name="Asif Muhammad" userId="6b0af2cb-2f76-400b-94d9-178b55ef4f85" providerId="ADAL" clId="{C773E098-F737-4818-AAB9-CA5F25A0078B}" dt="2022-09-13T11:50:43.475" v="100" actId="20577"/>
        <pc:sldMkLst>
          <pc:docMk/>
          <pc:sldMk cId="3705517614" sldId="277"/>
        </pc:sldMkLst>
        <pc:spChg chg="mod">
          <ac:chgData name="Asif Muhammad" userId="6b0af2cb-2f76-400b-94d9-178b55ef4f85" providerId="ADAL" clId="{C773E098-F737-4818-AAB9-CA5F25A0078B}" dt="2022-09-13T11:50:43.475" v="100" actId="20577"/>
          <ac:spMkLst>
            <pc:docMk/>
            <pc:sldMk cId="3705517614" sldId="277"/>
            <ac:spMk id="2" creationId="{E39C14A3-1886-4BF0-AEA4-D5D7D408B1E4}"/>
          </ac:spMkLst>
        </pc:spChg>
        <pc:spChg chg="add del mod">
          <ac:chgData name="Asif Muhammad" userId="6b0af2cb-2f76-400b-94d9-178b55ef4f85" providerId="ADAL" clId="{C773E098-F737-4818-AAB9-CA5F25A0078B}" dt="2022-09-13T11:50:37.483" v="99" actId="26606"/>
          <ac:spMkLst>
            <pc:docMk/>
            <pc:sldMk cId="3705517614" sldId="277"/>
            <ac:spMk id="3" creationId="{8CDF178F-9689-42D0-ACD7-0BE886FC73CD}"/>
          </ac:spMkLst>
        </pc:spChg>
        <pc:spChg chg="add del">
          <ac:chgData name="Asif Muhammad" userId="6b0af2cb-2f76-400b-94d9-178b55ef4f85" providerId="ADAL" clId="{C773E098-F737-4818-AAB9-CA5F25A0078B}" dt="2022-09-13T11:49:26.107" v="81"/>
          <ac:spMkLst>
            <pc:docMk/>
            <pc:sldMk cId="3705517614" sldId="277"/>
            <ac:spMk id="4" creationId="{17CE7A5D-87A5-D078-B6DD-B842E8555482}"/>
          </ac:spMkLst>
        </pc:spChg>
        <pc:spChg chg="add del">
          <ac:chgData name="Asif Muhammad" userId="6b0af2cb-2f76-400b-94d9-178b55ef4f85" providerId="ADAL" clId="{C773E098-F737-4818-AAB9-CA5F25A0078B}" dt="2022-09-13T11:49:33.443" v="84"/>
          <ac:spMkLst>
            <pc:docMk/>
            <pc:sldMk cId="3705517614" sldId="277"/>
            <ac:spMk id="5" creationId="{62122F4C-AD08-777E-F748-67DC564FF122}"/>
          </ac:spMkLst>
        </pc:spChg>
        <pc:spChg chg="add del">
          <ac:chgData name="Asif Muhammad" userId="6b0af2cb-2f76-400b-94d9-178b55ef4f85" providerId="ADAL" clId="{C773E098-F737-4818-AAB9-CA5F25A0078B}" dt="2022-09-13T11:49:41.497" v="86"/>
          <ac:spMkLst>
            <pc:docMk/>
            <pc:sldMk cId="3705517614" sldId="277"/>
            <ac:spMk id="6" creationId="{6E8C98D4-E414-2A34-F16D-E318A0882951}"/>
          </ac:spMkLst>
        </pc:spChg>
        <pc:spChg chg="add del">
          <ac:chgData name="Asif Muhammad" userId="6b0af2cb-2f76-400b-94d9-178b55ef4f85" providerId="ADAL" clId="{C773E098-F737-4818-AAB9-CA5F25A0078B}" dt="2022-09-13T11:43:11.909" v="76" actId="26606"/>
          <ac:spMkLst>
            <pc:docMk/>
            <pc:sldMk cId="3705517614" sldId="277"/>
            <ac:spMk id="8" creationId="{F659138C-74A1-445B-848C-3608AE871A9F}"/>
          </ac:spMkLst>
        </pc:spChg>
        <pc:spChg chg="add del">
          <ac:chgData name="Asif Muhammad" userId="6b0af2cb-2f76-400b-94d9-178b55ef4f85" providerId="ADAL" clId="{C773E098-F737-4818-AAB9-CA5F25A0078B}" dt="2022-09-13T11:43:11.909" v="76" actId="26606"/>
          <ac:spMkLst>
            <pc:docMk/>
            <pc:sldMk cId="3705517614" sldId="277"/>
            <ac:spMk id="18" creationId="{225F4217-4021-45A0-812B-398F9A7A93F9}"/>
          </ac:spMkLst>
        </pc:spChg>
        <pc:spChg chg="add del">
          <ac:chgData name="Asif Muhammad" userId="6b0af2cb-2f76-400b-94d9-178b55ef4f85" providerId="ADAL" clId="{C773E098-F737-4818-AAB9-CA5F25A0078B}" dt="2022-09-13T11:43:16.941" v="78" actId="26606"/>
          <ac:spMkLst>
            <pc:docMk/>
            <pc:sldMk cId="3705517614" sldId="277"/>
            <ac:spMk id="22" creationId="{DE47280D-9DF4-4EC0-870E-F5799F7AD3CE}"/>
          </ac:spMkLst>
        </pc:spChg>
        <pc:spChg chg="add del">
          <ac:chgData name="Asif Muhammad" userId="6b0af2cb-2f76-400b-94d9-178b55ef4f85" providerId="ADAL" clId="{C773E098-F737-4818-AAB9-CA5F25A0078B}" dt="2022-09-13T11:43:16.941" v="78" actId="26606"/>
          <ac:spMkLst>
            <pc:docMk/>
            <pc:sldMk cId="3705517614" sldId="277"/>
            <ac:spMk id="23" creationId="{7ED3A13C-2CCC-4715-A54F-87795E0CED50}"/>
          </ac:spMkLst>
        </pc:spChg>
        <pc:spChg chg="add del">
          <ac:chgData name="Asif Muhammad" userId="6b0af2cb-2f76-400b-94d9-178b55ef4f85" providerId="ADAL" clId="{C773E098-F737-4818-AAB9-CA5F25A0078B}" dt="2022-09-13T11:50:37.483" v="99" actId="26606"/>
          <ac:spMkLst>
            <pc:docMk/>
            <pc:sldMk cId="3705517614" sldId="277"/>
            <ac:spMk id="26" creationId="{24C41CF4-4A13-4AA9-9300-CB7A2E37C861}"/>
          </ac:spMkLst>
        </pc:spChg>
        <pc:spChg chg="add">
          <ac:chgData name="Asif Muhammad" userId="6b0af2cb-2f76-400b-94d9-178b55ef4f85" providerId="ADAL" clId="{C773E098-F737-4818-AAB9-CA5F25A0078B}" dt="2022-09-13T11:50:37.483" v="99" actId="26606"/>
          <ac:spMkLst>
            <pc:docMk/>
            <pc:sldMk cId="3705517614" sldId="277"/>
            <ac:spMk id="32" creationId="{24C41CF4-4A13-4AA9-9300-CB7A2E37C861}"/>
          </ac:spMkLst>
        </pc:spChg>
        <pc:spChg chg="add del">
          <ac:chgData name="Asif Muhammad" userId="6b0af2cb-2f76-400b-94d9-178b55ef4f85" providerId="ADAL" clId="{C773E098-F737-4818-AAB9-CA5F25A0078B}" dt="2022-09-13T11:50:37.477" v="98" actId="26606"/>
          <ac:spMkLst>
            <pc:docMk/>
            <pc:sldMk cId="3705517614" sldId="277"/>
            <ac:spMk id="33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0:37.477" v="98" actId="26606"/>
          <ac:spMkLst>
            <pc:docMk/>
            <pc:sldMk cId="3705517614" sldId="277"/>
            <ac:spMk id="35" creationId="{42285737-90EE-47DC-AC80-8AE156B11969}"/>
          </ac:spMkLst>
        </pc:spChg>
        <pc:spChg chg="add">
          <ac:chgData name="Asif Muhammad" userId="6b0af2cb-2f76-400b-94d9-178b55ef4f85" providerId="ADAL" clId="{C773E098-F737-4818-AAB9-CA5F25A0078B}" dt="2022-09-13T11:50:37.483" v="99" actId="26606"/>
          <ac:spMkLst>
            <pc:docMk/>
            <pc:sldMk cId="3705517614" sldId="277"/>
            <ac:spMk id="45" creationId="{8CDF178F-9689-42D0-ACD7-0BE886FC73CD}"/>
          </ac:spMkLst>
        </pc:spChg>
        <pc:grpChg chg="add del">
          <ac:chgData name="Asif Muhammad" userId="6b0af2cb-2f76-400b-94d9-178b55ef4f85" providerId="ADAL" clId="{C773E098-F737-4818-AAB9-CA5F25A0078B}" dt="2022-09-13T11:43:11.909" v="76" actId="26606"/>
          <ac:grpSpMkLst>
            <pc:docMk/>
            <pc:sldMk cId="3705517614" sldId="277"/>
            <ac:grpSpMk id="10" creationId="{7DFD7409-66D7-4C9C-B528-E79EB64A4D31}"/>
          </ac:grpSpMkLst>
        </pc:grpChg>
        <pc:grpChg chg="add del">
          <ac:chgData name="Asif Muhammad" userId="6b0af2cb-2f76-400b-94d9-178b55ef4f85" providerId="ADAL" clId="{C773E098-F737-4818-AAB9-CA5F25A0078B}" dt="2022-09-13T11:43:16.941" v="78" actId="26606"/>
          <ac:grpSpMkLst>
            <pc:docMk/>
            <pc:sldMk cId="3705517614" sldId="277"/>
            <ac:grpSpMk id="12" creationId="{FB6C0892-83F6-4C98-B806-06627C732547}"/>
          </ac:grpSpMkLst>
        </pc:grpChg>
        <pc:grpChg chg="add del">
          <ac:chgData name="Asif Muhammad" userId="6b0af2cb-2f76-400b-94d9-178b55ef4f85" providerId="ADAL" clId="{C773E098-F737-4818-AAB9-CA5F25A0078B}" dt="2022-09-13T11:50:37.477" v="98" actId="26606"/>
          <ac:grpSpMkLst>
            <pc:docMk/>
            <pc:sldMk cId="3705517614" sldId="277"/>
            <ac:grpSpMk id="37" creationId="{B57BDC17-F1B3-455F-BBF1-680AA1F25C06}"/>
          </ac:grpSpMkLst>
        </pc:grpChg>
        <pc:graphicFrameChg chg="add del">
          <ac:chgData name="Asif Muhammad" userId="6b0af2cb-2f76-400b-94d9-178b55ef4f85" providerId="ADAL" clId="{C773E098-F737-4818-AAB9-CA5F25A0078B}" dt="2022-09-13T11:50:37.477" v="98" actId="26606"/>
          <ac:graphicFrameMkLst>
            <pc:docMk/>
            <pc:sldMk cId="3705517614" sldId="277"/>
            <ac:graphicFrameMk id="29" creationId="{65968A8B-301C-50FC-4E74-5C89D12EC972}"/>
          </ac:graphicFrameMkLst>
        </pc:graphicFrameChg>
        <pc:cxnChg chg="add del">
          <ac:chgData name="Asif Muhammad" userId="6b0af2cb-2f76-400b-94d9-178b55ef4f85" providerId="ADAL" clId="{C773E098-F737-4818-AAB9-CA5F25A0078B}" dt="2022-09-13T11:43:11.909" v="76" actId="26606"/>
          <ac:cxnSpMkLst>
            <pc:docMk/>
            <pc:sldMk cId="3705517614" sldId="277"/>
            <ac:cxnSpMk id="20" creationId="{486F4EBC-E415-40E4-A8BA-BA66F0B632CB}"/>
          </ac:cxnSpMkLst>
        </pc:cxnChg>
        <pc:cxnChg chg="add del">
          <ac:chgData name="Asif Muhammad" userId="6b0af2cb-2f76-400b-94d9-178b55ef4f85" providerId="ADAL" clId="{C773E098-F737-4818-AAB9-CA5F25A0078B}" dt="2022-09-13T11:50:37.483" v="99" actId="26606"/>
          <ac:cxnSpMkLst>
            <pc:docMk/>
            <pc:sldMk cId="3705517614" sldId="277"/>
            <ac:cxnSpMk id="27" creationId="{7A77B115-9FF3-46AE-AE08-826DEB9A6246}"/>
          </ac:cxnSpMkLst>
        </pc:cxnChg>
        <pc:cxnChg chg="add">
          <ac:chgData name="Asif Muhammad" userId="6b0af2cb-2f76-400b-94d9-178b55ef4f85" providerId="ADAL" clId="{C773E098-F737-4818-AAB9-CA5F25A0078B}" dt="2022-09-13T11:50:37.483" v="99" actId="26606"/>
          <ac:cxnSpMkLst>
            <pc:docMk/>
            <pc:sldMk cId="3705517614" sldId="277"/>
            <ac:cxnSpMk id="34" creationId="{7A77B115-9FF3-46AE-AE08-826DEB9A6246}"/>
          </ac:cxnSpMkLst>
        </pc:cxnChg>
      </pc:sldChg>
      <pc:sldChg chg="addSp delSp modSp mod setBg">
        <pc:chgData name="Asif Muhammad" userId="6b0af2cb-2f76-400b-94d9-178b55ef4f85" providerId="ADAL" clId="{C773E098-F737-4818-AAB9-CA5F25A0078B}" dt="2022-09-13T11:51:33.886" v="118" actId="26606"/>
        <pc:sldMkLst>
          <pc:docMk/>
          <pc:sldMk cId="1266558339" sldId="278"/>
        </pc:sldMkLst>
        <pc:spChg chg="mod">
          <ac:chgData name="Asif Muhammad" userId="6b0af2cb-2f76-400b-94d9-178b55ef4f85" providerId="ADAL" clId="{C773E098-F737-4818-AAB9-CA5F25A0078B}" dt="2022-09-13T11:51:33.870" v="117" actId="26606"/>
          <ac:spMkLst>
            <pc:docMk/>
            <pc:sldMk cId="1266558339" sldId="278"/>
            <ac:spMk id="2" creationId="{537B5A7D-9D24-410E-8B1A-A61329BBE27F}"/>
          </ac:spMkLst>
        </pc:spChg>
        <pc:spChg chg="add del">
          <ac:chgData name="Asif Muhammad" userId="6b0af2cb-2f76-400b-94d9-178b55ef4f85" providerId="ADAL" clId="{C773E098-F737-4818-AAB9-CA5F25A0078B}" dt="2022-09-13T11:51:33.886" v="118" actId="26606"/>
          <ac:spMkLst>
            <pc:docMk/>
            <pc:sldMk cId="1266558339" sldId="278"/>
            <ac:spMk id="3" creationId="{E2F7D426-EB92-43A1-83F6-D2B13F277A00}"/>
          </ac:spMkLst>
        </pc:spChg>
        <pc:spChg chg="add del">
          <ac:chgData name="Asif Muhammad" userId="6b0af2cb-2f76-400b-94d9-178b55ef4f85" providerId="ADAL" clId="{C773E098-F737-4818-AAB9-CA5F25A0078B}" dt="2022-09-13T11:51:23.454" v="111" actId="26606"/>
          <ac:spMkLst>
            <pc:docMk/>
            <pc:sldMk cId="1266558339" sldId="278"/>
            <ac:spMk id="9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1:23.454" v="111" actId="26606"/>
          <ac:spMkLst>
            <pc:docMk/>
            <pc:sldMk cId="1266558339" sldId="278"/>
            <ac:spMk id="11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51:25.270" v="113" actId="26606"/>
          <ac:spMkLst>
            <pc:docMk/>
            <pc:sldMk cId="1266558339" sldId="278"/>
            <ac:spMk id="21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1:25.270" v="113" actId="26606"/>
          <ac:spMkLst>
            <pc:docMk/>
            <pc:sldMk cId="1266558339" sldId="278"/>
            <ac:spMk id="22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51:27.302" v="115" actId="26606"/>
          <ac:spMkLst>
            <pc:docMk/>
            <pc:sldMk cId="1266558339" sldId="278"/>
            <ac:spMk id="26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1:27.302" v="115" actId="26606"/>
          <ac:spMkLst>
            <pc:docMk/>
            <pc:sldMk cId="1266558339" sldId="278"/>
            <ac:spMk id="27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51:33.870" v="117" actId="26606"/>
          <ac:spMkLst>
            <pc:docMk/>
            <pc:sldMk cId="1266558339" sldId="278"/>
            <ac:spMk id="31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1:33.870" v="117" actId="26606"/>
          <ac:spMkLst>
            <pc:docMk/>
            <pc:sldMk cId="1266558339" sldId="278"/>
            <ac:spMk id="32" creationId="{42285737-90EE-47DC-AC80-8AE156B11969}"/>
          </ac:spMkLst>
        </pc:spChg>
        <pc:grpChg chg="add del">
          <ac:chgData name="Asif Muhammad" userId="6b0af2cb-2f76-400b-94d9-178b55ef4f85" providerId="ADAL" clId="{C773E098-F737-4818-AAB9-CA5F25A0078B}" dt="2022-09-13T11:51:23.454" v="111" actId="26606"/>
          <ac:grpSpMkLst>
            <pc:docMk/>
            <pc:sldMk cId="1266558339" sldId="278"/>
            <ac:grpSpMk id="1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51:25.270" v="113" actId="26606"/>
          <ac:grpSpMkLst>
            <pc:docMk/>
            <pc:sldMk cId="1266558339" sldId="278"/>
            <ac:grpSpMk id="2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51:27.302" v="115" actId="26606"/>
          <ac:grpSpMkLst>
            <pc:docMk/>
            <pc:sldMk cId="1266558339" sldId="278"/>
            <ac:grpSpMk id="28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51:33.870" v="117" actId="26606"/>
          <ac:grpSpMkLst>
            <pc:docMk/>
            <pc:sldMk cId="1266558339" sldId="278"/>
            <ac:grpSpMk id="33" creationId="{B57BDC17-F1B3-455F-BBF1-680AA1F25C06}"/>
          </ac:grpSpMkLst>
        </pc:grpChg>
        <pc:graphicFrameChg chg="add del">
          <ac:chgData name="Asif Muhammad" userId="6b0af2cb-2f76-400b-94d9-178b55ef4f85" providerId="ADAL" clId="{C773E098-F737-4818-AAB9-CA5F25A0078B}" dt="2022-09-13T11:51:23.454" v="111" actId="26606"/>
          <ac:graphicFrameMkLst>
            <pc:docMk/>
            <pc:sldMk cId="1266558339" sldId="278"/>
            <ac:graphicFrameMk id="5" creationId="{2BE35C21-BD38-4299-E72D-01ED9F819492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51:25.270" v="113" actId="26606"/>
          <ac:graphicFrameMkLst>
            <pc:docMk/>
            <pc:sldMk cId="1266558339" sldId="278"/>
            <ac:graphicFrameMk id="24" creationId="{C0064896-2B10-D04A-C1AF-17755D94EF43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51:27.302" v="115" actId="26606"/>
          <ac:graphicFrameMkLst>
            <pc:docMk/>
            <pc:sldMk cId="1266558339" sldId="278"/>
            <ac:graphicFrameMk id="29" creationId="{2BE35C21-BD38-4299-E72D-01ED9F819492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51:33.870" v="117" actId="26606"/>
          <ac:graphicFrameMkLst>
            <pc:docMk/>
            <pc:sldMk cId="1266558339" sldId="278"/>
            <ac:graphicFrameMk id="34" creationId="{C0064896-2B10-D04A-C1AF-17755D94EF43}"/>
          </ac:graphicFrameMkLst>
        </pc:graphicFrameChg>
        <pc:graphicFrameChg chg="add">
          <ac:chgData name="Asif Muhammad" userId="6b0af2cb-2f76-400b-94d9-178b55ef4f85" providerId="ADAL" clId="{C773E098-F737-4818-AAB9-CA5F25A0078B}" dt="2022-09-13T11:51:33.886" v="118" actId="26606"/>
          <ac:graphicFrameMkLst>
            <pc:docMk/>
            <pc:sldMk cId="1266558339" sldId="278"/>
            <ac:graphicFrameMk id="36" creationId="{30A95A38-8C45-FE6A-F2FF-059E9D9A9F43}"/>
          </ac:graphicFrameMkLst>
        </pc:graphicFrameChg>
      </pc:sldChg>
      <pc:sldChg chg="addSp delSp modSp mod setBg">
        <pc:chgData name="Asif Muhammad" userId="6b0af2cb-2f76-400b-94d9-178b55ef4f85" providerId="ADAL" clId="{C773E098-F737-4818-AAB9-CA5F25A0078B}" dt="2022-09-13T12:01:18.277" v="162" actId="26606"/>
        <pc:sldMkLst>
          <pc:docMk/>
          <pc:sldMk cId="3464908263" sldId="279"/>
        </pc:sldMkLst>
        <pc:spChg chg="mod">
          <ac:chgData name="Asif Muhammad" userId="6b0af2cb-2f76-400b-94d9-178b55ef4f85" providerId="ADAL" clId="{C773E098-F737-4818-AAB9-CA5F25A0078B}" dt="2022-09-13T12:01:18.262" v="161" actId="26606"/>
          <ac:spMkLst>
            <pc:docMk/>
            <pc:sldMk cId="3464908263" sldId="279"/>
            <ac:spMk id="2" creationId="{537B5A7D-9D24-410E-8B1A-A61329BBE27F}"/>
          </ac:spMkLst>
        </pc:spChg>
        <pc:spChg chg="add del">
          <ac:chgData name="Asif Muhammad" userId="6b0af2cb-2f76-400b-94d9-178b55ef4f85" providerId="ADAL" clId="{C773E098-F737-4818-AAB9-CA5F25A0078B}" dt="2022-09-13T12:01:18.277" v="162" actId="26606"/>
          <ac:spMkLst>
            <pc:docMk/>
            <pc:sldMk cId="3464908263" sldId="279"/>
            <ac:spMk id="3" creationId="{E2F7D426-EB92-43A1-83F6-D2B13F277A00}"/>
          </ac:spMkLst>
        </pc:spChg>
        <pc:spChg chg="add del">
          <ac:chgData name="Asif Muhammad" userId="6b0af2cb-2f76-400b-94d9-178b55ef4f85" providerId="ADAL" clId="{C773E098-F737-4818-AAB9-CA5F25A0078B}" dt="2022-09-13T12:01:13.326" v="159" actId="26606"/>
          <ac:spMkLst>
            <pc:docMk/>
            <pc:sldMk cId="3464908263" sldId="279"/>
            <ac:spMk id="8" creationId="{99CAC3B1-4879-424D-8F15-206277196159}"/>
          </ac:spMkLst>
        </pc:spChg>
        <pc:spChg chg="add del">
          <ac:chgData name="Asif Muhammad" userId="6b0af2cb-2f76-400b-94d9-178b55ef4f85" providerId="ADAL" clId="{C773E098-F737-4818-AAB9-CA5F25A0078B}" dt="2022-09-13T12:01:10.782" v="155" actId="26606"/>
          <ac:spMkLst>
            <pc:docMk/>
            <pc:sldMk cId="3464908263" sldId="279"/>
            <ac:spMk id="9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2:01:13.326" v="159" actId="26606"/>
          <ac:spMkLst>
            <pc:docMk/>
            <pc:sldMk cId="3464908263" sldId="279"/>
            <ac:spMk id="10" creationId="{E34CC1C8-EBDD-4AEA-83E6-B27575B62E2E}"/>
          </ac:spMkLst>
        </pc:spChg>
        <pc:spChg chg="add del">
          <ac:chgData name="Asif Muhammad" userId="6b0af2cb-2f76-400b-94d9-178b55ef4f85" providerId="ADAL" clId="{C773E098-F737-4818-AAB9-CA5F25A0078B}" dt="2022-09-13T12:01:10.782" v="155" actId="26606"/>
          <ac:spMkLst>
            <pc:docMk/>
            <pc:sldMk cId="3464908263" sldId="279"/>
            <ac:spMk id="11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2:01:13.326" v="159" actId="26606"/>
          <ac:spMkLst>
            <pc:docMk/>
            <pc:sldMk cId="3464908263" sldId="279"/>
            <ac:spMk id="12" creationId="{D6B38644-B85D-4211-9526-5B4C2A662BF7}"/>
          </ac:spMkLst>
        </pc:spChg>
        <pc:spChg chg="add del">
          <ac:chgData name="Asif Muhammad" userId="6b0af2cb-2f76-400b-94d9-178b55ef4f85" providerId="ADAL" clId="{C773E098-F737-4818-AAB9-CA5F25A0078B}" dt="2022-09-13T12:01:13.326" v="159" actId="26606"/>
          <ac:spMkLst>
            <pc:docMk/>
            <pc:sldMk cId="3464908263" sldId="279"/>
            <ac:spMk id="14" creationId="{8A8B2820-6B8F-4C19-BFC5-D28EE44E54CB}"/>
          </ac:spMkLst>
        </pc:spChg>
        <pc:spChg chg="add del">
          <ac:chgData name="Asif Muhammad" userId="6b0af2cb-2f76-400b-94d9-178b55ef4f85" providerId="ADAL" clId="{C773E098-F737-4818-AAB9-CA5F25A0078B}" dt="2022-09-13T12:01:13.326" v="159" actId="26606"/>
          <ac:spMkLst>
            <pc:docMk/>
            <pc:sldMk cId="3464908263" sldId="279"/>
            <ac:spMk id="16" creationId="{DCA45AB7-441E-40A8-A98B-557D68F48A48}"/>
          </ac:spMkLst>
        </pc:spChg>
        <pc:spChg chg="add del">
          <ac:chgData name="Asif Muhammad" userId="6b0af2cb-2f76-400b-94d9-178b55ef4f85" providerId="ADAL" clId="{C773E098-F737-4818-AAB9-CA5F25A0078B}" dt="2022-09-13T12:01:13.326" v="159" actId="26606"/>
          <ac:spMkLst>
            <pc:docMk/>
            <pc:sldMk cId="3464908263" sldId="279"/>
            <ac:spMk id="18" creationId="{5F516030-4F00-4C48-AD93-91EFA17A1AC3}"/>
          </ac:spMkLst>
        </pc:spChg>
        <pc:spChg chg="add del">
          <ac:chgData name="Asif Muhammad" userId="6b0af2cb-2f76-400b-94d9-178b55ef4f85" providerId="ADAL" clId="{C773E098-F737-4818-AAB9-CA5F25A0078B}" dt="2022-09-13T12:01:13.326" v="159" actId="26606"/>
          <ac:spMkLst>
            <pc:docMk/>
            <pc:sldMk cId="3464908263" sldId="279"/>
            <ac:spMk id="20" creationId="{5820085E-2582-4A95-98EE-45DFFD5C017C}"/>
          </ac:spMkLst>
        </pc:spChg>
        <pc:spChg chg="add del">
          <ac:chgData name="Asif Muhammad" userId="6b0af2cb-2f76-400b-94d9-178b55ef4f85" providerId="ADAL" clId="{C773E098-F737-4818-AAB9-CA5F25A0078B}" dt="2022-09-13T12:01:13.326" v="159" actId="26606"/>
          <ac:spMkLst>
            <pc:docMk/>
            <pc:sldMk cId="3464908263" sldId="279"/>
            <ac:spMk id="23" creationId="{E2F7D426-EB92-43A1-83F6-D2B13F277A00}"/>
          </ac:spMkLst>
        </pc:spChg>
        <pc:spChg chg="add del">
          <ac:chgData name="Asif Muhammad" userId="6b0af2cb-2f76-400b-94d9-178b55ef4f85" providerId="ADAL" clId="{C773E098-F737-4818-AAB9-CA5F25A0078B}" dt="2022-09-13T12:01:18.262" v="161" actId="26606"/>
          <ac:spMkLst>
            <pc:docMk/>
            <pc:sldMk cId="3464908263" sldId="279"/>
            <ac:spMk id="25" creationId="{C8643778-7F6C-4E8D-84D1-D5CDB9928191}"/>
          </ac:spMkLst>
        </pc:spChg>
        <pc:spChg chg="add del">
          <ac:chgData name="Asif Muhammad" userId="6b0af2cb-2f76-400b-94d9-178b55ef4f85" providerId="ADAL" clId="{C773E098-F737-4818-AAB9-CA5F25A0078B}" dt="2022-09-13T12:01:18.262" v="161" actId="26606"/>
          <ac:spMkLst>
            <pc:docMk/>
            <pc:sldMk cId="3464908263" sldId="279"/>
            <ac:spMk id="26" creationId="{1D22F88D-6907-48AF-B024-346E855E0D96}"/>
          </ac:spMkLst>
        </pc:spChg>
        <pc:spChg chg="add del">
          <ac:chgData name="Asif Muhammad" userId="6b0af2cb-2f76-400b-94d9-178b55ef4f85" providerId="ADAL" clId="{C773E098-F737-4818-AAB9-CA5F25A0078B}" dt="2022-09-13T12:01:18.262" v="161" actId="26606"/>
          <ac:spMkLst>
            <pc:docMk/>
            <pc:sldMk cId="3464908263" sldId="279"/>
            <ac:spMk id="32" creationId="{E2F7D426-EB92-43A1-83F6-D2B13F277A00}"/>
          </ac:spMkLst>
        </pc:spChg>
        <pc:grpChg chg="add del">
          <ac:chgData name="Asif Muhammad" userId="6b0af2cb-2f76-400b-94d9-178b55ef4f85" providerId="ADAL" clId="{C773E098-F737-4818-AAB9-CA5F25A0078B}" dt="2022-09-13T12:01:10.782" v="155" actId="26606"/>
          <ac:grpSpMkLst>
            <pc:docMk/>
            <pc:sldMk cId="3464908263" sldId="279"/>
            <ac:grpSpMk id="1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2:01:18.262" v="161" actId="26606"/>
          <ac:grpSpMkLst>
            <pc:docMk/>
            <pc:sldMk cId="3464908263" sldId="279"/>
            <ac:grpSpMk id="27" creationId="{F3842748-48B5-4DD0-A06A-A31C74024A99}"/>
          </ac:grpSpMkLst>
        </pc:grpChg>
        <pc:graphicFrameChg chg="add del">
          <ac:chgData name="Asif Muhammad" userId="6b0af2cb-2f76-400b-94d9-178b55ef4f85" providerId="ADAL" clId="{C773E098-F737-4818-AAB9-CA5F25A0078B}" dt="2022-09-13T12:01:10.782" v="155" actId="26606"/>
          <ac:graphicFrameMkLst>
            <pc:docMk/>
            <pc:sldMk cId="3464908263" sldId="279"/>
            <ac:graphicFrameMk id="5" creationId="{0EA72DF0-64BF-12BD-7EC1-0E4C55EC9092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2:01:12.293" v="157" actId="26606"/>
          <ac:graphicFrameMkLst>
            <pc:docMk/>
            <pc:sldMk cId="3464908263" sldId="279"/>
            <ac:graphicFrameMk id="21" creationId="{8A286D3D-2BCF-46AD-70BF-AA743D0950D0}"/>
          </ac:graphicFrameMkLst>
        </pc:graphicFrameChg>
        <pc:graphicFrameChg chg="add">
          <ac:chgData name="Asif Muhammad" userId="6b0af2cb-2f76-400b-94d9-178b55ef4f85" providerId="ADAL" clId="{C773E098-F737-4818-AAB9-CA5F25A0078B}" dt="2022-09-13T12:01:18.277" v="162" actId="26606"/>
          <ac:graphicFrameMkLst>
            <pc:docMk/>
            <pc:sldMk cId="3464908263" sldId="279"/>
            <ac:graphicFrameMk id="34" creationId="{8A286D3D-2BCF-46AD-70BF-AA743D0950D0}"/>
          </ac:graphicFrameMkLst>
        </pc:graphicFrameChg>
      </pc:sldChg>
      <pc:sldChg chg="addSp delSp modSp mod setBg setClrOvrMap">
        <pc:chgData name="Asif Muhammad" userId="6b0af2cb-2f76-400b-94d9-178b55ef4f85" providerId="ADAL" clId="{C773E098-F737-4818-AAB9-CA5F25A0078B}" dt="2022-09-13T11:53:42.326" v="148" actId="26606"/>
        <pc:sldMkLst>
          <pc:docMk/>
          <pc:sldMk cId="2876997945" sldId="280"/>
        </pc:sldMkLst>
        <pc:spChg chg="mod">
          <ac:chgData name="Asif Muhammad" userId="6b0af2cb-2f76-400b-94d9-178b55ef4f85" providerId="ADAL" clId="{C773E098-F737-4818-AAB9-CA5F25A0078B}" dt="2022-09-13T11:53:42.326" v="147" actId="26606"/>
          <ac:spMkLst>
            <pc:docMk/>
            <pc:sldMk cId="2876997945" sldId="280"/>
            <ac:spMk id="2" creationId="{537B5A7D-9D24-410E-8B1A-A61329BBE27F}"/>
          </ac:spMkLst>
        </pc:spChg>
        <pc:spChg chg="add del">
          <ac:chgData name="Asif Muhammad" userId="6b0af2cb-2f76-400b-94d9-178b55ef4f85" providerId="ADAL" clId="{C773E098-F737-4818-AAB9-CA5F25A0078B}" dt="2022-09-13T11:53:42.326" v="148" actId="26606"/>
          <ac:spMkLst>
            <pc:docMk/>
            <pc:sldMk cId="2876997945" sldId="280"/>
            <ac:spMk id="3" creationId="{E2F7D426-EB92-43A1-83F6-D2B13F277A00}"/>
          </ac:spMkLst>
        </pc:spChg>
        <pc:spChg chg="add del">
          <ac:chgData name="Asif Muhammad" userId="6b0af2cb-2f76-400b-94d9-178b55ef4f85" providerId="ADAL" clId="{C773E098-F737-4818-AAB9-CA5F25A0078B}" dt="2022-09-13T11:53:29.280" v="137" actId="26606"/>
          <ac:spMkLst>
            <pc:docMk/>
            <pc:sldMk cId="2876997945" sldId="280"/>
            <ac:spMk id="8" creationId="{F659138C-74A1-445B-848C-3608AE871A9F}"/>
          </ac:spMkLst>
        </pc:spChg>
        <pc:spChg chg="add del">
          <ac:chgData name="Asif Muhammad" userId="6b0af2cb-2f76-400b-94d9-178b55ef4f85" providerId="ADAL" clId="{C773E098-F737-4818-AAB9-CA5F25A0078B}" dt="2022-09-13T11:53:16.894" v="129" actId="26606"/>
          <ac:spMkLst>
            <pc:docMk/>
            <pc:sldMk cId="2876997945" sldId="280"/>
            <ac:spMk id="9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3:16.894" v="129" actId="26606"/>
          <ac:spMkLst>
            <pc:docMk/>
            <pc:sldMk cId="2876997945" sldId="280"/>
            <ac:spMk id="11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53:31.373" v="139" actId="26606"/>
          <ac:spMkLst>
            <pc:docMk/>
            <pc:sldMk cId="2876997945" sldId="280"/>
            <ac:spMk id="12" creationId="{45E4A74B-6514-424A-ADFA-C232FA6B9018}"/>
          </ac:spMkLst>
        </pc:spChg>
        <pc:spChg chg="add del">
          <ac:chgData name="Asif Muhammad" userId="6b0af2cb-2f76-400b-94d9-178b55ef4f85" providerId="ADAL" clId="{C773E098-F737-4818-AAB9-CA5F25A0078B}" dt="2022-09-13T11:53:31.373" v="139" actId="26606"/>
          <ac:spMkLst>
            <pc:docMk/>
            <pc:sldMk cId="2876997945" sldId="280"/>
            <ac:spMk id="14" creationId="{F61C5C86-C785-4B92-9F2D-133B8B8C24F5}"/>
          </ac:spMkLst>
        </pc:spChg>
        <pc:spChg chg="add del">
          <ac:chgData name="Asif Muhammad" userId="6b0af2cb-2f76-400b-94d9-178b55ef4f85" providerId="ADAL" clId="{C773E098-F737-4818-AAB9-CA5F25A0078B}" dt="2022-09-13T11:53:31.373" v="139" actId="26606"/>
          <ac:spMkLst>
            <pc:docMk/>
            <pc:sldMk cId="2876997945" sldId="280"/>
            <ac:spMk id="16" creationId="{954D0BF9-002C-4D3A-A222-C166094A5D1D}"/>
          </ac:spMkLst>
        </pc:spChg>
        <pc:spChg chg="add del">
          <ac:chgData name="Asif Muhammad" userId="6b0af2cb-2f76-400b-94d9-178b55ef4f85" providerId="ADAL" clId="{C773E098-F737-4818-AAB9-CA5F25A0078B}" dt="2022-09-13T11:53:29.280" v="137" actId="26606"/>
          <ac:spMkLst>
            <pc:docMk/>
            <pc:sldMk cId="2876997945" sldId="280"/>
            <ac:spMk id="18" creationId="{225F4217-4021-45A0-812B-398F9A7A93F9}"/>
          </ac:spMkLst>
        </pc:spChg>
        <pc:spChg chg="add del">
          <ac:chgData name="Asif Muhammad" userId="6b0af2cb-2f76-400b-94d9-178b55ef4f85" providerId="ADAL" clId="{C773E098-F737-4818-AAB9-CA5F25A0078B}" dt="2022-09-13T11:53:23.669" v="131" actId="26606"/>
          <ac:spMkLst>
            <pc:docMk/>
            <pc:sldMk cId="2876997945" sldId="280"/>
            <ac:spMk id="21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3:23.669" v="131" actId="26606"/>
          <ac:spMkLst>
            <pc:docMk/>
            <pc:sldMk cId="2876997945" sldId="280"/>
            <ac:spMk id="22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53:24.414" v="133" actId="26606"/>
          <ac:spMkLst>
            <pc:docMk/>
            <pc:sldMk cId="2876997945" sldId="280"/>
            <ac:spMk id="26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3:24.414" v="133" actId="26606"/>
          <ac:spMkLst>
            <pc:docMk/>
            <pc:sldMk cId="2876997945" sldId="280"/>
            <ac:spMk id="27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53:28.014" v="135" actId="26606"/>
          <ac:spMkLst>
            <pc:docMk/>
            <pc:sldMk cId="2876997945" sldId="280"/>
            <ac:spMk id="31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1:53:28.014" v="135" actId="26606"/>
          <ac:spMkLst>
            <pc:docMk/>
            <pc:sldMk cId="2876997945" sldId="280"/>
            <ac:spMk id="32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1:53:29.280" v="137" actId="26606"/>
          <ac:spMkLst>
            <pc:docMk/>
            <pc:sldMk cId="2876997945" sldId="280"/>
            <ac:spMk id="38" creationId="{E2F7D426-EB92-43A1-83F6-D2B13F277A00}"/>
          </ac:spMkLst>
        </pc:spChg>
        <pc:spChg chg="add del">
          <ac:chgData name="Asif Muhammad" userId="6b0af2cb-2f76-400b-94d9-178b55ef4f85" providerId="ADAL" clId="{C773E098-F737-4818-AAB9-CA5F25A0078B}" dt="2022-09-13T11:53:31.373" v="139" actId="26606"/>
          <ac:spMkLst>
            <pc:docMk/>
            <pc:sldMk cId="2876997945" sldId="280"/>
            <ac:spMk id="40" creationId="{24DFAAE7-061D-4086-99EC-872CB305082A}"/>
          </ac:spMkLst>
        </pc:spChg>
        <pc:spChg chg="add del">
          <ac:chgData name="Asif Muhammad" userId="6b0af2cb-2f76-400b-94d9-178b55ef4f85" providerId="ADAL" clId="{C773E098-F737-4818-AAB9-CA5F25A0078B}" dt="2022-09-13T11:53:31.373" v="139" actId="26606"/>
          <ac:spMkLst>
            <pc:docMk/>
            <pc:sldMk cId="2876997945" sldId="280"/>
            <ac:spMk id="41" creationId="{E7570099-A243-48DD-9EAE-36F4AC095B94}"/>
          </ac:spMkLst>
        </pc:spChg>
        <pc:spChg chg="add del">
          <ac:chgData name="Asif Muhammad" userId="6b0af2cb-2f76-400b-94d9-178b55ef4f85" providerId="ADAL" clId="{C773E098-F737-4818-AAB9-CA5F25A0078B}" dt="2022-09-13T11:53:31.373" v="139" actId="26606"/>
          <ac:spMkLst>
            <pc:docMk/>
            <pc:sldMk cId="2876997945" sldId="280"/>
            <ac:spMk id="42" creationId="{6080EB6E-D69F-43B1-91EC-75C303342580}"/>
          </ac:spMkLst>
        </pc:spChg>
        <pc:spChg chg="add del">
          <ac:chgData name="Asif Muhammad" userId="6b0af2cb-2f76-400b-94d9-178b55ef4f85" providerId="ADAL" clId="{C773E098-F737-4818-AAB9-CA5F25A0078B}" dt="2022-09-13T11:53:31.373" v="139" actId="26606"/>
          <ac:spMkLst>
            <pc:docMk/>
            <pc:sldMk cId="2876997945" sldId="280"/>
            <ac:spMk id="43" creationId="{21BA816A-EE68-4A96-BA05-73303B2F4FE7}"/>
          </ac:spMkLst>
        </pc:spChg>
        <pc:spChg chg="add del">
          <ac:chgData name="Asif Muhammad" userId="6b0af2cb-2f76-400b-94d9-178b55ef4f85" providerId="ADAL" clId="{C773E098-F737-4818-AAB9-CA5F25A0078B}" dt="2022-09-13T11:53:31.373" v="139" actId="26606"/>
          <ac:spMkLst>
            <pc:docMk/>
            <pc:sldMk cId="2876997945" sldId="280"/>
            <ac:spMk id="44" creationId="{22A94CDB-5D63-4C75-9CB6-6C18CDF372F0}"/>
          </ac:spMkLst>
        </pc:spChg>
        <pc:spChg chg="add del">
          <ac:chgData name="Asif Muhammad" userId="6b0af2cb-2f76-400b-94d9-178b55ef4f85" providerId="ADAL" clId="{C773E098-F737-4818-AAB9-CA5F25A0078B}" dt="2022-09-13T11:53:31.373" v="139" actId="26606"/>
          <ac:spMkLst>
            <pc:docMk/>
            <pc:sldMk cId="2876997945" sldId="280"/>
            <ac:spMk id="45" creationId="{E2F7D426-EB92-43A1-83F6-D2B13F277A00}"/>
          </ac:spMkLst>
        </pc:spChg>
        <pc:spChg chg="add del">
          <ac:chgData name="Asif Muhammad" userId="6b0af2cb-2f76-400b-94d9-178b55ef4f85" providerId="ADAL" clId="{C773E098-F737-4818-AAB9-CA5F25A0078B}" dt="2022-09-13T11:53:32.926" v="141" actId="26606"/>
          <ac:spMkLst>
            <pc:docMk/>
            <pc:sldMk cId="2876997945" sldId="280"/>
            <ac:spMk id="47" creationId="{99CAC3B1-4879-424D-8F15-206277196159}"/>
          </ac:spMkLst>
        </pc:spChg>
        <pc:spChg chg="add del">
          <ac:chgData name="Asif Muhammad" userId="6b0af2cb-2f76-400b-94d9-178b55ef4f85" providerId="ADAL" clId="{C773E098-F737-4818-AAB9-CA5F25A0078B}" dt="2022-09-13T11:53:32.926" v="141" actId="26606"/>
          <ac:spMkLst>
            <pc:docMk/>
            <pc:sldMk cId="2876997945" sldId="280"/>
            <ac:spMk id="54" creationId="{E2F7D426-EB92-43A1-83F6-D2B13F277A00}"/>
          </ac:spMkLst>
        </pc:spChg>
        <pc:spChg chg="add del">
          <ac:chgData name="Asif Muhammad" userId="6b0af2cb-2f76-400b-94d9-178b55ef4f85" providerId="ADAL" clId="{C773E098-F737-4818-AAB9-CA5F25A0078B}" dt="2022-09-13T11:53:35.350" v="143" actId="26606"/>
          <ac:spMkLst>
            <pc:docMk/>
            <pc:sldMk cId="2876997945" sldId="280"/>
            <ac:spMk id="56" creationId="{E03BF673-8C68-4092-BF1B-53C57EFEC21F}"/>
          </ac:spMkLst>
        </pc:spChg>
        <pc:spChg chg="add del">
          <ac:chgData name="Asif Muhammad" userId="6b0af2cb-2f76-400b-94d9-178b55ef4f85" providerId="ADAL" clId="{C773E098-F737-4818-AAB9-CA5F25A0078B}" dt="2022-09-13T11:53:35.350" v="143" actId="26606"/>
          <ac:spMkLst>
            <pc:docMk/>
            <pc:sldMk cId="2876997945" sldId="280"/>
            <ac:spMk id="57" creationId="{B1BDB70B-F0E6-4867-818F-C582494FB6D6}"/>
          </ac:spMkLst>
        </pc:spChg>
        <pc:spChg chg="add del">
          <ac:chgData name="Asif Muhammad" userId="6b0af2cb-2f76-400b-94d9-178b55ef4f85" providerId="ADAL" clId="{C773E098-F737-4818-AAB9-CA5F25A0078B}" dt="2022-09-13T11:53:35.350" v="143" actId="26606"/>
          <ac:spMkLst>
            <pc:docMk/>
            <pc:sldMk cId="2876997945" sldId="280"/>
            <ac:spMk id="63" creationId="{E2F7D426-EB92-43A1-83F6-D2B13F277A00}"/>
          </ac:spMkLst>
        </pc:spChg>
        <pc:spChg chg="add del">
          <ac:chgData name="Asif Muhammad" userId="6b0af2cb-2f76-400b-94d9-178b55ef4f85" providerId="ADAL" clId="{C773E098-F737-4818-AAB9-CA5F25A0078B}" dt="2022-09-13T11:53:37.902" v="145" actId="26606"/>
          <ac:spMkLst>
            <pc:docMk/>
            <pc:sldMk cId="2876997945" sldId="280"/>
            <ac:spMk id="65" creationId="{24C41CF4-4A13-4AA9-9300-CB7A2E37C861}"/>
          </ac:spMkLst>
        </pc:spChg>
        <pc:spChg chg="add del">
          <ac:chgData name="Asif Muhammad" userId="6b0af2cb-2f76-400b-94d9-178b55ef4f85" providerId="ADAL" clId="{C773E098-F737-4818-AAB9-CA5F25A0078B}" dt="2022-09-13T11:53:37.902" v="145" actId="26606"/>
          <ac:spMkLst>
            <pc:docMk/>
            <pc:sldMk cId="2876997945" sldId="280"/>
            <ac:spMk id="67" creationId="{E2F7D426-EB92-43A1-83F6-D2B13F277A00}"/>
          </ac:spMkLst>
        </pc:spChg>
        <pc:spChg chg="add del">
          <ac:chgData name="Asif Muhammad" userId="6b0af2cb-2f76-400b-94d9-178b55ef4f85" providerId="ADAL" clId="{C773E098-F737-4818-AAB9-CA5F25A0078B}" dt="2022-09-13T11:53:42.326" v="147" actId="26606"/>
          <ac:spMkLst>
            <pc:docMk/>
            <pc:sldMk cId="2876997945" sldId="280"/>
            <ac:spMk id="69" creationId="{C8643778-7F6C-4E8D-84D1-D5CDB9928191}"/>
          </ac:spMkLst>
        </pc:spChg>
        <pc:spChg chg="add del">
          <ac:chgData name="Asif Muhammad" userId="6b0af2cb-2f76-400b-94d9-178b55ef4f85" providerId="ADAL" clId="{C773E098-F737-4818-AAB9-CA5F25A0078B}" dt="2022-09-13T11:53:42.326" v="147" actId="26606"/>
          <ac:spMkLst>
            <pc:docMk/>
            <pc:sldMk cId="2876997945" sldId="280"/>
            <ac:spMk id="70" creationId="{1D22F88D-6907-48AF-B024-346E855E0D96}"/>
          </ac:spMkLst>
        </pc:spChg>
        <pc:spChg chg="add del">
          <ac:chgData name="Asif Muhammad" userId="6b0af2cb-2f76-400b-94d9-178b55ef4f85" providerId="ADAL" clId="{C773E098-F737-4818-AAB9-CA5F25A0078B}" dt="2022-09-13T11:53:42.326" v="147" actId="26606"/>
          <ac:spMkLst>
            <pc:docMk/>
            <pc:sldMk cId="2876997945" sldId="280"/>
            <ac:spMk id="76" creationId="{E2F7D426-EB92-43A1-83F6-D2B13F277A00}"/>
          </ac:spMkLst>
        </pc:spChg>
        <pc:grpChg chg="add del">
          <ac:chgData name="Asif Muhammad" userId="6b0af2cb-2f76-400b-94d9-178b55ef4f85" providerId="ADAL" clId="{C773E098-F737-4818-AAB9-CA5F25A0078B}" dt="2022-09-13T11:53:29.280" v="137" actId="26606"/>
          <ac:grpSpMkLst>
            <pc:docMk/>
            <pc:sldMk cId="2876997945" sldId="280"/>
            <ac:grpSpMk id="10" creationId="{7DFD7409-66D7-4C9C-B528-E79EB64A4D31}"/>
          </ac:grpSpMkLst>
        </pc:grpChg>
        <pc:grpChg chg="add del">
          <ac:chgData name="Asif Muhammad" userId="6b0af2cb-2f76-400b-94d9-178b55ef4f85" providerId="ADAL" clId="{C773E098-F737-4818-AAB9-CA5F25A0078B}" dt="2022-09-13T11:53:16.894" v="129" actId="26606"/>
          <ac:grpSpMkLst>
            <pc:docMk/>
            <pc:sldMk cId="2876997945" sldId="280"/>
            <ac:grpSpMk id="1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53:23.669" v="131" actId="26606"/>
          <ac:grpSpMkLst>
            <pc:docMk/>
            <pc:sldMk cId="2876997945" sldId="280"/>
            <ac:grpSpMk id="2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53:24.414" v="133" actId="26606"/>
          <ac:grpSpMkLst>
            <pc:docMk/>
            <pc:sldMk cId="2876997945" sldId="280"/>
            <ac:grpSpMk id="28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53:28.014" v="135" actId="26606"/>
          <ac:grpSpMkLst>
            <pc:docMk/>
            <pc:sldMk cId="2876997945" sldId="280"/>
            <ac:grpSpMk id="3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1:53:32.926" v="141" actId="26606"/>
          <ac:grpSpMkLst>
            <pc:docMk/>
            <pc:sldMk cId="2876997945" sldId="280"/>
            <ac:grpSpMk id="48" creationId="{4B8492CB-DFBA-4A82-9778-F21493DA36C1}"/>
          </ac:grpSpMkLst>
        </pc:grpChg>
        <pc:grpChg chg="add del">
          <ac:chgData name="Asif Muhammad" userId="6b0af2cb-2f76-400b-94d9-178b55ef4f85" providerId="ADAL" clId="{C773E098-F737-4818-AAB9-CA5F25A0078B}" dt="2022-09-13T11:53:35.350" v="143" actId="26606"/>
          <ac:grpSpMkLst>
            <pc:docMk/>
            <pc:sldMk cId="2876997945" sldId="280"/>
            <ac:grpSpMk id="58" creationId="{1E52C707-F508-47B5-8864-8CC3EE0F030B}"/>
          </ac:grpSpMkLst>
        </pc:grpChg>
        <pc:grpChg chg="add del">
          <ac:chgData name="Asif Muhammad" userId="6b0af2cb-2f76-400b-94d9-178b55ef4f85" providerId="ADAL" clId="{C773E098-F737-4818-AAB9-CA5F25A0078B}" dt="2022-09-13T11:53:42.326" v="147" actId="26606"/>
          <ac:grpSpMkLst>
            <pc:docMk/>
            <pc:sldMk cId="2876997945" sldId="280"/>
            <ac:grpSpMk id="71" creationId="{F3842748-48B5-4DD0-A06A-A31C74024A99}"/>
          </ac:grpSpMkLst>
        </pc:grpChg>
        <pc:graphicFrameChg chg="add del">
          <ac:chgData name="Asif Muhammad" userId="6b0af2cb-2f76-400b-94d9-178b55ef4f85" providerId="ADAL" clId="{C773E098-F737-4818-AAB9-CA5F25A0078B}" dt="2022-09-13T11:53:16.894" v="129" actId="26606"/>
          <ac:graphicFrameMkLst>
            <pc:docMk/>
            <pc:sldMk cId="2876997945" sldId="280"/>
            <ac:graphicFrameMk id="5" creationId="{2CF2E910-0746-196B-2145-88E306490EBE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53:23.669" v="131" actId="26606"/>
          <ac:graphicFrameMkLst>
            <pc:docMk/>
            <pc:sldMk cId="2876997945" sldId="280"/>
            <ac:graphicFrameMk id="24" creationId="{512303DE-9CA0-D474-69BF-9F13C8F4F5EC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53:24.414" v="133" actId="26606"/>
          <ac:graphicFrameMkLst>
            <pc:docMk/>
            <pc:sldMk cId="2876997945" sldId="280"/>
            <ac:graphicFrameMk id="29" creationId="{2CF2E910-0746-196B-2145-88E306490EBE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1:53:28.014" v="135" actId="26606"/>
          <ac:graphicFrameMkLst>
            <pc:docMk/>
            <pc:sldMk cId="2876997945" sldId="280"/>
            <ac:graphicFrameMk id="34" creationId="{512303DE-9CA0-D474-69BF-9F13C8F4F5EC}"/>
          </ac:graphicFrameMkLst>
        </pc:graphicFrameChg>
        <pc:graphicFrameChg chg="add">
          <ac:chgData name="Asif Muhammad" userId="6b0af2cb-2f76-400b-94d9-178b55ef4f85" providerId="ADAL" clId="{C773E098-F737-4818-AAB9-CA5F25A0078B}" dt="2022-09-13T11:53:42.326" v="148" actId="26606"/>
          <ac:graphicFrameMkLst>
            <pc:docMk/>
            <pc:sldMk cId="2876997945" sldId="280"/>
            <ac:graphicFrameMk id="78" creationId="{44F04734-3C6A-4EB2-8206-7C25149C5B99}"/>
          </ac:graphicFrameMkLst>
        </pc:graphicFrameChg>
        <pc:cxnChg chg="add del">
          <ac:chgData name="Asif Muhammad" userId="6b0af2cb-2f76-400b-94d9-178b55ef4f85" providerId="ADAL" clId="{C773E098-F737-4818-AAB9-CA5F25A0078B}" dt="2022-09-13T11:53:29.280" v="137" actId="26606"/>
          <ac:cxnSpMkLst>
            <pc:docMk/>
            <pc:sldMk cId="2876997945" sldId="280"/>
            <ac:cxnSpMk id="20" creationId="{486F4EBC-E415-40E4-A8BA-BA66F0B632CB}"/>
          </ac:cxnSpMkLst>
        </pc:cxnChg>
        <pc:cxnChg chg="add del">
          <ac:chgData name="Asif Muhammad" userId="6b0af2cb-2f76-400b-94d9-178b55ef4f85" providerId="ADAL" clId="{C773E098-F737-4818-AAB9-CA5F25A0078B}" dt="2022-09-13T11:53:37.902" v="145" actId="26606"/>
          <ac:cxnSpMkLst>
            <pc:docMk/>
            <pc:sldMk cId="2876997945" sldId="280"/>
            <ac:cxnSpMk id="66" creationId="{7A77B115-9FF3-46AE-AE08-826DEB9A6246}"/>
          </ac:cxnSpMkLst>
        </pc:cxnChg>
      </pc:sldChg>
      <pc:sldChg chg="addSp delSp modSp mod setBg setClrOvrMap">
        <pc:chgData name="Asif Muhammad" userId="6b0af2cb-2f76-400b-94d9-178b55ef4f85" providerId="ADAL" clId="{C773E098-F737-4818-AAB9-CA5F25A0078B}" dt="2022-09-13T12:02:21.509" v="170" actId="26606"/>
        <pc:sldMkLst>
          <pc:docMk/>
          <pc:sldMk cId="4091050347" sldId="281"/>
        </pc:sldMkLst>
        <pc:spChg chg="mod">
          <ac:chgData name="Asif Muhammad" userId="6b0af2cb-2f76-400b-94d9-178b55ef4f85" providerId="ADAL" clId="{C773E098-F737-4818-AAB9-CA5F25A0078B}" dt="2022-09-13T12:02:21.509" v="170" actId="26606"/>
          <ac:spMkLst>
            <pc:docMk/>
            <pc:sldMk cId="4091050347" sldId="281"/>
            <ac:spMk id="2" creationId="{6EC291C2-EB3E-4DC9-8829-9B1918434A08}"/>
          </ac:spMkLst>
        </pc:spChg>
        <pc:spChg chg="add del">
          <ac:chgData name="Asif Muhammad" userId="6b0af2cb-2f76-400b-94d9-178b55ef4f85" providerId="ADAL" clId="{C773E098-F737-4818-AAB9-CA5F25A0078B}" dt="2022-09-13T12:02:21.509" v="170" actId="26606"/>
          <ac:spMkLst>
            <pc:docMk/>
            <pc:sldMk cId="4091050347" sldId="281"/>
            <ac:spMk id="3" creationId="{2562DC23-B933-47C5-8F55-3D6A61D0919D}"/>
          </ac:spMkLst>
        </pc:spChg>
        <pc:spChg chg="add del">
          <ac:chgData name="Asif Muhammad" userId="6b0af2cb-2f76-400b-94d9-178b55ef4f85" providerId="ADAL" clId="{C773E098-F737-4818-AAB9-CA5F25A0078B}" dt="2022-09-13T12:02:21.503" v="169" actId="26606"/>
          <ac:spMkLst>
            <pc:docMk/>
            <pc:sldMk cId="4091050347" sldId="281"/>
            <ac:spMk id="8" creationId="{F659138C-74A1-445B-848C-3608AE871A9F}"/>
          </ac:spMkLst>
        </pc:spChg>
        <pc:spChg chg="add del">
          <ac:chgData name="Asif Muhammad" userId="6b0af2cb-2f76-400b-94d9-178b55ef4f85" providerId="ADAL" clId="{C773E098-F737-4818-AAB9-CA5F25A0078B}" dt="2022-09-13T12:02:18.612" v="165" actId="26606"/>
          <ac:spMkLst>
            <pc:docMk/>
            <pc:sldMk cId="4091050347" sldId="281"/>
            <ac:spMk id="9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2:02:18.612" v="165" actId="26606"/>
          <ac:spMkLst>
            <pc:docMk/>
            <pc:sldMk cId="4091050347" sldId="281"/>
            <ac:spMk id="11" creationId="{42285737-90EE-47DC-AC80-8AE156B11969}"/>
          </ac:spMkLst>
        </pc:spChg>
        <pc:spChg chg="add">
          <ac:chgData name="Asif Muhammad" userId="6b0af2cb-2f76-400b-94d9-178b55ef4f85" providerId="ADAL" clId="{C773E098-F737-4818-AAB9-CA5F25A0078B}" dt="2022-09-13T12:02:21.509" v="170" actId="26606"/>
          <ac:spMkLst>
            <pc:docMk/>
            <pc:sldMk cId="4091050347" sldId="281"/>
            <ac:spMk id="12" creationId="{45E4A74B-6514-424A-ADFA-C232FA6B9018}"/>
          </ac:spMkLst>
        </pc:spChg>
        <pc:spChg chg="add">
          <ac:chgData name="Asif Muhammad" userId="6b0af2cb-2f76-400b-94d9-178b55ef4f85" providerId="ADAL" clId="{C773E098-F737-4818-AAB9-CA5F25A0078B}" dt="2022-09-13T12:02:21.509" v="170" actId="26606"/>
          <ac:spMkLst>
            <pc:docMk/>
            <pc:sldMk cId="4091050347" sldId="281"/>
            <ac:spMk id="14" creationId="{F61C5C86-C785-4B92-9F2D-133B8B8C24F5}"/>
          </ac:spMkLst>
        </pc:spChg>
        <pc:spChg chg="add">
          <ac:chgData name="Asif Muhammad" userId="6b0af2cb-2f76-400b-94d9-178b55ef4f85" providerId="ADAL" clId="{C773E098-F737-4818-AAB9-CA5F25A0078B}" dt="2022-09-13T12:02:21.509" v="170" actId="26606"/>
          <ac:spMkLst>
            <pc:docMk/>
            <pc:sldMk cId="4091050347" sldId="281"/>
            <ac:spMk id="16" creationId="{954D0BF9-002C-4D3A-A222-C166094A5D1D}"/>
          </ac:spMkLst>
        </pc:spChg>
        <pc:spChg chg="add del">
          <ac:chgData name="Asif Muhammad" userId="6b0af2cb-2f76-400b-94d9-178b55ef4f85" providerId="ADAL" clId="{C773E098-F737-4818-AAB9-CA5F25A0078B}" dt="2022-09-13T12:02:21.503" v="169" actId="26606"/>
          <ac:spMkLst>
            <pc:docMk/>
            <pc:sldMk cId="4091050347" sldId="281"/>
            <ac:spMk id="18" creationId="{225F4217-4021-45A0-812B-398F9A7A93F9}"/>
          </ac:spMkLst>
        </pc:spChg>
        <pc:spChg chg="add del">
          <ac:chgData name="Asif Muhammad" userId="6b0af2cb-2f76-400b-94d9-178b55ef4f85" providerId="ADAL" clId="{C773E098-F737-4818-AAB9-CA5F25A0078B}" dt="2022-09-13T12:02:19.382" v="167" actId="26606"/>
          <ac:spMkLst>
            <pc:docMk/>
            <pc:sldMk cId="4091050347" sldId="281"/>
            <ac:spMk id="21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2:02:19.382" v="167" actId="26606"/>
          <ac:spMkLst>
            <pc:docMk/>
            <pc:sldMk cId="4091050347" sldId="281"/>
            <ac:spMk id="22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2:02:21.503" v="169" actId="26606"/>
          <ac:spMkLst>
            <pc:docMk/>
            <pc:sldMk cId="4091050347" sldId="281"/>
            <ac:spMk id="28" creationId="{2562DC23-B933-47C5-8F55-3D6A61D0919D}"/>
          </ac:spMkLst>
        </pc:spChg>
        <pc:spChg chg="add">
          <ac:chgData name="Asif Muhammad" userId="6b0af2cb-2f76-400b-94d9-178b55ef4f85" providerId="ADAL" clId="{C773E098-F737-4818-AAB9-CA5F25A0078B}" dt="2022-09-13T12:02:21.509" v="170" actId="26606"/>
          <ac:spMkLst>
            <pc:docMk/>
            <pc:sldMk cId="4091050347" sldId="281"/>
            <ac:spMk id="30" creationId="{24DFAAE7-061D-4086-99EC-872CB305082A}"/>
          </ac:spMkLst>
        </pc:spChg>
        <pc:spChg chg="add">
          <ac:chgData name="Asif Muhammad" userId="6b0af2cb-2f76-400b-94d9-178b55ef4f85" providerId="ADAL" clId="{C773E098-F737-4818-AAB9-CA5F25A0078B}" dt="2022-09-13T12:02:21.509" v="170" actId="26606"/>
          <ac:spMkLst>
            <pc:docMk/>
            <pc:sldMk cId="4091050347" sldId="281"/>
            <ac:spMk id="31" creationId="{E7570099-A243-48DD-9EAE-36F4AC095B94}"/>
          </ac:spMkLst>
        </pc:spChg>
        <pc:spChg chg="add">
          <ac:chgData name="Asif Muhammad" userId="6b0af2cb-2f76-400b-94d9-178b55ef4f85" providerId="ADAL" clId="{C773E098-F737-4818-AAB9-CA5F25A0078B}" dt="2022-09-13T12:02:21.509" v="170" actId="26606"/>
          <ac:spMkLst>
            <pc:docMk/>
            <pc:sldMk cId="4091050347" sldId="281"/>
            <ac:spMk id="32" creationId="{6080EB6E-D69F-43B1-91EC-75C303342580}"/>
          </ac:spMkLst>
        </pc:spChg>
        <pc:spChg chg="add">
          <ac:chgData name="Asif Muhammad" userId="6b0af2cb-2f76-400b-94d9-178b55ef4f85" providerId="ADAL" clId="{C773E098-F737-4818-AAB9-CA5F25A0078B}" dt="2022-09-13T12:02:21.509" v="170" actId="26606"/>
          <ac:spMkLst>
            <pc:docMk/>
            <pc:sldMk cId="4091050347" sldId="281"/>
            <ac:spMk id="33" creationId="{21BA816A-EE68-4A96-BA05-73303B2F4FE7}"/>
          </ac:spMkLst>
        </pc:spChg>
        <pc:spChg chg="add">
          <ac:chgData name="Asif Muhammad" userId="6b0af2cb-2f76-400b-94d9-178b55ef4f85" providerId="ADAL" clId="{C773E098-F737-4818-AAB9-CA5F25A0078B}" dt="2022-09-13T12:02:21.509" v="170" actId="26606"/>
          <ac:spMkLst>
            <pc:docMk/>
            <pc:sldMk cId="4091050347" sldId="281"/>
            <ac:spMk id="34" creationId="{22A94CDB-5D63-4C75-9CB6-6C18CDF372F0}"/>
          </ac:spMkLst>
        </pc:spChg>
        <pc:spChg chg="add">
          <ac:chgData name="Asif Muhammad" userId="6b0af2cb-2f76-400b-94d9-178b55ef4f85" providerId="ADAL" clId="{C773E098-F737-4818-AAB9-CA5F25A0078B}" dt="2022-09-13T12:02:21.509" v="170" actId="26606"/>
          <ac:spMkLst>
            <pc:docMk/>
            <pc:sldMk cId="4091050347" sldId="281"/>
            <ac:spMk id="35" creationId="{2562DC23-B933-47C5-8F55-3D6A61D0919D}"/>
          </ac:spMkLst>
        </pc:spChg>
        <pc:grpChg chg="add del">
          <ac:chgData name="Asif Muhammad" userId="6b0af2cb-2f76-400b-94d9-178b55ef4f85" providerId="ADAL" clId="{C773E098-F737-4818-AAB9-CA5F25A0078B}" dt="2022-09-13T12:02:21.503" v="169" actId="26606"/>
          <ac:grpSpMkLst>
            <pc:docMk/>
            <pc:sldMk cId="4091050347" sldId="281"/>
            <ac:grpSpMk id="10" creationId="{7DFD7409-66D7-4C9C-B528-E79EB64A4D31}"/>
          </ac:grpSpMkLst>
        </pc:grpChg>
        <pc:grpChg chg="add del">
          <ac:chgData name="Asif Muhammad" userId="6b0af2cb-2f76-400b-94d9-178b55ef4f85" providerId="ADAL" clId="{C773E098-F737-4818-AAB9-CA5F25A0078B}" dt="2022-09-13T12:02:18.612" v="165" actId="26606"/>
          <ac:grpSpMkLst>
            <pc:docMk/>
            <pc:sldMk cId="4091050347" sldId="281"/>
            <ac:grpSpMk id="1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2:02:19.382" v="167" actId="26606"/>
          <ac:grpSpMkLst>
            <pc:docMk/>
            <pc:sldMk cId="4091050347" sldId="281"/>
            <ac:grpSpMk id="23" creationId="{B57BDC17-F1B3-455F-BBF1-680AA1F25C06}"/>
          </ac:grpSpMkLst>
        </pc:grpChg>
        <pc:graphicFrameChg chg="add del">
          <ac:chgData name="Asif Muhammad" userId="6b0af2cb-2f76-400b-94d9-178b55ef4f85" providerId="ADAL" clId="{C773E098-F737-4818-AAB9-CA5F25A0078B}" dt="2022-09-13T12:02:18.612" v="165" actId="26606"/>
          <ac:graphicFrameMkLst>
            <pc:docMk/>
            <pc:sldMk cId="4091050347" sldId="281"/>
            <ac:graphicFrameMk id="5" creationId="{E07EF162-2B5F-A051-28AF-3738B39F29A4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2:02:19.382" v="167" actId="26606"/>
          <ac:graphicFrameMkLst>
            <pc:docMk/>
            <pc:sldMk cId="4091050347" sldId="281"/>
            <ac:graphicFrameMk id="24" creationId="{16021EA2-13E2-AF9B-6063-8C1A0713B98D}"/>
          </ac:graphicFrameMkLst>
        </pc:graphicFrameChg>
        <pc:cxnChg chg="add del">
          <ac:chgData name="Asif Muhammad" userId="6b0af2cb-2f76-400b-94d9-178b55ef4f85" providerId="ADAL" clId="{C773E098-F737-4818-AAB9-CA5F25A0078B}" dt="2022-09-13T12:02:21.503" v="169" actId="26606"/>
          <ac:cxnSpMkLst>
            <pc:docMk/>
            <pc:sldMk cId="4091050347" sldId="281"/>
            <ac:cxnSpMk id="20" creationId="{486F4EBC-E415-40E4-A8BA-BA66F0B632CB}"/>
          </ac:cxnSpMkLst>
        </pc:cxnChg>
      </pc:sldChg>
      <pc:sldChg chg="addSp delSp modSp mod setBg">
        <pc:chgData name="Asif Muhammad" userId="6b0af2cb-2f76-400b-94d9-178b55ef4f85" providerId="ADAL" clId="{C773E098-F737-4818-AAB9-CA5F25A0078B}" dt="2022-09-13T12:05:31.718" v="180" actId="26606"/>
        <pc:sldMkLst>
          <pc:docMk/>
          <pc:sldMk cId="4067802699" sldId="282"/>
        </pc:sldMkLst>
        <pc:spChg chg="mod">
          <ac:chgData name="Asif Muhammad" userId="6b0af2cb-2f76-400b-94d9-178b55ef4f85" providerId="ADAL" clId="{C773E098-F737-4818-AAB9-CA5F25A0078B}" dt="2022-09-13T12:05:31.718" v="180" actId="26606"/>
          <ac:spMkLst>
            <pc:docMk/>
            <pc:sldMk cId="4067802699" sldId="282"/>
            <ac:spMk id="2" creationId="{6EC291C2-EB3E-4DC9-8829-9B1918434A08}"/>
          </ac:spMkLst>
        </pc:spChg>
        <pc:spChg chg="add del mod">
          <ac:chgData name="Asif Muhammad" userId="6b0af2cb-2f76-400b-94d9-178b55ef4f85" providerId="ADAL" clId="{C773E098-F737-4818-AAB9-CA5F25A0078B}" dt="2022-09-13T12:05:31.718" v="180" actId="26606"/>
          <ac:spMkLst>
            <pc:docMk/>
            <pc:sldMk cId="4067802699" sldId="282"/>
            <ac:spMk id="3" creationId="{2562DC23-B933-47C5-8F55-3D6A61D0919D}"/>
          </ac:spMkLst>
        </pc:spChg>
        <pc:spChg chg="add">
          <ac:chgData name="Asif Muhammad" userId="6b0af2cb-2f76-400b-94d9-178b55ef4f85" providerId="ADAL" clId="{C773E098-F737-4818-AAB9-CA5F25A0078B}" dt="2022-09-13T12:05:31.718" v="180" actId="26606"/>
          <ac:spMkLst>
            <pc:docMk/>
            <pc:sldMk cId="4067802699" sldId="282"/>
            <ac:spMk id="8" creationId="{C8643778-7F6C-4E8D-84D1-D5CDB9928191}"/>
          </ac:spMkLst>
        </pc:spChg>
        <pc:spChg chg="add del">
          <ac:chgData name="Asif Muhammad" userId="6b0af2cb-2f76-400b-94d9-178b55ef4f85" providerId="ADAL" clId="{C773E098-F737-4818-AAB9-CA5F25A0078B}" dt="2022-09-13T12:05:28.974" v="177" actId="26606"/>
          <ac:spMkLst>
            <pc:docMk/>
            <pc:sldMk cId="4067802699" sldId="282"/>
            <ac:spMk id="9" creationId="{94C52C56-BEF2-4E22-8C8E-A7AC96B03A72}"/>
          </ac:spMkLst>
        </pc:spChg>
        <pc:spChg chg="add">
          <ac:chgData name="Asif Muhammad" userId="6b0af2cb-2f76-400b-94d9-178b55ef4f85" providerId="ADAL" clId="{C773E098-F737-4818-AAB9-CA5F25A0078B}" dt="2022-09-13T12:05:31.718" v="180" actId="26606"/>
          <ac:spMkLst>
            <pc:docMk/>
            <pc:sldMk cId="4067802699" sldId="282"/>
            <ac:spMk id="10" creationId="{1D22F88D-6907-48AF-B024-346E855E0D96}"/>
          </ac:spMkLst>
        </pc:spChg>
        <pc:spChg chg="add del">
          <ac:chgData name="Asif Muhammad" userId="6b0af2cb-2f76-400b-94d9-178b55ef4f85" providerId="ADAL" clId="{C773E098-F737-4818-AAB9-CA5F25A0078B}" dt="2022-09-13T12:05:28.974" v="177" actId="26606"/>
          <ac:spMkLst>
            <pc:docMk/>
            <pc:sldMk cId="4067802699" sldId="282"/>
            <ac:spMk id="11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2:05:31.709" v="179" actId="26606"/>
          <ac:spMkLst>
            <pc:docMk/>
            <pc:sldMk cId="4067802699" sldId="282"/>
            <ac:spMk id="21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2:05:31.709" v="179" actId="26606"/>
          <ac:spMkLst>
            <pc:docMk/>
            <pc:sldMk cId="4067802699" sldId="282"/>
            <ac:spMk id="22" creationId="{42285737-90EE-47DC-AC80-8AE156B11969}"/>
          </ac:spMkLst>
        </pc:spChg>
        <pc:spChg chg="add">
          <ac:chgData name="Asif Muhammad" userId="6b0af2cb-2f76-400b-94d9-178b55ef4f85" providerId="ADAL" clId="{C773E098-F737-4818-AAB9-CA5F25A0078B}" dt="2022-09-13T12:05:31.718" v="180" actId="26606"/>
          <ac:spMkLst>
            <pc:docMk/>
            <pc:sldMk cId="4067802699" sldId="282"/>
            <ac:spMk id="27" creationId="{2562DC23-B933-47C5-8F55-3D6A61D0919D}"/>
          </ac:spMkLst>
        </pc:spChg>
        <pc:grpChg chg="add">
          <ac:chgData name="Asif Muhammad" userId="6b0af2cb-2f76-400b-94d9-178b55ef4f85" providerId="ADAL" clId="{C773E098-F737-4818-AAB9-CA5F25A0078B}" dt="2022-09-13T12:05:31.718" v="180" actId="26606"/>
          <ac:grpSpMkLst>
            <pc:docMk/>
            <pc:sldMk cId="4067802699" sldId="282"/>
            <ac:grpSpMk id="12" creationId="{F3842748-48B5-4DD0-A06A-A31C74024A99}"/>
          </ac:grpSpMkLst>
        </pc:grpChg>
        <pc:grpChg chg="add del">
          <ac:chgData name="Asif Muhammad" userId="6b0af2cb-2f76-400b-94d9-178b55ef4f85" providerId="ADAL" clId="{C773E098-F737-4818-AAB9-CA5F25A0078B}" dt="2022-09-13T12:05:28.974" v="177" actId="26606"/>
          <ac:grpSpMkLst>
            <pc:docMk/>
            <pc:sldMk cId="4067802699" sldId="282"/>
            <ac:grpSpMk id="1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2:05:31.709" v="179" actId="26606"/>
          <ac:grpSpMkLst>
            <pc:docMk/>
            <pc:sldMk cId="4067802699" sldId="282"/>
            <ac:grpSpMk id="23" creationId="{B57BDC17-F1B3-455F-BBF1-680AA1F25C06}"/>
          </ac:grpSpMkLst>
        </pc:grpChg>
        <pc:graphicFrameChg chg="add del">
          <ac:chgData name="Asif Muhammad" userId="6b0af2cb-2f76-400b-94d9-178b55ef4f85" providerId="ADAL" clId="{C773E098-F737-4818-AAB9-CA5F25A0078B}" dt="2022-09-13T12:05:28.974" v="177" actId="26606"/>
          <ac:graphicFrameMkLst>
            <pc:docMk/>
            <pc:sldMk cId="4067802699" sldId="282"/>
            <ac:graphicFrameMk id="5" creationId="{45FB2E01-5642-B119-B58C-A0E9C7168C31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2:05:31.709" v="179" actId="26606"/>
          <ac:graphicFrameMkLst>
            <pc:docMk/>
            <pc:sldMk cId="4067802699" sldId="282"/>
            <ac:graphicFrameMk id="24" creationId="{612FF6A6-D7A1-D754-C2FD-6E2B2F977B6B}"/>
          </ac:graphicFrameMkLst>
        </pc:graphicFrameChg>
      </pc:sldChg>
      <pc:sldChg chg="addSp delSp modSp mod setBg">
        <pc:chgData name="Asif Muhammad" userId="6b0af2cb-2f76-400b-94d9-178b55ef4f85" providerId="ADAL" clId="{C773E098-F737-4818-AAB9-CA5F25A0078B}" dt="2022-09-13T12:07:07.694" v="192" actId="26606"/>
        <pc:sldMkLst>
          <pc:docMk/>
          <pc:sldMk cId="3561097765" sldId="283"/>
        </pc:sldMkLst>
        <pc:spChg chg="mod">
          <ac:chgData name="Asif Muhammad" userId="6b0af2cb-2f76-400b-94d9-178b55ef4f85" providerId="ADAL" clId="{C773E098-F737-4818-AAB9-CA5F25A0078B}" dt="2022-09-13T12:07:07.694" v="192" actId="26606"/>
          <ac:spMkLst>
            <pc:docMk/>
            <pc:sldMk cId="3561097765" sldId="283"/>
            <ac:spMk id="2" creationId="{4ED3FE8E-D97D-4081-8507-2118CFAF5865}"/>
          </ac:spMkLst>
        </pc:spChg>
        <pc:spChg chg="mod">
          <ac:chgData name="Asif Muhammad" userId="6b0af2cb-2f76-400b-94d9-178b55ef4f85" providerId="ADAL" clId="{C773E098-F737-4818-AAB9-CA5F25A0078B}" dt="2022-09-13T12:07:07.694" v="192" actId="26606"/>
          <ac:spMkLst>
            <pc:docMk/>
            <pc:sldMk cId="3561097765" sldId="283"/>
            <ac:spMk id="3" creationId="{D4570B65-F878-45EC-9FAA-7376AA13244C}"/>
          </ac:spMkLst>
        </pc:spChg>
        <pc:spChg chg="add del">
          <ac:chgData name="Asif Muhammad" userId="6b0af2cb-2f76-400b-94d9-178b55ef4f85" providerId="ADAL" clId="{C773E098-F737-4818-AAB9-CA5F25A0078B}" dt="2022-09-13T12:07:02.990" v="189" actId="26606"/>
          <ac:spMkLst>
            <pc:docMk/>
            <pc:sldMk cId="3561097765" sldId="283"/>
            <ac:spMk id="8" creationId="{99CAC3B1-4879-424D-8F15-206277196159}"/>
          </ac:spMkLst>
        </pc:spChg>
        <pc:spChg chg="add del">
          <ac:chgData name="Asif Muhammad" userId="6b0af2cb-2f76-400b-94d9-178b55ef4f85" providerId="ADAL" clId="{C773E098-F737-4818-AAB9-CA5F25A0078B}" dt="2022-09-13T12:07:02.990" v="189" actId="26606"/>
          <ac:spMkLst>
            <pc:docMk/>
            <pc:sldMk cId="3561097765" sldId="283"/>
            <ac:spMk id="10" creationId="{E34CC1C8-EBDD-4AEA-83E6-B27575B62E2E}"/>
          </ac:spMkLst>
        </pc:spChg>
        <pc:spChg chg="add del">
          <ac:chgData name="Asif Muhammad" userId="6b0af2cb-2f76-400b-94d9-178b55ef4f85" providerId="ADAL" clId="{C773E098-F737-4818-AAB9-CA5F25A0078B}" dt="2022-09-13T12:07:02.990" v="189" actId="26606"/>
          <ac:spMkLst>
            <pc:docMk/>
            <pc:sldMk cId="3561097765" sldId="283"/>
            <ac:spMk id="12" creationId="{D6B38644-B85D-4211-9526-5B4C2A662BF7}"/>
          </ac:spMkLst>
        </pc:spChg>
        <pc:spChg chg="add del">
          <ac:chgData name="Asif Muhammad" userId="6b0af2cb-2f76-400b-94d9-178b55ef4f85" providerId="ADAL" clId="{C773E098-F737-4818-AAB9-CA5F25A0078B}" dt="2022-09-13T12:07:02.990" v="189" actId="26606"/>
          <ac:spMkLst>
            <pc:docMk/>
            <pc:sldMk cId="3561097765" sldId="283"/>
            <ac:spMk id="14" creationId="{8A8B2820-6B8F-4C19-BFC5-D28EE44E54CB}"/>
          </ac:spMkLst>
        </pc:spChg>
        <pc:spChg chg="add del">
          <ac:chgData name="Asif Muhammad" userId="6b0af2cb-2f76-400b-94d9-178b55ef4f85" providerId="ADAL" clId="{C773E098-F737-4818-AAB9-CA5F25A0078B}" dt="2022-09-13T12:07:02.990" v="189" actId="26606"/>
          <ac:spMkLst>
            <pc:docMk/>
            <pc:sldMk cId="3561097765" sldId="283"/>
            <ac:spMk id="16" creationId="{DCA45AB7-441E-40A8-A98B-557D68F48A48}"/>
          </ac:spMkLst>
        </pc:spChg>
        <pc:spChg chg="add del">
          <ac:chgData name="Asif Muhammad" userId="6b0af2cb-2f76-400b-94d9-178b55ef4f85" providerId="ADAL" clId="{C773E098-F737-4818-AAB9-CA5F25A0078B}" dt="2022-09-13T12:07:02.990" v="189" actId="26606"/>
          <ac:spMkLst>
            <pc:docMk/>
            <pc:sldMk cId="3561097765" sldId="283"/>
            <ac:spMk id="18" creationId="{5F516030-4F00-4C48-AD93-91EFA17A1AC3}"/>
          </ac:spMkLst>
        </pc:spChg>
        <pc:spChg chg="add del">
          <ac:chgData name="Asif Muhammad" userId="6b0af2cb-2f76-400b-94d9-178b55ef4f85" providerId="ADAL" clId="{C773E098-F737-4818-AAB9-CA5F25A0078B}" dt="2022-09-13T12:07:02.990" v="189" actId="26606"/>
          <ac:spMkLst>
            <pc:docMk/>
            <pc:sldMk cId="3561097765" sldId="283"/>
            <ac:spMk id="20" creationId="{5820085E-2582-4A95-98EE-45DFFD5C017C}"/>
          </ac:spMkLst>
        </pc:spChg>
        <pc:spChg chg="add del">
          <ac:chgData name="Asif Muhammad" userId="6b0af2cb-2f76-400b-94d9-178b55ef4f85" providerId="ADAL" clId="{C773E098-F737-4818-AAB9-CA5F25A0078B}" dt="2022-09-13T12:07:07.687" v="191" actId="26606"/>
          <ac:spMkLst>
            <pc:docMk/>
            <pc:sldMk cId="3561097765" sldId="283"/>
            <ac:spMk id="22" creationId="{C8643778-7F6C-4E8D-84D1-D5CDB9928191}"/>
          </ac:spMkLst>
        </pc:spChg>
        <pc:spChg chg="add del">
          <ac:chgData name="Asif Muhammad" userId="6b0af2cb-2f76-400b-94d9-178b55ef4f85" providerId="ADAL" clId="{C773E098-F737-4818-AAB9-CA5F25A0078B}" dt="2022-09-13T12:07:07.687" v="191" actId="26606"/>
          <ac:spMkLst>
            <pc:docMk/>
            <pc:sldMk cId="3561097765" sldId="283"/>
            <ac:spMk id="23" creationId="{1D22F88D-6907-48AF-B024-346E855E0D96}"/>
          </ac:spMkLst>
        </pc:spChg>
        <pc:spChg chg="add">
          <ac:chgData name="Asif Muhammad" userId="6b0af2cb-2f76-400b-94d9-178b55ef4f85" providerId="ADAL" clId="{C773E098-F737-4818-AAB9-CA5F25A0078B}" dt="2022-09-13T12:07:07.694" v="192" actId="26606"/>
          <ac:spMkLst>
            <pc:docMk/>
            <pc:sldMk cId="3561097765" sldId="283"/>
            <ac:spMk id="29" creationId="{E03BF673-8C68-4092-BF1B-53C57EFEC21F}"/>
          </ac:spMkLst>
        </pc:spChg>
        <pc:spChg chg="add">
          <ac:chgData name="Asif Muhammad" userId="6b0af2cb-2f76-400b-94d9-178b55ef4f85" providerId="ADAL" clId="{C773E098-F737-4818-AAB9-CA5F25A0078B}" dt="2022-09-13T12:07:07.694" v="192" actId="26606"/>
          <ac:spMkLst>
            <pc:docMk/>
            <pc:sldMk cId="3561097765" sldId="283"/>
            <ac:spMk id="30" creationId="{08751D95-C333-4DEB-90B4-1EAC9A91DCA3}"/>
          </ac:spMkLst>
        </pc:spChg>
        <pc:grpChg chg="add del">
          <ac:chgData name="Asif Muhammad" userId="6b0af2cb-2f76-400b-94d9-178b55ef4f85" providerId="ADAL" clId="{C773E098-F737-4818-AAB9-CA5F25A0078B}" dt="2022-09-13T12:07:07.687" v="191" actId="26606"/>
          <ac:grpSpMkLst>
            <pc:docMk/>
            <pc:sldMk cId="3561097765" sldId="283"/>
            <ac:grpSpMk id="24" creationId="{F3842748-48B5-4DD0-A06A-A31C74024A99}"/>
          </ac:grpSpMkLst>
        </pc:grpChg>
        <pc:grpChg chg="add">
          <ac:chgData name="Asif Muhammad" userId="6b0af2cb-2f76-400b-94d9-178b55ef4f85" providerId="ADAL" clId="{C773E098-F737-4818-AAB9-CA5F25A0078B}" dt="2022-09-13T12:07:07.694" v="192" actId="26606"/>
          <ac:grpSpMkLst>
            <pc:docMk/>
            <pc:sldMk cId="3561097765" sldId="283"/>
            <ac:grpSpMk id="31" creationId="{FBBA7535-3851-431E-BDA9-B4F6C1201291}"/>
          </ac:grpSpMkLst>
        </pc:grpChg>
      </pc:sldChg>
      <pc:sldChg chg="addSp delSp modSp mod setBg setClrOvrMap">
        <pc:chgData name="Asif Muhammad" userId="6b0af2cb-2f76-400b-94d9-178b55ef4f85" providerId="ADAL" clId="{C773E098-F737-4818-AAB9-CA5F25A0078B}" dt="2022-09-13T12:29:28.458" v="211" actId="26606"/>
        <pc:sldMkLst>
          <pc:docMk/>
          <pc:sldMk cId="4150366477" sldId="284"/>
        </pc:sldMkLst>
        <pc:spChg chg="mod">
          <ac:chgData name="Asif Muhammad" userId="6b0af2cb-2f76-400b-94d9-178b55ef4f85" providerId="ADAL" clId="{C773E098-F737-4818-AAB9-CA5F25A0078B}" dt="2022-09-13T12:29:28.458" v="211" actId="26606"/>
          <ac:spMkLst>
            <pc:docMk/>
            <pc:sldMk cId="4150366477" sldId="284"/>
            <ac:spMk id="2" creationId="{9911BCD6-6DC9-44CE-B015-12DC25807E6F}"/>
          </ac:spMkLst>
        </pc:spChg>
        <pc:spChg chg="add del mod">
          <ac:chgData name="Asif Muhammad" userId="6b0af2cb-2f76-400b-94d9-178b55ef4f85" providerId="ADAL" clId="{C773E098-F737-4818-AAB9-CA5F25A0078B}" dt="2022-09-13T12:29:28.458" v="211" actId="26606"/>
          <ac:spMkLst>
            <pc:docMk/>
            <pc:sldMk cId="4150366477" sldId="284"/>
            <ac:spMk id="3" creationId="{EC63DD1B-688C-4862-80AE-A67BDC65837C}"/>
          </ac:spMkLst>
        </pc:spChg>
        <pc:spChg chg="add del">
          <ac:chgData name="Asif Muhammad" userId="6b0af2cb-2f76-400b-94d9-178b55ef4f85" providerId="ADAL" clId="{C773E098-F737-4818-AAB9-CA5F25A0078B}" dt="2022-09-13T12:29:23.568" v="206" actId="26606"/>
          <ac:spMkLst>
            <pc:docMk/>
            <pc:sldMk cId="4150366477" sldId="284"/>
            <ac:spMk id="6" creationId="{4B136A7F-8703-4FA7-80B1-874F5E75835C}"/>
          </ac:spMkLst>
        </pc:spChg>
        <pc:spChg chg="add del">
          <ac:chgData name="Asif Muhammad" userId="6b0af2cb-2f76-400b-94d9-178b55ef4f85" providerId="ADAL" clId="{C773E098-F737-4818-AAB9-CA5F25A0078B}" dt="2022-09-13T12:29:23.568" v="206" actId="26606"/>
          <ac:spMkLst>
            <pc:docMk/>
            <pc:sldMk cId="4150366477" sldId="284"/>
            <ac:spMk id="7" creationId="{716B2278-BFC9-43BE-9620-278464A4ABA9}"/>
          </ac:spMkLst>
        </pc:spChg>
        <pc:spChg chg="add del">
          <ac:chgData name="Asif Muhammad" userId="6b0af2cb-2f76-400b-94d9-178b55ef4f85" providerId="ADAL" clId="{C773E098-F737-4818-AAB9-CA5F25A0078B}" dt="2022-09-13T12:08:24.822" v="195" actId="26606"/>
          <ac:spMkLst>
            <pc:docMk/>
            <pc:sldMk cId="4150366477" sldId="284"/>
            <ac:spMk id="8" creationId="{99CAC3B1-4879-424D-8F15-206277196159}"/>
          </ac:spMkLst>
        </pc:spChg>
        <pc:spChg chg="add del">
          <ac:chgData name="Asif Muhammad" userId="6b0af2cb-2f76-400b-94d9-178b55ef4f85" providerId="ADAL" clId="{C773E098-F737-4818-AAB9-CA5F25A0078B}" dt="2022-09-13T12:08:39.450" v="197" actId="26606"/>
          <ac:spMkLst>
            <pc:docMk/>
            <pc:sldMk cId="4150366477" sldId="284"/>
            <ac:spMk id="9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2:08:24.822" v="195" actId="26606"/>
          <ac:spMkLst>
            <pc:docMk/>
            <pc:sldMk cId="4150366477" sldId="284"/>
            <ac:spMk id="10" creationId="{E34CC1C8-EBDD-4AEA-83E6-B27575B62E2E}"/>
          </ac:spMkLst>
        </pc:spChg>
        <pc:spChg chg="add del">
          <ac:chgData name="Asif Muhammad" userId="6b0af2cb-2f76-400b-94d9-178b55ef4f85" providerId="ADAL" clId="{C773E098-F737-4818-AAB9-CA5F25A0078B}" dt="2022-09-13T12:08:39.450" v="197" actId="26606"/>
          <ac:spMkLst>
            <pc:docMk/>
            <pc:sldMk cId="4150366477" sldId="284"/>
            <ac:spMk id="11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2:08:24.822" v="195" actId="26606"/>
          <ac:spMkLst>
            <pc:docMk/>
            <pc:sldMk cId="4150366477" sldId="284"/>
            <ac:spMk id="12" creationId="{D6B38644-B85D-4211-9526-5B4C2A662BF7}"/>
          </ac:spMkLst>
        </pc:spChg>
        <pc:spChg chg="add del">
          <ac:chgData name="Asif Muhammad" userId="6b0af2cb-2f76-400b-94d9-178b55ef4f85" providerId="ADAL" clId="{C773E098-F737-4818-AAB9-CA5F25A0078B}" dt="2022-09-13T12:08:24.822" v="195" actId="26606"/>
          <ac:spMkLst>
            <pc:docMk/>
            <pc:sldMk cId="4150366477" sldId="284"/>
            <ac:spMk id="14" creationId="{8A8B2820-6B8F-4C19-BFC5-D28EE44E54CB}"/>
          </ac:spMkLst>
        </pc:spChg>
        <pc:spChg chg="add del">
          <ac:chgData name="Asif Muhammad" userId="6b0af2cb-2f76-400b-94d9-178b55ef4f85" providerId="ADAL" clId="{C773E098-F737-4818-AAB9-CA5F25A0078B}" dt="2022-09-13T12:29:23.568" v="206" actId="26606"/>
          <ac:spMkLst>
            <pc:docMk/>
            <pc:sldMk cId="4150366477" sldId="284"/>
            <ac:spMk id="15" creationId="{E4CD00E4-F77A-49A5-A54B-A542D0DE5D1A}"/>
          </ac:spMkLst>
        </pc:spChg>
        <pc:spChg chg="add del">
          <ac:chgData name="Asif Muhammad" userId="6b0af2cb-2f76-400b-94d9-178b55ef4f85" providerId="ADAL" clId="{C773E098-F737-4818-AAB9-CA5F25A0078B}" dt="2022-09-13T12:08:24.822" v="195" actId="26606"/>
          <ac:spMkLst>
            <pc:docMk/>
            <pc:sldMk cId="4150366477" sldId="284"/>
            <ac:spMk id="16" creationId="{DCA45AB7-441E-40A8-A98B-557D68F48A48}"/>
          </ac:spMkLst>
        </pc:spChg>
        <pc:spChg chg="add del">
          <ac:chgData name="Asif Muhammad" userId="6b0af2cb-2f76-400b-94d9-178b55ef4f85" providerId="ADAL" clId="{C773E098-F737-4818-AAB9-CA5F25A0078B}" dt="2022-09-13T12:29:23.568" v="206" actId="26606"/>
          <ac:spMkLst>
            <pc:docMk/>
            <pc:sldMk cId="4150366477" sldId="284"/>
            <ac:spMk id="17" creationId="{17158038-9069-44CB-8794-762B5429B9FE}"/>
          </ac:spMkLst>
        </pc:spChg>
        <pc:spChg chg="add del">
          <ac:chgData name="Asif Muhammad" userId="6b0af2cb-2f76-400b-94d9-178b55ef4f85" providerId="ADAL" clId="{C773E098-F737-4818-AAB9-CA5F25A0078B}" dt="2022-09-13T12:08:24.822" v="195" actId="26606"/>
          <ac:spMkLst>
            <pc:docMk/>
            <pc:sldMk cId="4150366477" sldId="284"/>
            <ac:spMk id="18" creationId="{5F516030-4F00-4C48-AD93-91EFA17A1AC3}"/>
          </ac:spMkLst>
        </pc:spChg>
        <pc:spChg chg="add del">
          <ac:chgData name="Asif Muhammad" userId="6b0af2cb-2f76-400b-94d9-178b55ef4f85" providerId="ADAL" clId="{C773E098-F737-4818-AAB9-CA5F25A0078B}" dt="2022-09-13T12:29:23.568" v="206" actId="26606"/>
          <ac:spMkLst>
            <pc:docMk/>
            <pc:sldMk cId="4150366477" sldId="284"/>
            <ac:spMk id="19" creationId="{045056AB-07D8-43D9-9343-AB85199AEA75}"/>
          </ac:spMkLst>
        </pc:spChg>
        <pc:spChg chg="add del">
          <ac:chgData name="Asif Muhammad" userId="6b0af2cb-2f76-400b-94d9-178b55ef4f85" providerId="ADAL" clId="{C773E098-F737-4818-AAB9-CA5F25A0078B}" dt="2022-09-13T12:08:24.822" v="195" actId="26606"/>
          <ac:spMkLst>
            <pc:docMk/>
            <pc:sldMk cId="4150366477" sldId="284"/>
            <ac:spMk id="20" creationId="{5820085E-2582-4A95-98EE-45DFFD5C017C}"/>
          </ac:spMkLst>
        </pc:spChg>
        <pc:spChg chg="add del">
          <ac:chgData name="Asif Muhammad" userId="6b0af2cb-2f76-400b-94d9-178b55ef4f85" providerId="ADAL" clId="{C773E098-F737-4818-AAB9-CA5F25A0078B}" dt="2022-09-13T12:29:23.568" v="206" actId="26606"/>
          <ac:spMkLst>
            <pc:docMk/>
            <pc:sldMk cId="4150366477" sldId="284"/>
            <ac:spMk id="21" creationId="{E83D8662-D21C-4B0A-A8A5-EA1E5DEBC579}"/>
          </ac:spMkLst>
        </pc:spChg>
        <pc:spChg chg="add del">
          <ac:chgData name="Asif Muhammad" userId="6b0af2cb-2f76-400b-94d9-178b55ef4f85" providerId="ADAL" clId="{C773E098-F737-4818-AAB9-CA5F25A0078B}" dt="2022-09-13T12:29:26.375" v="208" actId="26606"/>
          <ac:spMkLst>
            <pc:docMk/>
            <pc:sldMk cId="4150366477" sldId="284"/>
            <ac:spMk id="23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2:29:26.375" v="208" actId="26606"/>
          <ac:spMkLst>
            <pc:docMk/>
            <pc:sldMk cId="4150366477" sldId="284"/>
            <ac:spMk id="24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2:29:28.434" v="210" actId="26606"/>
          <ac:spMkLst>
            <pc:docMk/>
            <pc:sldMk cId="4150366477" sldId="284"/>
            <ac:spMk id="34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2:29:28.434" v="210" actId="26606"/>
          <ac:spMkLst>
            <pc:docMk/>
            <pc:sldMk cId="4150366477" sldId="284"/>
            <ac:spMk id="35" creationId="{42285737-90EE-47DC-AC80-8AE156B11969}"/>
          </ac:spMkLst>
        </pc:spChg>
        <pc:spChg chg="add">
          <ac:chgData name="Asif Muhammad" userId="6b0af2cb-2f76-400b-94d9-178b55ef4f85" providerId="ADAL" clId="{C773E098-F737-4818-AAB9-CA5F25A0078B}" dt="2022-09-13T12:29:28.458" v="211" actId="26606"/>
          <ac:spMkLst>
            <pc:docMk/>
            <pc:sldMk cId="4150366477" sldId="284"/>
            <ac:spMk id="45" creationId="{94C52C56-BEF2-4E22-8C8E-A7AC96B03A72}"/>
          </ac:spMkLst>
        </pc:spChg>
        <pc:spChg chg="add">
          <ac:chgData name="Asif Muhammad" userId="6b0af2cb-2f76-400b-94d9-178b55ef4f85" providerId="ADAL" clId="{C773E098-F737-4818-AAB9-CA5F25A0078B}" dt="2022-09-13T12:29:28.458" v="211" actId="26606"/>
          <ac:spMkLst>
            <pc:docMk/>
            <pc:sldMk cId="4150366477" sldId="284"/>
            <ac:spMk id="46" creationId="{42285737-90EE-47DC-AC80-8AE156B11969}"/>
          </ac:spMkLst>
        </pc:spChg>
        <pc:grpChg chg="add del">
          <ac:chgData name="Asif Muhammad" userId="6b0af2cb-2f76-400b-94d9-178b55ef4f85" providerId="ADAL" clId="{C773E098-F737-4818-AAB9-CA5F25A0078B}" dt="2022-09-13T12:08:39.450" v="197" actId="26606"/>
          <ac:grpSpMkLst>
            <pc:docMk/>
            <pc:sldMk cId="4150366477" sldId="284"/>
            <ac:grpSpMk id="13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2:29:26.375" v="208" actId="26606"/>
          <ac:grpSpMkLst>
            <pc:docMk/>
            <pc:sldMk cId="4150366477" sldId="284"/>
            <ac:grpSpMk id="25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2:29:28.434" v="210" actId="26606"/>
          <ac:grpSpMkLst>
            <pc:docMk/>
            <pc:sldMk cId="4150366477" sldId="284"/>
            <ac:grpSpMk id="36" creationId="{B57BDC17-F1B3-455F-BBF1-680AA1F25C06}"/>
          </ac:grpSpMkLst>
        </pc:grpChg>
        <pc:grpChg chg="add">
          <ac:chgData name="Asif Muhammad" userId="6b0af2cb-2f76-400b-94d9-178b55ef4f85" providerId="ADAL" clId="{C773E098-F737-4818-AAB9-CA5F25A0078B}" dt="2022-09-13T12:29:28.458" v="211" actId="26606"/>
          <ac:grpSpMkLst>
            <pc:docMk/>
            <pc:sldMk cId="4150366477" sldId="284"/>
            <ac:grpSpMk id="47" creationId="{B57BDC17-F1B3-455F-BBF1-680AA1F25C06}"/>
          </ac:grpSpMkLst>
        </pc:grpChg>
        <pc:graphicFrameChg chg="add del">
          <ac:chgData name="Asif Muhammad" userId="6b0af2cb-2f76-400b-94d9-178b55ef4f85" providerId="ADAL" clId="{C773E098-F737-4818-AAB9-CA5F25A0078B}" dt="2022-09-13T12:08:39.450" v="197" actId="26606"/>
          <ac:graphicFrameMkLst>
            <pc:docMk/>
            <pc:sldMk cId="4150366477" sldId="284"/>
            <ac:graphicFrameMk id="5" creationId="{1BFD3717-DA13-2531-DE8A-E78A09B60D49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2:29:26.375" v="208" actId="26606"/>
          <ac:graphicFrameMkLst>
            <pc:docMk/>
            <pc:sldMk cId="4150366477" sldId="284"/>
            <ac:graphicFrameMk id="32" creationId="{160C6CF1-08E6-9FB7-7469-FDB17D958BEC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2:29:28.434" v="210" actId="26606"/>
          <ac:graphicFrameMkLst>
            <pc:docMk/>
            <pc:sldMk cId="4150366477" sldId="284"/>
            <ac:graphicFrameMk id="43" creationId="{E13A9D63-6D73-EC0F-1F29-51A7C912B991}"/>
          </ac:graphicFrameMkLst>
        </pc:graphicFrameChg>
        <pc:graphicFrameChg chg="add">
          <ac:chgData name="Asif Muhammad" userId="6b0af2cb-2f76-400b-94d9-178b55ef4f85" providerId="ADAL" clId="{C773E098-F737-4818-AAB9-CA5F25A0078B}" dt="2022-09-13T12:29:28.458" v="211" actId="26606"/>
          <ac:graphicFrameMkLst>
            <pc:docMk/>
            <pc:sldMk cId="4150366477" sldId="284"/>
            <ac:graphicFrameMk id="54" creationId="{160C6CF1-08E6-9FB7-7469-FDB17D958BEC}"/>
          </ac:graphicFrameMkLst>
        </pc:graphicFrameChg>
      </pc:sldChg>
      <pc:sldChg chg="addSp delSp modSp mod setBg">
        <pc:chgData name="Asif Muhammad" userId="6b0af2cb-2f76-400b-94d9-178b55ef4f85" providerId="ADAL" clId="{C773E098-F737-4818-AAB9-CA5F25A0078B}" dt="2022-09-13T12:31:03.861" v="231" actId="26606"/>
        <pc:sldMkLst>
          <pc:docMk/>
          <pc:sldMk cId="1571848137" sldId="285"/>
        </pc:sldMkLst>
        <pc:spChg chg="mod">
          <ac:chgData name="Asif Muhammad" userId="6b0af2cb-2f76-400b-94d9-178b55ef4f85" providerId="ADAL" clId="{C773E098-F737-4818-AAB9-CA5F25A0078B}" dt="2022-09-13T12:31:03.861" v="231" actId="26606"/>
          <ac:spMkLst>
            <pc:docMk/>
            <pc:sldMk cId="1571848137" sldId="285"/>
            <ac:spMk id="2" creationId="{4C3CBC3B-7B81-4ABD-B737-BA1CA84AAF3C}"/>
          </ac:spMkLst>
        </pc:spChg>
        <pc:spChg chg="add del mod">
          <ac:chgData name="Asif Muhammad" userId="6b0af2cb-2f76-400b-94d9-178b55ef4f85" providerId="ADAL" clId="{C773E098-F737-4818-AAB9-CA5F25A0078B}" dt="2022-09-13T12:31:03.861" v="231" actId="26606"/>
          <ac:spMkLst>
            <pc:docMk/>
            <pc:sldMk cId="1571848137" sldId="285"/>
            <ac:spMk id="3" creationId="{064C45B3-7520-4F8B-85FB-A4FF72ADA41B}"/>
          </ac:spMkLst>
        </pc:spChg>
        <pc:spChg chg="add del">
          <ac:chgData name="Asif Muhammad" userId="6b0af2cb-2f76-400b-94d9-178b55ef4f85" providerId="ADAL" clId="{C773E098-F737-4818-AAB9-CA5F25A0078B}" dt="2022-09-13T12:31:03.848" v="230" actId="26606"/>
          <ac:spMkLst>
            <pc:docMk/>
            <pc:sldMk cId="1571848137" sldId="285"/>
            <ac:spMk id="8" creationId="{C8643778-7F6C-4E8D-84D1-D5CDB9928191}"/>
          </ac:spMkLst>
        </pc:spChg>
        <pc:spChg chg="add del">
          <ac:chgData name="Asif Muhammad" userId="6b0af2cb-2f76-400b-94d9-178b55ef4f85" providerId="ADAL" clId="{C773E098-F737-4818-AAB9-CA5F25A0078B}" dt="2022-09-13T12:30:46.461" v="222" actId="26606"/>
          <ac:spMkLst>
            <pc:docMk/>
            <pc:sldMk cId="1571848137" sldId="285"/>
            <ac:spMk id="9" creationId="{BED1B64B-251E-446A-A285-6626C4EC010D}"/>
          </ac:spMkLst>
        </pc:spChg>
        <pc:spChg chg="add del">
          <ac:chgData name="Asif Muhammad" userId="6b0af2cb-2f76-400b-94d9-178b55ef4f85" providerId="ADAL" clId="{C773E098-F737-4818-AAB9-CA5F25A0078B}" dt="2022-09-13T12:31:03.848" v="230" actId="26606"/>
          <ac:spMkLst>
            <pc:docMk/>
            <pc:sldMk cId="1571848137" sldId="285"/>
            <ac:spMk id="10" creationId="{1D22F88D-6907-48AF-B024-346E855E0D96}"/>
          </ac:spMkLst>
        </pc:spChg>
        <pc:spChg chg="add del">
          <ac:chgData name="Asif Muhammad" userId="6b0af2cb-2f76-400b-94d9-178b55ef4f85" providerId="ADAL" clId="{C773E098-F737-4818-AAB9-CA5F25A0078B}" dt="2022-09-13T12:30:46.461" v="222" actId="26606"/>
          <ac:spMkLst>
            <pc:docMk/>
            <pc:sldMk cId="1571848137" sldId="285"/>
            <ac:spMk id="19" creationId="{A27AE693-58E8-48BC-8ED0-568ABFEABB35}"/>
          </ac:spMkLst>
        </pc:spChg>
        <pc:spChg chg="add">
          <ac:chgData name="Asif Muhammad" userId="6b0af2cb-2f76-400b-94d9-178b55ef4f85" providerId="ADAL" clId="{C773E098-F737-4818-AAB9-CA5F25A0078B}" dt="2022-09-13T12:31:03.861" v="231" actId="26606"/>
          <ac:spMkLst>
            <pc:docMk/>
            <pc:sldMk cId="1571848137" sldId="285"/>
            <ac:spMk id="20" creationId="{E03BF673-8C68-4092-BF1B-53C57EFEC21F}"/>
          </ac:spMkLst>
        </pc:spChg>
        <pc:spChg chg="add">
          <ac:chgData name="Asif Muhammad" userId="6b0af2cb-2f76-400b-94d9-178b55ef4f85" providerId="ADAL" clId="{C773E098-F737-4818-AAB9-CA5F25A0078B}" dt="2022-09-13T12:31:03.861" v="231" actId="26606"/>
          <ac:spMkLst>
            <pc:docMk/>
            <pc:sldMk cId="1571848137" sldId="285"/>
            <ac:spMk id="21" creationId="{B1BDB70B-F0E6-4867-818F-C582494FB6D6}"/>
          </ac:spMkLst>
        </pc:spChg>
        <pc:grpChg chg="add del">
          <ac:chgData name="Asif Muhammad" userId="6b0af2cb-2f76-400b-94d9-178b55ef4f85" providerId="ADAL" clId="{C773E098-F737-4818-AAB9-CA5F25A0078B}" dt="2022-09-13T12:30:46.461" v="222" actId="26606"/>
          <ac:grpSpMkLst>
            <pc:docMk/>
            <pc:sldMk cId="1571848137" sldId="285"/>
            <ac:grpSpMk id="11" creationId="{CD02B5D1-60D4-4D5B-AFD9-C986E227431B}"/>
          </ac:grpSpMkLst>
        </pc:grpChg>
        <pc:grpChg chg="add del">
          <ac:chgData name="Asif Muhammad" userId="6b0af2cb-2f76-400b-94d9-178b55ef4f85" providerId="ADAL" clId="{C773E098-F737-4818-AAB9-CA5F25A0078B}" dt="2022-09-13T12:31:03.848" v="230" actId="26606"/>
          <ac:grpSpMkLst>
            <pc:docMk/>
            <pc:sldMk cId="1571848137" sldId="285"/>
            <ac:grpSpMk id="12" creationId="{F3842748-48B5-4DD0-A06A-A31C74024A99}"/>
          </ac:grpSpMkLst>
        </pc:grpChg>
        <pc:grpChg chg="add">
          <ac:chgData name="Asif Muhammad" userId="6b0af2cb-2f76-400b-94d9-178b55ef4f85" providerId="ADAL" clId="{C773E098-F737-4818-AAB9-CA5F25A0078B}" dt="2022-09-13T12:31:03.861" v="231" actId="26606"/>
          <ac:grpSpMkLst>
            <pc:docMk/>
            <pc:sldMk cId="1571848137" sldId="285"/>
            <ac:grpSpMk id="22" creationId="{1E52C707-F508-47B5-8864-8CC3EE0F030B}"/>
          </ac:grpSpMkLst>
        </pc:grpChg>
        <pc:graphicFrameChg chg="add del">
          <ac:chgData name="Asif Muhammad" userId="6b0af2cb-2f76-400b-94d9-178b55ef4f85" providerId="ADAL" clId="{C773E098-F737-4818-AAB9-CA5F25A0078B}" dt="2022-09-13T12:30:46.461" v="222" actId="26606"/>
          <ac:graphicFrameMkLst>
            <pc:docMk/>
            <pc:sldMk cId="1571848137" sldId="285"/>
            <ac:graphicFrameMk id="5" creationId="{93DCC43C-06D1-828C-9C7D-ED58A83C5953}"/>
          </ac:graphicFrameMkLst>
        </pc:graphicFrameChg>
      </pc:sldChg>
      <pc:sldChg chg="addSp delSp modSp mod setBg setClrOvrMap">
        <pc:chgData name="Asif Muhammad" userId="6b0af2cb-2f76-400b-94d9-178b55ef4f85" providerId="ADAL" clId="{C773E098-F737-4818-AAB9-CA5F25A0078B}" dt="2022-09-13T12:32:27.514" v="235" actId="26606"/>
        <pc:sldMkLst>
          <pc:docMk/>
          <pc:sldMk cId="2501228023" sldId="286"/>
        </pc:sldMkLst>
        <pc:spChg chg="mod">
          <ac:chgData name="Asif Muhammad" userId="6b0af2cb-2f76-400b-94d9-178b55ef4f85" providerId="ADAL" clId="{C773E098-F737-4818-AAB9-CA5F25A0078B}" dt="2022-09-13T12:32:27.514" v="235" actId="26606"/>
          <ac:spMkLst>
            <pc:docMk/>
            <pc:sldMk cId="2501228023" sldId="286"/>
            <ac:spMk id="2" creationId="{1110912C-1948-4F94-BC26-0704B9AB5B96}"/>
          </ac:spMkLst>
        </pc:spChg>
        <pc:spChg chg="mod">
          <ac:chgData name="Asif Muhammad" userId="6b0af2cb-2f76-400b-94d9-178b55ef4f85" providerId="ADAL" clId="{C773E098-F737-4818-AAB9-CA5F25A0078B}" dt="2022-09-13T12:32:27.514" v="235" actId="26606"/>
          <ac:spMkLst>
            <pc:docMk/>
            <pc:sldMk cId="2501228023" sldId="286"/>
            <ac:spMk id="3" creationId="{96F9F28A-7A22-4CD3-B628-4247C917D595}"/>
          </ac:spMkLst>
        </pc:spChg>
        <pc:spChg chg="add del">
          <ac:chgData name="Asif Muhammad" userId="6b0af2cb-2f76-400b-94d9-178b55ef4f85" providerId="ADAL" clId="{C773E098-F737-4818-AAB9-CA5F25A0078B}" dt="2022-09-13T12:32:27.504" v="234" actId="26606"/>
          <ac:spMkLst>
            <pc:docMk/>
            <pc:sldMk cId="2501228023" sldId="286"/>
            <ac:spMk id="8" creationId="{E03BF673-8C68-4092-BF1B-53C57EFEC21F}"/>
          </ac:spMkLst>
        </pc:spChg>
        <pc:spChg chg="add del">
          <ac:chgData name="Asif Muhammad" userId="6b0af2cb-2f76-400b-94d9-178b55ef4f85" providerId="ADAL" clId="{C773E098-F737-4818-AAB9-CA5F25A0078B}" dt="2022-09-13T12:32:27.504" v="234" actId="26606"/>
          <ac:spMkLst>
            <pc:docMk/>
            <pc:sldMk cId="2501228023" sldId="286"/>
            <ac:spMk id="10" creationId="{B1BDB70B-F0E6-4867-818F-C582494FB6D6}"/>
          </ac:spMkLst>
        </pc:spChg>
        <pc:spChg chg="add">
          <ac:chgData name="Asif Muhammad" userId="6b0af2cb-2f76-400b-94d9-178b55ef4f85" providerId="ADAL" clId="{C773E098-F737-4818-AAB9-CA5F25A0078B}" dt="2022-09-13T12:32:27.514" v="235" actId="26606"/>
          <ac:spMkLst>
            <pc:docMk/>
            <pc:sldMk cId="2501228023" sldId="286"/>
            <ac:spMk id="18" creationId="{225F4217-4021-45A0-812B-398F9A7A93F9}"/>
          </ac:spMkLst>
        </pc:spChg>
        <pc:spChg chg="add">
          <ac:chgData name="Asif Muhammad" userId="6b0af2cb-2f76-400b-94d9-178b55ef4f85" providerId="ADAL" clId="{C773E098-F737-4818-AAB9-CA5F25A0078B}" dt="2022-09-13T12:32:27.514" v="235" actId="26606"/>
          <ac:spMkLst>
            <pc:docMk/>
            <pc:sldMk cId="2501228023" sldId="286"/>
            <ac:spMk id="21" creationId="{F659138C-74A1-445B-848C-3608AE871A9F}"/>
          </ac:spMkLst>
        </pc:spChg>
        <pc:grpChg chg="add del">
          <ac:chgData name="Asif Muhammad" userId="6b0af2cb-2f76-400b-94d9-178b55ef4f85" providerId="ADAL" clId="{C773E098-F737-4818-AAB9-CA5F25A0078B}" dt="2022-09-13T12:32:27.504" v="234" actId="26606"/>
          <ac:grpSpMkLst>
            <pc:docMk/>
            <pc:sldMk cId="2501228023" sldId="286"/>
            <ac:grpSpMk id="12" creationId="{1E52C707-F508-47B5-8864-8CC3EE0F030B}"/>
          </ac:grpSpMkLst>
        </pc:grpChg>
        <pc:grpChg chg="add">
          <ac:chgData name="Asif Muhammad" userId="6b0af2cb-2f76-400b-94d9-178b55ef4f85" providerId="ADAL" clId="{C773E098-F737-4818-AAB9-CA5F25A0078B}" dt="2022-09-13T12:32:27.514" v="235" actId="26606"/>
          <ac:grpSpMkLst>
            <pc:docMk/>
            <pc:sldMk cId="2501228023" sldId="286"/>
            <ac:grpSpMk id="22" creationId="{7DFD7409-66D7-4C9C-B528-E79EB64A4D31}"/>
          </ac:grpSpMkLst>
        </pc:grpChg>
        <pc:cxnChg chg="add">
          <ac:chgData name="Asif Muhammad" userId="6b0af2cb-2f76-400b-94d9-178b55ef4f85" providerId="ADAL" clId="{C773E098-F737-4818-AAB9-CA5F25A0078B}" dt="2022-09-13T12:32:27.514" v="235" actId="26606"/>
          <ac:cxnSpMkLst>
            <pc:docMk/>
            <pc:sldMk cId="2501228023" sldId="286"/>
            <ac:cxnSpMk id="20" creationId="{486F4EBC-E415-40E4-A8BA-BA66F0B632CB}"/>
          </ac:cxnSpMkLst>
        </pc:cxnChg>
      </pc:sldChg>
      <pc:sldChg chg="addSp modSp mod setBg">
        <pc:chgData name="Asif Muhammad" userId="6b0af2cb-2f76-400b-94d9-178b55ef4f85" providerId="ADAL" clId="{C773E098-F737-4818-AAB9-CA5F25A0078B}" dt="2022-09-13T12:40:38.112" v="254" actId="26606"/>
        <pc:sldMkLst>
          <pc:docMk/>
          <pc:sldMk cId="408438324" sldId="287"/>
        </pc:sldMkLst>
        <pc:spChg chg="mod">
          <ac:chgData name="Asif Muhammad" userId="6b0af2cb-2f76-400b-94d9-178b55ef4f85" providerId="ADAL" clId="{C773E098-F737-4818-AAB9-CA5F25A0078B}" dt="2022-09-13T12:40:38.112" v="254" actId="26606"/>
          <ac:spMkLst>
            <pc:docMk/>
            <pc:sldMk cId="408438324" sldId="287"/>
            <ac:spMk id="2" creationId="{8E67C854-6644-4599-AF30-C136A64A2A23}"/>
          </ac:spMkLst>
        </pc:spChg>
        <pc:spChg chg="mod">
          <ac:chgData name="Asif Muhammad" userId="6b0af2cb-2f76-400b-94d9-178b55ef4f85" providerId="ADAL" clId="{C773E098-F737-4818-AAB9-CA5F25A0078B}" dt="2022-09-13T12:40:38.112" v="254" actId="26606"/>
          <ac:spMkLst>
            <pc:docMk/>
            <pc:sldMk cId="408438324" sldId="287"/>
            <ac:spMk id="3" creationId="{7FBC878A-F386-4E0C-B160-535D9D3124C3}"/>
          </ac:spMkLst>
        </pc:spChg>
        <pc:spChg chg="add">
          <ac:chgData name="Asif Muhammad" userId="6b0af2cb-2f76-400b-94d9-178b55ef4f85" providerId="ADAL" clId="{C773E098-F737-4818-AAB9-CA5F25A0078B}" dt="2022-09-13T12:40:38.112" v="254" actId="26606"/>
          <ac:spMkLst>
            <pc:docMk/>
            <pc:sldMk cId="408438324" sldId="287"/>
            <ac:spMk id="8" creationId="{C8643778-7F6C-4E8D-84D1-D5CDB9928191}"/>
          </ac:spMkLst>
        </pc:spChg>
        <pc:spChg chg="add">
          <ac:chgData name="Asif Muhammad" userId="6b0af2cb-2f76-400b-94d9-178b55ef4f85" providerId="ADAL" clId="{C773E098-F737-4818-AAB9-CA5F25A0078B}" dt="2022-09-13T12:40:38.112" v="254" actId="26606"/>
          <ac:spMkLst>
            <pc:docMk/>
            <pc:sldMk cId="408438324" sldId="287"/>
            <ac:spMk id="10" creationId="{1D22F88D-6907-48AF-B024-346E855E0D96}"/>
          </ac:spMkLst>
        </pc:spChg>
        <pc:grpChg chg="add">
          <ac:chgData name="Asif Muhammad" userId="6b0af2cb-2f76-400b-94d9-178b55ef4f85" providerId="ADAL" clId="{C773E098-F737-4818-AAB9-CA5F25A0078B}" dt="2022-09-13T12:40:38.112" v="254" actId="26606"/>
          <ac:grpSpMkLst>
            <pc:docMk/>
            <pc:sldMk cId="408438324" sldId="287"/>
            <ac:grpSpMk id="12" creationId="{F3842748-48B5-4DD0-A06A-A31C74024A99}"/>
          </ac:grpSpMkLst>
        </pc:grpChg>
      </pc:sldChg>
      <pc:sldChg chg="addSp delSp modSp mod setBg">
        <pc:chgData name="Asif Muhammad" userId="6b0af2cb-2f76-400b-94d9-178b55ef4f85" providerId="ADAL" clId="{C773E098-F737-4818-AAB9-CA5F25A0078B}" dt="2022-09-13T12:34:01.677" v="247" actId="26606"/>
        <pc:sldMkLst>
          <pc:docMk/>
          <pc:sldMk cId="99580098" sldId="288"/>
        </pc:sldMkLst>
        <pc:spChg chg="mod">
          <ac:chgData name="Asif Muhammad" userId="6b0af2cb-2f76-400b-94d9-178b55ef4f85" providerId="ADAL" clId="{C773E098-F737-4818-AAB9-CA5F25A0078B}" dt="2022-09-13T12:34:01.677" v="247" actId="26606"/>
          <ac:spMkLst>
            <pc:docMk/>
            <pc:sldMk cId="99580098" sldId="288"/>
            <ac:spMk id="2" creationId="{C4658B48-6412-45B3-B077-275FE9B45437}"/>
          </ac:spMkLst>
        </pc:spChg>
        <pc:spChg chg="add del">
          <ac:chgData name="Asif Muhammad" userId="6b0af2cb-2f76-400b-94d9-178b55ef4f85" providerId="ADAL" clId="{C773E098-F737-4818-AAB9-CA5F25A0078B}" dt="2022-09-13T12:34:01.677" v="247" actId="26606"/>
          <ac:spMkLst>
            <pc:docMk/>
            <pc:sldMk cId="99580098" sldId="288"/>
            <ac:spMk id="3" creationId="{69B032B5-3A49-4B16-8727-AB9DE951C7F2}"/>
          </ac:spMkLst>
        </pc:spChg>
        <pc:spChg chg="add del">
          <ac:chgData name="Asif Muhammad" userId="6b0af2cb-2f76-400b-94d9-178b55ef4f85" providerId="ADAL" clId="{C773E098-F737-4818-AAB9-CA5F25A0078B}" dt="2022-09-13T12:33:56.776" v="240" actId="26606"/>
          <ac:spMkLst>
            <pc:docMk/>
            <pc:sldMk cId="99580098" sldId="288"/>
            <ac:spMk id="9" creationId="{63336871-0118-4F6E-8DBD-20AEFC62A9AD}"/>
          </ac:spMkLst>
        </pc:spChg>
        <pc:spChg chg="add del">
          <ac:chgData name="Asif Muhammad" userId="6b0af2cb-2f76-400b-94d9-178b55ef4f85" providerId="ADAL" clId="{C773E098-F737-4818-AAB9-CA5F25A0078B}" dt="2022-09-13T12:33:56.776" v="240" actId="26606"/>
          <ac:spMkLst>
            <pc:docMk/>
            <pc:sldMk cId="99580098" sldId="288"/>
            <ac:spMk id="11" creationId="{F03CC8D0-33AF-417F-8454-1FDB6C22DD25}"/>
          </ac:spMkLst>
        </pc:spChg>
        <pc:spChg chg="add del">
          <ac:chgData name="Asif Muhammad" userId="6b0af2cb-2f76-400b-94d9-178b55ef4f85" providerId="ADAL" clId="{C773E098-F737-4818-AAB9-CA5F25A0078B}" dt="2022-09-13T12:33:58.873" v="242" actId="26606"/>
          <ac:spMkLst>
            <pc:docMk/>
            <pc:sldMk cId="99580098" sldId="288"/>
            <ac:spMk id="21" creationId="{63336871-0118-4F6E-8DBD-20AEFC62A9AD}"/>
          </ac:spMkLst>
        </pc:spChg>
        <pc:spChg chg="add del">
          <ac:chgData name="Asif Muhammad" userId="6b0af2cb-2f76-400b-94d9-178b55ef4f85" providerId="ADAL" clId="{C773E098-F737-4818-AAB9-CA5F25A0078B}" dt="2022-09-13T12:33:58.873" v="242" actId="26606"/>
          <ac:spMkLst>
            <pc:docMk/>
            <pc:sldMk cId="99580098" sldId="288"/>
            <ac:spMk id="22" creationId="{F03CC8D0-33AF-417F-8454-1FDB6C22DD25}"/>
          </ac:spMkLst>
        </pc:spChg>
        <pc:spChg chg="add del">
          <ac:chgData name="Asif Muhammad" userId="6b0af2cb-2f76-400b-94d9-178b55ef4f85" providerId="ADAL" clId="{C773E098-F737-4818-AAB9-CA5F25A0078B}" dt="2022-09-13T12:34:00.128" v="244" actId="26606"/>
          <ac:spMkLst>
            <pc:docMk/>
            <pc:sldMk cId="99580098" sldId="288"/>
            <ac:spMk id="26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2:34:00.128" v="244" actId="26606"/>
          <ac:spMkLst>
            <pc:docMk/>
            <pc:sldMk cId="99580098" sldId="288"/>
            <ac:spMk id="27" creationId="{42285737-90EE-47DC-AC80-8AE156B11969}"/>
          </ac:spMkLst>
        </pc:spChg>
        <pc:spChg chg="add del">
          <ac:chgData name="Asif Muhammad" userId="6b0af2cb-2f76-400b-94d9-178b55ef4f85" providerId="ADAL" clId="{C773E098-F737-4818-AAB9-CA5F25A0078B}" dt="2022-09-13T12:34:01.657" v="246" actId="26606"/>
          <ac:spMkLst>
            <pc:docMk/>
            <pc:sldMk cId="99580098" sldId="288"/>
            <ac:spMk id="31" creationId="{94C52C56-BEF2-4E22-8C8E-A7AC96B03A72}"/>
          </ac:spMkLst>
        </pc:spChg>
        <pc:spChg chg="add del">
          <ac:chgData name="Asif Muhammad" userId="6b0af2cb-2f76-400b-94d9-178b55ef4f85" providerId="ADAL" clId="{C773E098-F737-4818-AAB9-CA5F25A0078B}" dt="2022-09-13T12:34:01.657" v="246" actId="26606"/>
          <ac:spMkLst>
            <pc:docMk/>
            <pc:sldMk cId="99580098" sldId="288"/>
            <ac:spMk id="32" creationId="{42285737-90EE-47DC-AC80-8AE156B11969}"/>
          </ac:spMkLst>
        </pc:spChg>
        <pc:spChg chg="add">
          <ac:chgData name="Asif Muhammad" userId="6b0af2cb-2f76-400b-94d9-178b55ef4f85" providerId="ADAL" clId="{C773E098-F737-4818-AAB9-CA5F25A0078B}" dt="2022-09-13T12:34:01.677" v="247" actId="26606"/>
          <ac:spMkLst>
            <pc:docMk/>
            <pc:sldMk cId="99580098" sldId="288"/>
            <ac:spMk id="36" creationId="{63336871-0118-4F6E-8DBD-20AEFC62A9AD}"/>
          </ac:spMkLst>
        </pc:spChg>
        <pc:spChg chg="add">
          <ac:chgData name="Asif Muhammad" userId="6b0af2cb-2f76-400b-94d9-178b55ef4f85" providerId="ADAL" clId="{C773E098-F737-4818-AAB9-CA5F25A0078B}" dt="2022-09-13T12:34:01.677" v="247" actId="26606"/>
          <ac:spMkLst>
            <pc:docMk/>
            <pc:sldMk cId="99580098" sldId="288"/>
            <ac:spMk id="37" creationId="{F03CC8D0-33AF-417F-8454-1FDB6C22DD25}"/>
          </ac:spMkLst>
        </pc:spChg>
        <pc:grpChg chg="add del">
          <ac:chgData name="Asif Muhammad" userId="6b0af2cb-2f76-400b-94d9-178b55ef4f85" providerId="ADAL" clId="{C773E098-F737-4818-AAB9-CA5F25A0078B}" dt="2022-09-13T12:33:56.776" v="240" actId="26606"/>
          <ac:grpSpMkLst>
            <pc:docMk/>
            <pc:sldMk cId="99580098" sldId="288"/>
            <ac:grpSpMk id="13" creationId="{B5A08A69-9EE1-4A9E-96B6-D769D87C2F9E}"/>
          </ac:grpSpMkLst>
        </pc:grpChg>
        <pc:grpChg chg="add del">
          <ac:chgData name="Asif Muhammad" userId="6b0af2cb-2f76-400b-94d9-178b55ef4f85" providerId="ADAL" clId="{C773E098-F737-4818-AAB9-CA5F25A0078B}" dt="2022-09-13T12:33:58.873" v="242" actId="26606"/>
          <ac:grpSpMkLst>
            <pc:docMk/>
            <pc:sldMk cId="99580098" sldId="288"/>
            <ac:grpSpMk id="23" creationId="{B5A08A69-9EE1-4A9E-96B6-D769D87C2F9E}"/>
          </ac:grpSpMkLst>
        </pc:grpChg>
        <pc:grpChg chg="add del">
          <ac:chgData name="Asif Muhammad" userId="6b0af2cb-2f76-400b-94d9-178b55ef4f85" providerId="ADAL" clId="{C773E098-F737-4818-AAB9-CA5F25A0078B}" dt="2022-09-13T12:34:00.128" v="244" actId="26606"/>
          <ac:grpSpMkLst>
            <pc:docMk/>
            <pc:sldMk cId="99580098" sldId="288"/>
            <ac:grpSpMk id="28" creationId="{B57BDC17-F1B3-455F-BBF1-680AA1F25C06}"/>
          </ac:grpSpMkLst>
        </pc:grpChg>
        <pc:grpChg chg="add del">
          <ac:chgData name="Asif Muhammad" userId="6b0af2cb-2f76-400b-94d9-178b55ef4f85" providerId="ADAL" clId="{C773E098-F737-4818-AAB9-CA5F25A0078B}" dt="2022-09-13T12:34:01.657" v="246" actId="26606"/>
          <ac:grpSpMkLst>
            <pc:docMk/>
            <pc:sldMk cId="99580098" sldId="288"/>
            <ac:grpSpMk id="33" creationId="{B57BDC17-F1B3-455F-BBF1-680AA1F25C06}"/>
          </ac:grpSpMkLst>
        </pc:grpChg>
        <pc:grpChg chg="add">
          <ac:chgData name="Asif Muhammad" userId="6b0af2cb-2f76-400b-94d9-178b55ef4f85" providerId="ADAL" clId="{C773E098-F737-4818-AAB9-CA5F25A0078B}" dt="2022-09-13T12:34:01.677" v="247" actId="26606"/>
          <ac:grpSpMkLst>
            <pc:docMk/>
            <pc:sldMk cId="99580098" sldId="288"/>
            <ac:grpSpMk id="38" creationId="{B5A08A69-9EE1-4A9E-96B6-D769D87C2F9E}"/>
          </ac:grpSpMkLst>
        </pc:grpChg>
        <pc:graphicFrameChg chg="add del">
          <ac:chgData name="Asif Muhammad" userId="6b0af2cb-2f76-400b-94d9-178b55ef4f85" providerId="ADAL" clId="{C773E098-F737-4818-AAB9-CA5F25A0078B}" dt="2022-09-13T12:33:56.776" v="240" actId="26606"/>
          <ac:graphicFrameMkLst>
            <pc:docMk/>
            <pc:sldMk cId="99580098" sldId="288"/>
            <ac:graphicFrameMk id="5" creationId="{636DE6F5-E6A9-9775-59C1-B34E57B65428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2:33:58.873" v="242" actId="26606"/>
          <ac:graphicFrameMkLst>
            <pc:docMk/>
            <pc:sldMk cId="99580098" sldId="288"/>
            <ac:graphicFrameMk id="24" creationId="{33668933-D524-403E-C862-51CD4295B565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2:34:00.128" v="244" actId="26606"/>
          <ac:graphicFrameMkLst>
            <pc:docMk/>
            <pc:sldMk cId="99580098" sldId="288"/>
            <ac:graphicFrameMk id="29" creationId="{06732092-0F55-A347-7C2F-CE4B8D6C60A0}"/>
          </ac:graphicFrameMkLst>
        </pc:graphicFrameChg>
        <pc:graphicFrameChg chg="add del">
          <ac:chgData name="Asif Muhammad" userId="6b0af2cb-2f76-400b-94d9-178b55ef4f85" providerId="ADAL" clId="{C773E098-F737-4818-AAB9-CA5F25A0078B}" dt="2022-09-13T12:34:01.657" v="246" actId="26606"/>
          <ac:graphicFrameMkLst>
            <pc:docMk/>
            <pc:sldMk cId="99580098" sldId="288"/>
            <ac:graphicFrameMk id="34" creationId="{2D8CC010-D03A-2E50-4FFB-F2D60A7252B8}"/>
          </ac:graphicFrameMkLst>
        </pc:graphicFrameChg>
        <pc:graphicFrameChg chg="add">
          <ac:chgData name="Asif Muhammad" userId="6b0af2cb-2f76-400b-94d9-178b55ef4f85" providerId="ADAL" clId="{C773E098-F737-4818-AAB9-CA5F25A0078B}" dt="2022-09-13T12:34:01.677" v="247" actId="26606"/>
          <ac:graphicFrameMkLst>
            <pc:docMk/>
            <pc:sldMk cId="99580098" sldId="288"/>
            <ac:graphicFrameMk id="39" creationId="{636DE6F5-E6A9-9775-59C1-B34E57B65428}"/>
          </ac:graphicFrameMkLst>
        </pc:graphicFrameChg>
      </pc:sldChg>
      <pc:sldChg chg="addSp modSp mod setBg setClrOvrMap">
        <pc:chgData name="Asif Muhammad" userId="6b0af2cb-2f76-400b-94d9-178b55ef4f85" providerId="ADAL" clId="{C773E098-F737-4818-AAB9-CA5F25A0078B}" dt="2022-09-13T12:40:09.495" v="248" actId="26606"/>
        <pc:sldMkLst>
          <pc:docMk/>
          <pc:sldMk cId="3202225455" sldId="289"/>
        </pc:sldMkLst>
        <pc:spChg chg="mod">
          <ac:chgData name="Asif Muhammad" userId="6b0af2cb-2f76-400b-94d9-178b55ef4f85" providerId="ADAL" clId="{C773E098-F737-4818-AAB9-CA5F25A0078B}" dt="2022-09-13T12:40:09.495" v="248" actId="26606"/>
          <ac:spMkLst>
            <pc:docMk/>
            <pc:sldMk cId="3202225455" sldId="289"/>
            <ac:spMk id="2" creationId="{1607C535-8325-42D6-8E8C-7EA32A711588}"/>
          </ac:spMkLst>
        </pc:spChg>
        <pc:spChg chg="mod">
          <ac:chgData name="Asif Muhammad" userId="6b0af2cb-2f76-400b-94d9-178b55ef4f85" providerId="ADAL" clId="{C773E098-F737-4818-AAB9-CA5F25A0078B}" dt="2022-09-13T12:40:09.495" v="248" actId="26606"/>
          <ac:spMkLst>
            <pc:docMk/>
            <pc:sldMk cId="3202225455" sldId="289"/>
            <ac:spMk id="3" creationId="{4A361BC8-985C-4A86-895D-E3978BFA0A1A}"/>
          </ac:spMkLst>
        </pc:spChg>
        <pc:spChg chg="add">
          <ac:chgData name="Asif Muhammad" userId="6b0af2cb-2f76-400b-94d9-178b55ef4f85" providerId="ADAL" clId="{C773E098-F737-4818-AAB9-CA5F25A0078B}" dt="2022-09-13T12:40:09.495" v="248" actId="26606"/>
          <ac:spMkLst>
            <pc:docMk/>
            <pc:sldMk cId="3202225455" sldId="289"/>
            <ac:spMk id="8" creationId="{F659138C-74A1-445B-848C-3608AE871A9F}"/>
          </ac:spMkLst>
        </pc:spChg>
        <pc:spChg chg="add">
          <ac:chgData name="Asif Muhammad" userId="6b0af2cb-2f76-400b-94d9-178b55ef4f85" providerId="ADAL" clId="{C773E098-F737-4818-AAB9-CA5F25A0078B}" dt="2022-09-13T12:40:09.495" v="248" actId="26606"/>
          <ac:spMkLst>
            <pc:docMk/>
            <pc:sldMk cId="3202225455" sldId="289"/>
            <ac:spMk id="18" creationId="{225F4217-4021-45A0-812B-398F9A7A93F9}"/>
          </ac:spMkLst>
        </pc:spChg>
        <pc:grpChg chg="add">
          <ac:chgData name="Asif Muhammad" userId="6b0af2cb-2f76-400b-94d9-178b55ef4f85" providerId="ADAL" clId="{C773E098-F737-4818-AAB9-CA5F25A0078B}" dt="2022-09-13T12:40:09.495" v="248" actId="26606"/>
          <ac:grpSpMkLst>
            <pc:docMk/>
            <pc:sldMk cId="3202225455" sldId="289"/>
            <ac:grpSpMk id="10" creationId="{7DFD7409-66D7-4C9C-B528-E79EB64A4D31}"/>
          </ac:grpSpMkLst>
        </pc:grpChg>
        <pc:cxnChg chg="add">
          <ac:chgData name="Asif Muhammad" userId="6b0af2cb-2f76-400b-94d9-178b55ef4f85" providerId="ADAL" clId="{C773E098-F737-4818-AAB9-CA5F25A0078B}" dt="2022-09-13T12:40:09.495" v="248" actId="26606"/>
          <ac:cxnSpMkLst>
            <pc:docMk/>
            <pc:sldMk cId="3202225455" sldId="289"/>
            <ac:cxnSpMk id="20" creationId="{486F4EBC-E415-40E4-A8BA-BA66F0B632CB}"/>
          </ac:cxnSpMkLst>
        </pc:cxnChg>
      </pc:sldChg>
    </pc:docChg>
  </pc:docChgLst>
  <pc:docChgLst>
    <pc:chgData name="Asif Muhammad" userId="6b0af2cb-2f76-400b-94d9-178b55ef4f85" providerId="ADAL" clId="{A099B881-A08C-4B6B-AA2F-A04242FE0FE0}"/>
    <pc:docChg chg="undo custSel modSld">
      <pc:chgData name="Asif Muhammad" userId="6b0af2cb-2f76-400b-94d9-178b55ef4f85" providerId="ADAL" clId="{A099B881-A08C-4B6B-AA2F-A04242FE0FE0}" dt="2023-03-08T07:53:21.136" v="21" actId="478"/>
      <pc:docMkLst>
        <pc:docMk/>
      </pc:docMkLst>
      <pc:sldChg chg="addSp delSp modSp mod">
        <pc:chgData name="Asif Muhammad" userId="6b0af2cb-2f76-400b-94d9-178b55ef4f85" providerId="ADAL" clId="{A099B881-A08C-4B6B-AA2F-A04242FE0FE0}" dt="2023-03-08T07:53:21.136" v="21" actId="478"/>
        <pc:sldMkLst>
          <pc:docMk/>
          <pc:sldMk cId="59144495" sldId="256"/>
        </pc:sldMkLst>
        <pc:spChg chg="mod">
          <ac:chgData name="Asif Muhammad" userId="6b0af2cb-2f76-400b-94d9-178b55ef4f85" providerId="ADAL" clId="{A099B881-A08C-4B6B-AA2F-A04242FE0FE0}" dt="2023-03-08T07:53:11.966" v="18" actId="20577"/>
          <ac:spMkLst>
            <pc:docMk/>
            <pc:sldMk cId="59144495" sldId="256"/>
            <ac:spMk id="2" creationId="{CB7DE853-BCBC-430E-9E0E-0F6CF6FA172A}"/>
          </ac:spMkLst>
        </pc:spChg>
        <pc:spChg chg="del">
          <ac:chgData name="Asif Muhammad" userId="6b0af2cb-2f76-400b-94d9-178b55ef4f85" providerId="ADAL" clId="{A099B881-A08C-4B6B-AA2F-A04242FE0FE0}" dt="2023-03-08T07:53:18.072" v="20" actId="478"/>
          <ac:spMkLst>
            <pc:docMk/>
            <pc:sldMk cId="59144495" sldId="256"/>
            <ac:spMk id="3" creationId="{F72CBD22-20B1-4482-90C0-02CE5CDAB4CB}"/>
          </ac:spMkLst>
        </pc:spChg>
        <pc:spChg chg="add del mod">
          <ac:chgData name="Asif Muhammad" userId="6b0af2cb-2f76-400b-94d9-178b55ef4f85" providerId="ADAL" clId="{A099B881-A08C-4B6B-AA2F-A04242FE0FE0}" dt="2023-03-08T07:53:21.136" v="21" actId="478"/>
          <ac:spMkLst>
            <pc:docMk/>
            <pc:sldMk cId="59144495" sldId="256"/>
            <ac:spMk id="6" creationId="{A7242778-1185-13A9-5282-F0E3D99CDF49}"/>
          </ac:spMkLst>
        </pc:spChg>
        <pc:picChg chg="del">
          <ac:chgData name="Asif Muhammad" userId="6b0af2cb-2f76-400b-94d9-178b55ef4f85" providerId="ADAL" clId="{A099B881-A08C-4B6B-AA2F-A04242FE0FE0}" dt="2023-03-08T07:53:15.339" v="19" actId="478"/>
          <ac:picMkLst>
            <pc:docMk/>
            <pc:sldMk cId="59144495" sldId="256"/>
            <ac:picMk id="5" creationId="{1D8A8B42-345E-42E9-86D6-F405CFEE70ED}"/>
          </ac:picMkLst>
        </pc:picChg>
      </pc:sldChg>
      <pc:sldChg chg="modSp mod">
        <pc:chgData name="Asif Muhammad" userId="6b0af2cb-2f76-400b-94d9-178b55ef4f85" providerId="ADAL" clId="{A099B881-A08C-4B6B-AA2F-A04242FE0FE0}" dt="2023-02-21T17:03:12.043" v="1" actId="1076"/>
        <pc:sldMkLst>
          <pc:docMk/>
          <pc:sldMk cId="3705517614" sldId="277"/>
        </pc:sldMkLst>
        <pc:spChg chg="mod">
          <ac:chgData name="Asif Muhammad" userId="6b0af2cb-2f76-400b-94d9-178b55ef4f85" providerId="ADAL" clId="{A099B881-A08C-4B6B-AA2F-A04242FE0FE0}" dt="2023-02-21T17:03:12.043" v="1" actId="1076"/>
          <ac:spMkLst>
            <pc:docMk/>
            <pc:sldMk cId="3705517614" sldId="277"/>
            <ac:spMk id="45" creationId="{8CDF178F-9689-42D0-ACD7-0BE886FC73CD}"/>
          </ac:spMkLst>
        </pc:sp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_rels/data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svg"/><Relationship Id="rId1" Type="http://schemas.openxmlformats.org/officeDocument/2006/relationships/image" Target="../media/image11.png"/><Relationship Id="rId6" Type="http://schemas.openxmlformats.org/officeDocument/2006/relationships/image" Target="../media/image19.svg"/><Relationship Id="rId5" Type="http://schemas.openxmlformats.org/officeDocument/2006/relationships/image" Target="../media/image13.png"/><Relationship Id="rId4" Type="http://schemas.openxmlformats.org/officeDocument/2006/relationships/image" Target="../media/image1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diagrams/_rels/drawing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5.svg"/><Relationship Id="rId1" Type="http://schemas.openxmlformats.org/officeDocument/2006/relationships/image" Target="../media/image11.png"/><Relationship Id="rId6" Type="http://schemas.openxmlformats.org/officeDocument/2006/relationships/image" Target="../media/image19.svg"/><Relationship Id="rId5" Type="http://schemas.openxmlformats.org/officeDocument/2006/relationships/image" Target="../media/image13.png"/><Relationship Id="rId4" Type="http://schemas.openxmlformats.org/officeDocument/2006/relationships/image" Target="../media/image1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35AC14-B2DF-4E43-AAEB-B8C2A7B1310C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305DC9B-8739-4809-88B6-2E43A84D635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concat() method concatenates (joins) two or more arrays.</a:t>
          </a:r>
        </a:p>
      </dgm:t>
    </dgm:pt>
    <dgm:pt modelId="{214685B0-BB93-4CE1-8357-714166B56CDD}" type="parTrans" cxnId="{D6ECE419-A65A-4BEA-A303-55B4BFF450E3}">
      <dgm:prSet/>
      <dgm:spPr/>
      <dgm:t>
        <a:bodyPr/>
        <a:lstStyle/>
        <a:p>
          <a:endParaRPr lang="en-US"/>
        </a:p>
      </dgm:t>
    </dgm:pt>
    <dgm:pt modelId="{800ADBEB-DFA7-4F56-BD28-40C5FD68BD59}" type="sibTrans" cxnId="{D6ECE419-A65A-4BEA-A303-55B4BFF450E3}">
      <dgm:prSet/>
      <dgm:spPr/>
      <dgm:t>
        <a:bodyPr/>
        <a:lstStyle/>
        <a:p>
          <a:endParaRPr lang="en-US"/>
        </a:p>
      </dgm:t>
    </dgm:pt>
    <dgm:pt modelId="{7964DBE6-AF92-409A-8F1B-7A51EDABDA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The concat() method does not change the existing arrays, but returns a new array, containing the values of the joined arrays.</a:t>
          </a:r>
        </a:p>
      </dgm:t>
    </dgm:pt>
    <dgm:pt modelId="{C0C33AFA-877B-485B-AB16-DEBB9EE101D8}" type="parTrans" cxnId="{B6D549B7-FF7D-4AEC-87EF-1E1DA94F8738}">
      <dgm:prSet/>
      <dgm:spPr/>
      <dgm:t>
        <a:bodyPr/>
        <a:lstStyle/>
        <a:p>
          <a:endParaRPr lang="en-US"/>
        </a:p>
      </dgm:t>
    </dgm:pt>
    <dgm:pt modelId="{0F15B1BC-F2CD-46DA-B085-9FA8F2E66323}" type="sibTrans" cxnId="{B6D549B7-FF7D-4AEC-87EF-1E1DA94F8738}">
      <dgm:prSet/>
      <dgm:spPr/>
      <dgm:t>
        <a:bodyPr/>
        <a:lstStyle/>
        <a:p>
          <a:endParaRPr lang="en-US"/>
        </a:p>
      </dgm:t>
    </dgm:pt>
    <dgm:pt modelId="{89CCA9A1-2C97-45CC-B77F-D09E14F2980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i="1"/>
            <a:t>Array1.concat(Array2)</a:t>
          </a:r>
          <a:endParaRPr lang="en-US"/>
        </a:p>
      </dgm:t>
    </dgm:pt>
    <dgm:pt modelId="{55BE897D-C4F7-4E42-9B5E-908B9C989AB5}" type="parTrans" cxnId="{4E0D9438-4A53-4350-9644-81FDA16EB227}">
      <dgm:prSet/>
      <dgm:spPr/>
      <dgm:t>
        <a:bodyPr/>
        <a:lstStyle/>
        <a:p>
          <a:endParaRPr lang="en-US"/>
        </a:p>
      </dgm:t>
    </dgm:pt>
    <dgm:pt modelId="{1E41DC0A-3BED-4199-AE94-510E05A688C2}" type="sibTrans" cxnId="{4E0D9438-4A53-4350-9644-81FDA16EB227}">
      <dgm:prSet/>
      <dgm:spPr/>
      <dgm:t>
        <a:bodyPr/>
        <a:lstStyle/>
        <a:p>
          <a:endParaRPr lang="en-US"/>
        </a:p>
      </dgm:t>
    </dgm:pt>
    <dgm:pt modelId="{4547E452-7F14-4733-81A1-562BAE5FB01D}" type="pres">
      <dgm:prSet presAssocID="{E535AC14-B2DF-4E43-AAEB-B8C2A7B1310C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0A18596A-4FFE-4CA3-B969-00BF32FF6938}" type="pres">
      <dgm:prSet presAssocID="{B305DC9B-8739-4809-88B6-2E43A84D635B}" presName="compNode" presStyleCnt="0"/>
      <dgm:spPr/>
    </dgm:pt>
    <dgm:pt modelId="{8D58FFC6-DD9F-4F65-A878-E401D98F7363}" type="pres">
      <dgm:prSet presAssocID="{B305DC9B-8739-4809-88B6-2E43A84D635B}" presName="bgRect" presStyleLbl="bgShp" presStyleIdx="0" presStyleCnt="3"/>
      <dgm:spPr/>
    </dgm:pt>
    <dgm:pt modelId="{C8C7CEFF-370A-4245-A048-ACE6EC1D3AFF}" type="pres">
      <dgm:prSet presAssocID="{B305DC9B-8739-4809-88B6-2E43A84D635B}" presName="iconRect" presStyleLbl="node1" presStyleIdx="0" presStyleCnt="3"/>
      <dgm:spPr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EA270949-3C0B-477E-BDC3-F5AD17268E20}" type="pres">
      <dgm:prSet presAssocID="{B305DC9B-8739-4809-88B6-2E43A84D635B}" presName="spaceRect" presStyleCnt="0"/>
      <dgm:spPr/>
    </dgm:pt>
    <dgm:pt modelId="{AB539A95-C1F4-4AAA-ADB3-BB6B993FEC7B}" type="pres">
      <dgm:prSet presAssocID="{B305DC9B-8739-4809-88B6-2E43A84D635B}" presName="parTx" presStyleLbl="revTx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383EE490-20A5-46DE-876B-0AAFD65077A4}" type="pres">
      <dgm:prSet presAssocID="{800ADBEB-DFA7-4F56-BD28-40C5FD68BD59}" presName="sibTrans" presStyleCnt="0"/>
      <dgm:spPr/>
    </dgm:pt>
    <dgm:pt modelId="{A2564ABF-E187-4A75-92D5-6D86EC8584F8}" type="pres">
      <dgm:prSet presAssocID="{7964DBE6-AF92-409A-8F1B-7A51EDABDA52}" presName="compNode" presStyleCnt="0"/>
      <dgm:spPr/>
    </dgm:pt>
    <dgm:pt modelId="{3D39DC3F-5BF9-41F0-93EA-4FACD57BADFF}" type="pres">
      <dgm:prSet presAssocID="{7964DBE6-AF92-409A-8F1B-7A51EDABDA52}" presName="bgRect" presStyleLbl="bgShp" presStyleIdx="1" presStyleCnt="3"/>
      <dgm:spPr/>
    </dgm:pt>
    <dgm:pt modelId="{7DD45AC2-0747-4E11-B2CE-FF02FAC5B8C7}" type="pres">
      <dgm:prSet presAssocID="{7964DBE6-AF92-409A-8F1B-7A51EDABDA52}" presName="iconRect" presStyleLbl="node1" presStyleIdx="1" presStyleCnt="3"/>
      <dgm:spPr>
        <a:blipFill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106A4757-26E9-4C5E-85DF-5B00BFA56A13}" type="pres">
      <dgm:prSet presAssocID="{7964DBE6-AF92-409A-8F1B-7A51EDABDA52}" presName="spaceRect" presStyleCnt="0"/>
      <dgm:spPr/>
    </dgm:pt>
    <dgm:pt modelId="{A69EE3CF-8477-4F6A-AD9A-B21A1CEBE62E}" type="pres">
      <dgm:prSet presAssocID="{7964DBE6-AF92-409A-8F1B-7A51EDABDA52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A5177741-9EDC-4DC2-9938-BC57156E20C8}" type="pres">
      <dgm:prSet presAssocID="{0F15B1BC-F2CD-46DA-B085-9FA8F2E66323}" presName="sibTrans" presStyleCnt="0"/>
      <dgm:spPr/>
    </dgm:pt>
    <dgm:pt modelId="{DB58FFF4-94FE-4EA1-95DE-8A9024589A06}" type="pres">
      <dgm:prSet presAssocID="{89CCA9A1-2C97-45CC-B77F-D09E14F2980F}" presName="compNode" presStyleCnt="0"/>
      <dgm:spPr/>
    </dgm:pt>
    <dgm:pt modelId="{4B133D5A-66DC-4FDB-871A-17CAB72DFA98}" type="pres">
      <dgm:prSet presAssocID="{89CCA9A1-2C97-45CC-B77F-D09E14F2980F}" presName="bgRect" presStyleLbl="bgShp" presStyleIdx="2" presStyleCnt="3"/>
      <dgm:spPr/>
    </dgm:pt>
    <dgm:pt modelId="{7AB31E48-433C-43D1-ACA1-2EEC079F714E}" type="pres">
      <dgm:prSet presAssocID="{89CCA9A1-2C97-45CC-B77F-D09E14F2980F}" presName="iconRect" presStyleLbl="node1" presStyleIdx="2" presStyleCnt="3"/>
      <dgm:spPr>
        <a:blipFill>
          <a:blip xmlns:r="http://schemas.openxmlformats.org/officeDocument/2006/relationships"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C0E5FEEB-912D-43B3-BD22-5CE489271A8C}" type="pres">
      <dgm:prSet presAssocID="{89CCA9A1-2C97-45CC-B77F-D09E14F2980F}" presName="spaceRect" presStyleCnt="0"/>
      <dgm:spPr/>
    </dgm:pt>
    <dgm:pt modelId="{C3CB1C23-6722-491E-96D1-2C5B1D0B91BC}" type="pres">
      <dgm:prSet presAssocID="{89CCA9A1-2C97-45CC-B77F-D09E14F2980F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4E0D9438-4A53-4350-9644-81FDA16EB227}" srcId="{E535AC14-B2DF-4E43-AAEB-B8C2A7B1310C}" destId="{89CCA9A1-2C97-45CC-B77F-D09E14F2980F}" srcOrd="2" destOrd="0" parTransId="{55BE897D-C4F7-4E42-9B5E-908B9C989AB5}" sibTransId="{1E41DC0A-3BED-4199-AE94-510E05A688C2}"/>
    <dgm:cxn modelId="{D6ECE419-A65A-4BEA-A303-55B4BFF450E3}" srcId="{E535AC14-B2DF-4E43-AAEB-B8C2A7B1310C}" destId="{B305DC9B-8739-4809-88B6-2E43A84D635B}" srcOrd="0" destOrd="0" parTransId="{214685B0-BB93-4CE1-8357-714166B56CDD}" sibTransId="{800ADBEB-DFA7-4F56-BD28-40C5FD68BD59}"/>
    <dgm:cxn modelId="{01D49077-F2C1-4636-A407-377953891CA5}" type="presOf" srcId="{89CCA9A1-2C97-45CC-B77F-D09E14F2980F}" destId="{C3CB1C23-6722-491E-96D1-2C5B1D0B91BC}" srcOrd="0" destOrd="0" presId="urn:microsoft.com/office/officeart/2018/2/layout/IconVerticalSolidList"/>
    <dgm:cxn modelId="{E6F0B3BF-C347-475D-89DA-4E1CAFC589F3}" type="presOf" srcId="{B305DC9B-8739-4809-88B6-2E43A84D635B}" destId="{AB539A95-C1F4-4AAA-ADB3-BB6B993FEC7B}" srcOrd="0" destOrd="0" presId="urn:microsoft.com/office/officeart/2018/2/layout/IconVerticalSolidList"/>
    <dgm:cxn modelId="{32FC9BF6-BFBB-41C4-B8A3-93E79E67AE2A}" type="presOf" srcId="{7964DBE6-AF92-409A-8F1B-7A51EDABDA52}" destId="{A69EE3CF-8477-4F6A-AD9A-B21A1CEBE62E}" srcOrd="0" destOrd="0" presId="urn:microsoft.com/office/officeart/2018/2/layout/IconVerticalSolidList"/>
    <dgm:cxn modelId="{B6D549B7-FF7D-4AEC-87EF-1E1DA94F8738}" srcId="{E535AC14-B2DF-4E43-AAEB-B8C2A7B1310C}" destId="{7964DBE6-AF92-409A-8F1B-7A51EDABDA52}" srcOrd="1" destOrd="0" parTransId="{C0C33AFA-877B-485B-AB16-DEBB9EE101D8}" sibTransId="{0F15B1BC-F2CD-46DA-B085-9FA8F2E66323}"/>
    <dgm:cxn modelId="{96782A48-6117-464A-AD97-DCF0FA2E0779}" type="presOf" srcId="{E535AC14-B2DF-4E43-AAEB-B8C2A7B1310C}" destId="{4547E452-7F14-4733-81A1-562BAE5FB01D}" srcOrd="0" destOrd="0" presId="urn:microsoft.com/office/officeart/2018/2/layout/IconVerticalSolidList"/>
    <dgm:cxn modelId="{0E8D94EF-901B-47B5-BAD6-A5A126497909}" type="presParOf" srcId="{4547E452-7F14-4733-81A1-562BAE5FB01D}" destId="{0A18596A-4FFE-4CA3-B969-00BF32FF6938}" srcOrd="0" destOrd="0" presId="urn:microsoft.com/office/officeart/2018/2/layout/IconVerticalSolidList"/>
    <dgm:cxn modelId="{FF1D1533-C02B-463A-B54F-DC834AE23FD2}" type="presParOf" srcId="{0A18596A-4FFE-4CA3-B969-00BF32FF6938}" destId="{8D58FFC6-DD9F-4F65-A878-E401D98F7363}" srcOrd="0" destOrd="0" presId="urn:microsoft.com/office/officeart/2018/2/layout/IconVerticalSolidList"/>
    <dgm:cxn modelId="{6560E60E-F5D8-41AC-90B8-1EA9737BE191}" type="presParOf" srcId="{0A18596A-4FFE-4CA3-B969-00BF32FF6938}" destId="{C8C7CEFF-370A-4245-A048-ACE6EC1D3AFF}" srcOrd="1" destOrd="0" presId="urn:microsoft.com/office/officeart/2018/2/layout/IconVerticalSolidList"/>
    <dgm:cxn modelId="{6822FA10-FA8D-46A2-BB07-6142E6A1B5D4}" type="presParOf" srcId="{0A18596A-4FFE-4CA3-B969-00BF32FF6938}" destId="{EA270949-3C0B-477E-BDC3-F5AD17268E20}" srcOrd="2" destOrd="0" presId="urn:microsoft.com/office/officeart/2018/2/layout/IconVerticalSolidList"/>
    <dgm:cxn modelId="{7CD8F5DD-A53C-4A85-B9B3-CA85A2BF390A}" type="presParOf" srcId="{0A18596A-4FFE-4CA3-B969-00BF32FF6938}" destId="{AB539A95-C1F4-4AAA-ADB3-BB6B993FEC7B}" srcOrd="3" destOrd="0" presId="urn:microsoft.com/office/officeart/2018/2/layout/IconVerticalSolidList"/>
    <dgm:cxn modelId="{F7F4D2BA-64F1-41D2-A2C9-365F948CEDB0}" type="presParOf" srcId="{4547E452-7F14-4733-81A1-562BAE5FB01D}" destId="{383EE490-20A5-46DE-876B-0AAFD65077A4}" srcOrd="1" destOrd="0" presId="urn:microsoft.com/office/officeart/2018/2/layout/IconVerticalSolidList"/>
    <dgm:cxn modelId="{C3921494-A800-4AE4-AA2E-A18C70453CE6}" type="presParOf" srcId="{4547E452-7F14-4733-81A1-562BAE5FB01D}" destId="{A2564ABF-E187-4A75-92D5-6D86EC8584F8}" srcOrd="2" destOrd="0" presId="urn:microsoft.com/office/officeart/2018/2/layout/IconVerticalSolidList"/>
    <dgm:cxn modelId="{3F5A5687-B7D7-423D-AEB3-29A1D81031D3}" type="presParOf" srcId="{A2564ABF-E187-4A75-92D5-6D86EC8584F8}" destId="{3D39DC3F-5BF9-41F0-93EA-4FACD57BADFF}" srcOrd="0" destOrd="0" presId="urn:microsoft.com/office/officeart/2018/2/layout/IconVerticalSolidList"/>
    <dgm:cxn modelId="{26EAD68F-975F-4307-AE48-AF7A0C1374B7}" type="presParOf" srcId="{A2564ABF-E187-4A75-92D5-6D86EC8584F8}" destId="{7DD45AC2-0747-4E11-B2CE-FF02FAC5B8C7}" srcOrd="1" destOrd="0" presId="urn:microsoft.com/office/officeart/2018/2/layout/IconVerticalSolidList"/>
    <dgm:cxn modelId="{6EA4B374-2580-498F-8544-6DC4E4006C6F}" type="presParOf" srcId="{A2564ABF-E187-4A75-92D5-6D86EC8584F8}" destId="{106A4757-26E9-4C5E-85DF-5B00BFA56A13}" srcOrd="2" destOrd="0" presId="urn:microsoft.com/office/officeart/2018/2/layout/IconVerticalSolidList"/>
    <dgm:cxn modelId="{9D7AB639-0CDB-401B-927F-41263169F140}" type="presParOf" srcId="{A2564ABF-E187-4A75-92D5-6D86EC8584F8}" destId="{A69EE3CF-8477-4F6A-AD9A-B21A1CEBE62E}" srcOrd="3" destOrd="0" presId="urn:microsoft.com/office/officeart/2018/2/layout/IconVerticalSolidList"/>
    <dgm:cxn modelId="{7BE6C97E-C603-4332-B435-EF816C73D04E}" type="presParOf" srcId="{4547E452-7F14-4733-81A1-562BAE5FB01D}" destId="{A5177741-9EDC-4DC2-9938-BC57156E20C8}" srcOrd="3" destOrd="0" presId="urn:microsoft.com/office/officeart/2018/2/layout/IconVerticalSolidList"/>
    <dgm:cxn modelId="{2257C81B-FE41-4B80-BC94-46878DC8DA90}" type="presParOf" srcId="{4547E452-7F14-4733-81A1-562BAE5FB01D}" destId="{DB58FFF4-94FE-4EA1-95DE-8A9024589A06}" srcOrd="4" destOrd="0" presId="urn:microsoft.com/office/officeart/2018/2/layout/IconVerticalSolidList"/>
    <dgm:cxn modelId="{CE6433A2-6649-4ADB-80B2-121931F40F30}" type="presParOf" srcId="{DB58FFF4-94FE-4EA1-95DE-8A9024589A06}" destId="{4B133D5A-66DC-4FDB-871A-17CAB72DFA98}" srcOrd="0" destOrd="0" presId="urn:microsoft.com/office/officeart/2018/2/layout/IconVerticalSolidList"/>
    <dgm:cxn modelId="{4A2DE546-D450-467C-936F-901EC3A21DA5}" type="presParOf" srcId="{DB58FFF4-94FE-4EA1-95DE-8A9024589A06}" destId="{7AB31E48-433C-43D1-ACA1-2EEC079F714E}" srcOrd="1" destOrd="0" presId="urn:microsoft.com/office/officeart/2018/2/layout/IconVerticalSolidList"/>
    <dgm:cxn modelId="{440A660C-E54E-41CC-A8C4-8D479CE8E3C8}" type="presParOf" srcId="{DB58FFF4-94FE-4EA1-95DE-8A9024589A06}" destId="{C0E5FEEB-912D-43B3-BD22-5CE489271A8C}" srcOrd="2" destOrd="0" presId="urn:microsoft.com/office/officeart/2018/2/layout/IconVerticalSolidList"/>
    <dgm:cxn modelId="{22671368-C211-4E8A-86AA-67BBBF592F78}" type="presParOf" srcId="{DB58FFF4-94FE-4EA1-95DE-8A9024589A06}" destId="{C3CB1C23-6722-491E-96D1-2C5B1D0B91B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D038A80-D7CF-4625-8F9B-31F3D74F0285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AE10826-2C10-4917-9A3F-C90EC8904B4C}">
      <dgm:prSet/>
      <dgm:spPr/>
      <dgm:t>
        <a:bodyPr/>
        <a:lstStyle/>
        <a:p>
          <a:r>
            <a:rPr lang="en-US" dirty="0" err="1"/>
            <a:t>const</a:t>
          </a:r>
          <a:r>
            <a:rPr lang="en-US" dirty="0"/>
            <a:t> </a:t>
          </a:r>
          <a:r>
            <a:rPr lang="en-US" dirty="0" smtClean="0"/>
            <a:t>shop1 </a:t>
          </a:r>
          <a:r>
            <a:rPr lang="en-US" dirty="0"/>
            <a:t>= [“</a:t>
          </a:r>
          <a:r>
            <a:rPr lang="en-US" dirty="0" err="1"/>
            <a:t>Apple",“Mango",“Orange</a:t>
          </a:r>
          <a:r>
            <a:rPr lang="en-US" dirty="0"/>
            <a:t>"];</a:t>
          </a:r>
        </a:p>
      </dgm:t>
    </dgm:pt>
    <dgm:pt modelId="{AE1AAFF1-1BB9-4294-9544-D1FA27CD4A79}" type="parTrans" cxnId="{59E19D55-978D-4619-A830-9B8A42F4E253}">
      <dgm:prSet/>
      <dgm:spPr/>
      <dgm:t>
        <a:bodyPr/>
        <a:lstStyle/>
        <a:p>
          <a:endParaRPr lang="en-US"/>
        </a:p>
      </dgm:t>
    </dgm:pt>
    <dgm:pt modelId="{45022ECD-A885-43BA-800A-06A892F28ED7}" type="sibTrans" cxnId="{59E19D55-978D-4619-A830-9B8A42F4E253}">
      <dgm:prSet/>
      <dgm:spPr/>
      <dgm:t>
        <a:bodyPr/>
        <a:lstStyle/>
        <a:p>
          <a:endParaRPr lang="en-US"/>
        </a:p>
      </dgm:t>
    </dgm:pt>
    <dgm:pt modelId="{8C145FB5-CCE3-4603-B0B0-A34E4AD681CB}">
      <dgm:prSet/>
      <dgm:spPr/>
      <dgm:t>
        <a:bodyPr/>
        <a:lstStyle/>
        <a:p>
          <a:r>
            <a:rPr lang="en-US" dirty="0" err="1"/>
            <a:t>const</a:t>
          </a:r>
          <a:r>
            <a:rPr lang="en-US" dirty="0"/>
            <a:t> </a:t>
          </a:r>
          <a:r>
            <a:rPr lang="en-US" dirty="0" smtClean="0"/>
            <a:t>shop2 </a:t>
          </a:r>
          <a:r>
            <a:rPr lang="en-US" dirty="0"/>
            <a:t>= [“Banana",“Grapes",“</a:t>
          </a:r>
          <a:r>
            <a:rPr lang="en-US" dirty="0" err="1"/>
            <a:t>PineApple</a:t>
          </a:r>
          <a:r>
            <a:rPr lang="en-US" dirty="0"/>
            <a:t>"];</a:t>
          </a:r>
        </a:p>
      </dgm:t>
    </dgm:pt>
    <dgm:pt modelId="{146363D1-2A06-4A58-A171-162221984AA9}" type="parTrans" cxnId="{AA7E495E-AD94-46D7-8897-48AFF4317F0D}">
      <dgm:prSet/>
      <dgm:spPr/>
      <dgm:t>
        <a:bodyPr/>
        <a:lstStyle/>
        <a:p>
          <a:endParaRPr lang="en-US"/>
        </a:p>
      </dgm:t>
    </dgm:pt>
    <dgm:pt modelId="{8DD32ACE-6207-4C8E-814B-A2F7DF65F83C}" type="sibTrans" cxnId="{AA7E495E-AD94-46D7-8897-48AFF4317F0D}">
      <dgm:prSet/>
      <dgm:spPr/>
      <dgm:t>
        <a:bodyPr/>
        <a:lstStyle/>
        <a:p>
          <a:endParaRPr lang="en-US"/>
        </a:p>
      </dgm:t>
    </dgm:pt>
    <dgm:pt modelId="{AA8F53BA-3A2C-4622-94E2-B46C98989759}">
      <dgm:prSet/>
      <dgm:spPr/>
      <dgm:t>
        <a:bodyPr/>
        <a:lstStyle/>
        <a:p>
          <a:r>
            <a:rPr lang="en-US" dirty="0" err="1" smtClean="0"/>
            <a:t>const</a:t>
          </a:r>
          <a:r>
            <a:rPr lang="en-US" dirty="0" smtClean="0"/>
            <a:t> total=shop1.concat(shop2);</a:t>
          </a:r>
        </a:p>
        <a:p>
          <a:r>
            <a:rPr lang="en-US" dirty="0" smtClean="0"/>
            <a:t>console.log(total);</a:t>
          </a:r>
          <a:endParaRPr lang="en-US" dirty="0"/>
        </a:p>
      </dgm:t>
    </dgm:pt>
    <dgm:pt modelId="{9192E343-129D-4E9D-A67A-152A7E4E9199}" type="parTrans" cxnId="{311044D3-FB76-41AB-A86D-43C1E290F9A3}">
      <dgm:prSet/>
      <dgm:spPr/>
      <dgm:t>
        <a:bodyPr/>
        <a:lstStyle/>
        <a:p>
          <a:endParaRPr lang="en-US"/>
        </a:p>
      </dgm:t>
    </dgm:pt>
    <dgm:pt modelId="{E10D872C-01C4-4180-8D51-90F86F4EEB66}" type="sibTrans" cxnId="{311044D3-FB76-41AB-A86D-43C1E290F9A3}">
      <dgm:prSet/>
      <dgm:spPr/>
      <dgm:t>
        <a:bodyPr/>
        <a:lstStyle/>
        <a:p>
          <a:endParaRPr lang="en-US"/>
        </a:p>
      </dgm:t>
    </dgm:pt>
    <dgm:pt modelId="{B4321BC1-81C2-4E2C-AC08-F3D445701D30}" type="pres">
      <dgm:prSet presAssocID="{1D038A80-D7CF-4625-8F9B-31F3D74F0285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5D5AF9C-F0C1-4E4A-BE3F-609EEB5F055C}" type="pres">
      <dgm:prSet presAssocID="{4AE10826-2C10-4917-9A3F-C90EC8904B4C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A86A9CC-2AB4-4BF0-A781-FBB543FB5F63}" type="pres">
      <dgm:prSet presAssocID="{45022ECD-A885-43BA-800A-06A892F28ED7}" presName="spacer" presStyleCnt="0"/>
      <dgm:spPr/>
    </dgm:pt>
    <dgm:pt modelId="{C0120B3E-31C4-41D9-B6E1-AA810FD1F39F}" type="pres">
      <dgm:prSet presAssocID="{8C145FB5-CCE3-4603-B0B0-A34E4AD681CB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5BF10C0-346F-4D63-A2B9-CE5BE0C3F1ED}" type="pres">
      <dgm:prSet presAssocID="{8DD32ACE-6207-4C8E-814B-A2F7DF65F83C}" presName="spacer" presStyleCnt="0"/>
      <dgm:spPr/>
    </dgm:pt>
    <dgm:pt modelId="{F1AF855C-5BA5-46F9-BFC9-9A620D8897CC}" type="pres">
      <dgm:prSet presAssocID="{AA8F53BA-3A2C-4622-94E2-B46C98989759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2A8AF8B-8D89-4EF9-A895-E119F2029DC8}" type="presOf" srcId="{AA8F53BA-3A2C-4622-94E2-B46C98989759}" destId="{F1AF855C-5BA5-46F9-BFC9-9A620D8897CC}" srcOrd="0" destOrd="0" presId="urn:microsoft.com/office/officeart/2005/8/layout/vList2"/>
    <dgm:cxn modelId="{1F75D922-2054-4E98-9C8A-67BE4C564E1D}" type="presOf" srcId="{4AE10826-2C10-4917-9A3F-C90EC8904B4C}" destId="{75D5AF9C-F0C1-4E4A-BE3F-609EEB5F055C}" srcOrd="0" destOrd="0" presId="urn:microsoft.com/office/officeart/2005/8/layout/vList2"/>
    <dgm:cxn modelId="{311044D3-FB76-41AB-A86D-43C1E290F9A3}" srcId="{1D038A80-D7CF-4625-8F9B-31F3D74F0285}" destId="{AA8F53BA-3A2C-4622-94E2-B46C98989759}" srcOrd="2" destOrd="0" parTransId="{9192E343-129D-4E9D-A67A-152A7E4E9199}" sibTransId="{E10D872C-01C4-4180-8D51-90F86F4EEB66}"/>
    <dgm:cxn modelId="{59E19D55-978D-4619-A830-9B8A42F4E253}" srcId="{1D038A80-D7CF-4625-8F9B-31F3D74F0285}" destId="{4AE10826-2C10-4917-9A3F-C90EC8904B4C}" srcOrd="0" destOrd="0" parTransId="{AE1AAFF1-1BB9-4294-9544-D1FA27CD4A79}" sibTransId="{45022ECD-A885-43BA-800A-06A892F28ED7}"/>
    <dgm:cxn modelId="{AA0994C7-B91D-4763-B60D-23FE71691E47}" type="presOf" srcId="{8C145FB5-CCE3-4603-B0B0-A34E4AD681CB}" destId="{C0120B3E-31C4-41D9-B6E1-AA810FD1F39F}" srcOrd="0" destOrd="0" presId="urn:microsoft.com/office/officeart/2005/8/layout/vList2"/>
    <dgm:cxn modelId="{3C4550D6-F57D-4C60-AECC-B9EAA60D0751}" type="presOf" srcId="{1D038A80-D7CF-4625-8F9B-31F3D74F0285}" destId="{B4321BC1-81C2-4E2C-AC08-F3D445701D30}" srcOrd="0" destOrd="0" presId="urn:microsoft.com/office/officeart/2005/8/layout/vList2"/>
    <dgm:cxn modelId="{AA7E495E-AD94-46D7-8897-48AFF4317F0D}" srcId="{1D038A80-D7CF-4625-8F9B-31F3D74F0285}" destId="{8C145FB5-CCE3-4603-B0B0-A34E4AD681CB}" srcOrd="1" destOrd="0" parTransId="{146363D1-2A06-4A58-A171-162221984AA9}" sibTransId="{8DD32ACE-6207-4C8E-814B-A2F7DF65F83C}"/>
    <dgm:cxn modelId="{5FEB6795-EB27-4C17-BED0-778B7DF7A81D}" type="presParOf" srcId="{B4321BC1-81C2-4E2C-AC08-F3D445701D30}" destId="{75D5AF9C-F0C1-4E4A-BE3F-609EEB5F055C}" srcOrd="0" destOrd="0" presId="urn:microsoft.com/office/officeart/2005/8/layout/vList2"/>
    <dgm:cxn modelId="{187E0606-F975-4A57-BB7D-C8B6D2188F8F}" type="presParOf" srcId="{B4321BC1-81C2-4E2C-AC08-F3D445701D30}" destId="{5A86A9CC-2AB4-4BF0-A781-FBB543FB5F63}" srcOrd="1" destOrd="0" presId="urn:microsoft.com/office/officeart/2005/8/layout/vList2"/>
    <dgm:cxn modelId="{9DCA73A8-2992-4326-B1E0-8880940E1598}" type="presParOf" srcId="{B4321BC1-81C2-4E2C-AC08-F3D445701D30}" destId="{C0120B3E-31C4-41D9-B6E1-AA810FD1F39F}" srcOrd="2" destOrd="0" presId="urn:microsoft.com/office/officeart/2005/8/layout/vList2"/>
    <dgm:cxn modelId="{850AD083-044B-43D2-8468-C8449E537B6E}" type="presParOf" srcId="{B4321BC1-81C2-4E2C-AC08-F3D445701D30}" destId="{75BF10C0-346F-4D63-A2B9-CE5BE0C3F1ED}" srcOrd="3" destOrd="0" presId="urn:microsoft.com/office/officeart/2005/8/layout/vList2"/>
    <dgm:cxn modelId="{E712B0E1-5286-4AAE-A5BB-FD2534B1F358}" type="presParOf" srcId="{B4321BC1-81C2-4E2C-AC08-F3D445701D30}" destId="{F1AF855C-5BA5-46F9-BFC9-9A620D8897CC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F9A3C6B-F95C-4D53-AA9A-9E5353F223E6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238A85C-63A4-4410-BBE8-DF8DA2E06CA1}">
      <dgm:prSet/>
      <dgm:spPr/>
      <dgm:t>
        <a:bodyPr/>
        <a:lstStyle/>
        <a:p>
          <a:r>
            <a:rPr lang="en-US"/>
            <a:t>The fill() method fills specified elements in an array with a static value.</a:t>
          </a:r>
        </a:p>
      </dgm:t>
    </dgm:pt>
    <dgm:pt modelId="{E9033CD4-6785-4A0E-A230-9BBA45CA1FFA}" type="parTrans" cxnId="{38938401-45F4-40CE-83AC-C4C15F9D4ECB}">
      <dgm:prSet/>
      <dgm:spPr/>
      <dgm:t>
        <a:bodyPr/>
        <a:lstStyle/>
        <a:p>
          <a:endParaRPr lang="en-US"/>
        </a:p>
      </dgm:t>
    </dgm:pt>
    <dgm:pt modelId="{5A055713-A3D6-4053-8396-A41DFAD4EF91}" type="sibTrans" cxnId="{38938401-45F4-40CE-83AC-C4C15F9D4ECB}">
      <dgm:prSet/>
      <dgm:spPr/>
      <dgm:t>
        <a:bodyPr/>
        <a:lstStyle/>
        <a:p>
          <a:endParaRPr lang="en-US"/>
        </a:p>
      </dgm:t>
    </dgm:pt>
    <dgm:pt modelId="{094D363B-3835-4CFB-B641-2E60D24D5D25}">
      <dgm:prSet/>
      <dgm:spPr/>
      <dgm:t>
        <a:bodyPr/>
        <a:lstStyle/>
        <a:p>
          <a:r>
            <a:rPr lang="en-US"/>
            <a:t>You can specify the position of where to start and end the filling. If not specified, all elements will be filled.</a:t>
          </a:r>
        </a:p>
      </dgm:t>
    </dgm:pt>
    <dgm:pt modelId="{D52ACB72-D90A-4739-91DC-59F0E636322E}" type="parTrans" cxnId="{462A9641-DF8D-4A0A-A2E6-62E91BC93B92}">
      <dgm:prSet/>
      <dgm:spPr/>
      <dgm:t>
        <a:bodyPr/>
        <a:lstStyle/>
        <a:p>
          <a:endParaRPr lang="en-US"/>
        </a:p>
      </dgm:t>
    </dgm:pt>
    <dgm:pt modelId="{4CC5B4F1-D321-46D0-BFEA-98EEF724FB71}" type="sibTrans" cxnId="{462A9641-DF8D-4A0A-A2E6-62E91BC93B92}">
      <dgm:prSet/>
      <dgm:spPr/>
      <dgm:t>
        <a:bodyPr/>
        <a:lstStyle/>
        <a:p>
          <a:endParaRPr lang="en-US"/>
        </a:p>
      </dgm:t>
    </dgm:pt>
    <dgm:pt modelId="{BABECA24-CE1D-4DA6-9DE8-49C3172BF5AB}">
      <dgm:prSet/>
      <dgm:spPr/>
      <dgm:t>
        <a:bodyPr/>
        <a:lstStyle/>
        <a:p>
          <a:r>
            <a:rPr lang="en-US" b="0" i="1"/>
            <a:t>array</a:t>
          </a:r>
          <a:r>
            <a:rPr lang="en-US" b="0" i="0"/>
            <a:t>.fill(</a:t>
          </a:r>
          <a:r>
            <a:rPr lang="en-US" b="0" i="1"/>
            <a:t>value, start, end</a:t>
          </a:r>
          <a:r>
            <a:rPr lang="en-US" b="0" i="0"/>
            <a:t>)</a:t>
          </a:r>
          <a:endParaRPr lang="en-US"/>
        </a:p>
      </dgm:t>
    </dgm:pt>
    <dgm:pt modelId="{11F530CA-8FEF-434D-8DBF-A02CBFF7EA4D}" type="parTrans" cxnId="{0D0B5D69-CA04-4D7E-A939-99D09F5060B0}">
      <dgm:prSet/>
      <dgm:spPr/>
      <dgm:t>
        <a:bodyPr/>
        <a:lstStyle/>
        <a:p>
          <a:endParaRPr lang="en-US"/>
        </a:p>
      </dgm:t>
    </dgm:pt>
    <dgm:pt modelId="{9D59A37E-43BF-4F8E-8AA7-B07D697A0B0B}" type="sibTrans" cxnId="{0D0B5D69-CA04-4D7E-A939-99D09F5060B0}">
      <dgm:prSet/>
      <dgm:spPr/>
      <dgm:t>
        <a:bodyPr/>
        <a:lstStyle/>
        <a:p>
          <a:endParaRPr lang="en-US"/>
        </a:p>
      </dgm:t>
    </dgm:pt>
    <dgm:pt modelId="{2D94578D-3B54-465F-AE4C-9B7E6AEE6AA4}">
      <dgm:prSet/>
      <dgm:spPr/>
      <dgm:t>
        <a:bodyPr/>
        <a:lstStyle/>
        <a:p>
          <a:r>
            <a:rPr lang="en-US" i="1"/>
            <a:t>//start and end are optional</a:t>
          </a:r>
          <a:endParaRPr lang="en-US"/>
        </a:p>
      </dgm:t>
    </dgm:pt>
    <dgm:pt modelId="{B35491CC-188A-4AC5-A03D-51FC118A1497}" type="parTrans" cxnId="{56721D32-F7AB-426A-9544-8B48091E7C33}">
      <dgm:prSet/>
      <dgm:spPr/>
      <dgm:t>
        <a:bodyPr/>
        <a:lstStyle/>
        <a:p>
          <a:endParaRPr lang="en-US"/>
        </a:p>
      </dgm:t>
    </dgm:pt>
    <dgm:pt modelId="{1BDC7101-7B35-4474-85BB-718BA96B0760}" type="sibTrans" cxnId="{56721D32-F7AB-426A-9544-8B48091E7C33}">
      <dgm:prSet/>
      <dgm:spPr/>
      <dgm:t>
        <a:bodyPr/>
        <a:lstStyle/>
        <a:p>
          <a:endParaRPr lang="en-US"/>
        </a:p>
      </dgm:t>
    </dgm:pt>
    <dgm:pt modelId="{5C9A1DDD-8F6C-43C8-AC7A-D99E0D1429CC}" type="pres">
      <dgm:prSet presAssocID="{BF9A3C6B-F95C-4D53-AA9A-9E5353F223E6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2D12B455-7DB8-4B3A-B353-7811B5C33C30}" type="pres">
      <dgm:prSet presAssocID="{BF9A3C6B-F95C-4D53-AA9A-9E5353F223E6}" presName="dummyMaxCanvas" presStyleCnt="0">
        <dgm:presLayoutVars/>
      </dgm:prSet>
      <dgm:spPr/>
    </dgm:pt>
    <dgm:pt modelId="{6DD8E4D4-F30C-41EE-BD4C-A6181D81A535}" type="pres">
      <dgm:prSet presAssocID="{BF9A3C6B-F95C-4D53-AA9A-9E5353F223E6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692F970-EB4A-4B36-84CB-088A6D8570B7}" type="pres">
      <dgm:prSet presAssocID="{BF9A3C6B-F95C-4D53-AA9A-9E5353F223E6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46716B-0DB4-4218-8823-682EA066747F}" type="pres">
      <dgm:prSet presAssocID="{BF9A3C6B-F95C-4D53-AA9A-9E5353F223E6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A8DB7D6-9641-4CC2-88DA-90CB30DDC0EB}" type="pres">
      <dgm:prSet presAssocID="{BF9A3C6B-F95C-4D53-AA9A-9E5353F223E6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CC786B8-B2A5-4007-B166-32D3CCAFDF32}" type="pres">
      <dgm:prSet presAssocID="{BF9A3C6B-F95C-4D53-AA9A-9E5353F223E6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0DE59C6-802A-497B-B17C-AD2CF0AB9424}" type="pres">
      <dgm:prSet presAssocID="{BF9A3C6B-F95C-4D53-AA9A-9E5353F223E6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75672F0-85F4-4AD5-A279-D00DC52FEB6A}" type="pres">
      <dgm:prSet presAssocID="{BF9A3C6B-F95C-4D53-AA9A-9E5353F223E6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98CEE05-B312-404B-BA66-05EF995255B2}" type="pres">
      <dgm:prSet presAssocID="{BF9A3C6B-F95C-4D53-AA9A-9E5353F223E6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8ADB4EAC-AFC0-40CD-B46B-005CABE42DC4}" type="presOf" srcId="{A238A85C-63A4-4410-BBE8-DF8DA2E06CA1}" destId="{80DE59C6-802A-497B-B17C-AD2CF0AB9424}" srcOrd="1" destOrd="0" presId="urn:microsoft.com/office/officeart/2005/8/layout/vProcess5"/>
    <dgm:cxn modelId="{38938401-45F4-40CE-83AC-C4C15F9D4ECB}" srcId="{BF9A3C6B-F95C-4D53-AA9A-9E5353F223E6}" destId="{A238A85C-63A4-4410-BBE8-DF8DA2E06CA1}" srcOrd="0" destOrd="0" parTransId="{E9033CD4-6785-4A0E-A230-9BBA45CA1FFA}" sibTransId="{5A055713-A3D6-4053-8396-A41DFAD4EF91}"/>
    <dgm:cxn modelId="{AE3FB6DF-E9CA-403F-8B88-4A348806FA8F}" type="presOf" srcId="{2D94578D-3B54-465F-AE4C-9B7E6AEE6AA4}" destId="{AD46716B-0DB4-4218-8823-682EA066747F}" srcOrd="0" destOrd="1" presId="urn:microsoft.com/office/officeart/2005/8/layout/vProcess5"/>
    <dgm:cxn modelId="{0CB71AF5-73EB-43CD-91A3-8FC071A28B17}" type="presOf" srcId="{094D363B-3835-4CFB-B641-2E60D24D5D25}" destId="{F75672F0-85F4-4AD5-A279-D00DC52FEB6A}" srcOrd="1" destOrd="0" presId="urn:microsoft.com/office/officeart/2005/8/layout/vProcess5"/>
    <dgm:cxn modelId="{6CFFAEA2-95DA-494E-959B-EF8F1F9F9D3B}" type="presOf" srcId="{094D363B-3835-4CFB-B641-2E60D24D5D25}" destId="{4692F970-EB4A-4B36-84CB-088A6D8570B7}" srcOrd="0" destOrd="0" presId="urn:microsoft.com/office/officeart/2005/8/layout/vProcess5"/>
    <dgm:cxn modelId="{47BC8184-5099-4BB9-81CC-885AE149B1AE}" type="presOf" srcId="{BABECA24-CE1D-4DA6-9DE8-49C3172BF5AB}" destId="{AD46716B-0DB4-4218-8823-682EA066747F}" srcOrd="0" destOrd="0" presId="urn:microsoft.com/office/officeart/2005/8/layout/vProcess5"/>
    <dgm:cxn modelId="{1A37975B-B443-4935-8B66-DAEADCA3F145}" type="presOf" srcId="{2D94578D-3B54-465F-AE4C-9B7E6AEE6AA4}" destId="{E98CEE05-B312-404B-BA66-05EF995255B2}" srcOrd="1" destOrd="1" presId="urn:microsoft.com/office/officeart/2005/8/layout/vProcess5"/>
    <dgm:cxn modelId="{56721D32-F7AB-426A-9544-8B48091E7C33}" srcId="{BABECA24-CE1D-4DA6-9DE8-49C3172BF5AB}" destId="{2D94578D-3B54-465F-AE4C-9B7E6AEE6AA4}" srcOrd="0" destOrd="0" parTransId="{B35491CC-188A-4AC5-A03D-51FC118A1497}" sibTransId="{1BDC7101-7B35-4474-85BB-718BA96B0760}"/>
    <dgm:cxn modelId="{462A9641-DF8D-4A0A-A2E6-62E91BC93B92}" srcId="{BF9A3C6B-F95C-4D53-AA9A-9E5353F223E6}" destId="{094D363B-3835-4CFB-B641-2E60D24D5D25}" srcOrd="1" destOrd="0" parTransId="{D52ACB72-D90A-4739-91DC-59F0E636322E}" sibTransId="{4CC5B4F1-D321-46D0-BFEA-98EEF724FB71}"/>
    <dgm:cxn modelId="{7A619CEA-2A09-49A5-BF46-49679B19C494}" type="presOf" srcId="{BF9A3C6B-F95C-4D53-AA9A-9E5353F223E6}" destId="{5C9A1DDD-8F6C-43C8-AC7A-D99E0D1429CC}" srcOrd="0" destOrd="0" presId="urn:microsoft.com/office/officeart/2005/8/layout/vProcess5"/>
    <dgm:cxn modelId="{C3098E1B-F2CA-48F4-9838-749B9F88F147}" type="presOf" srcId="{BABECA24-CE1D-4DA6-9DE8-49C3172BF5AB}" destId="{E98CEE05-B312-404B-BA66-05EF995255B2}" srcOrd="1" destOrd="0" presId="urn:microsoft.com/office/officeart/2005/8/layout/vProcess5"/>
    <dgm:cxn modelId="{2ED2CB58-2E25-4200-9240-B4B77411050C}" type="presOf" srcId="{A238A85C-63A4-4410-BBE8-DF8DA2E06CA1}" destId="{6DD8E4D4-F30C-41EE-BD4C-A6181D81A535}" srcOrd="0" destOrd="0" presId="urn:microsoft.com/office/officeart/2005/8/layout/vProcess5"/>
    <dgm:cxn modelId="{0D0B5D69-CA04-4D7E-A939-99D09F5060B0}" srcId="{BF9A3C6B-F95C-4D53-AA9A-9E5353F223E6}" destId="{BABECA24-CE1D-4DA6-9DE8-49C3172BF5AB}" srcOrd="2" destOrd="0" parTransId="{11F530CA-8FEF-434D-8DBF-A02CBFF7EA4D}" sibTransId="{9D59A37E-43BF-4F8E-8AA7-B07D697A0B0B}"/>
    <dgm:cxn modelId="{909B28DA-A3B4-4EE9-AF1B-D84FAB283132}" type="presOf" srcId="{5A055713-A3D6-4053-8396-A41DFAD4EF91}" destId="{DA8DB7D6-9641-4CC2-88DA-90CB30DDC0EB}" srcOrd="0" destOrd="0" presId="urn:microsoft.com/office/officeart/2005/8/layout/vProcess5"/>
    <dgm:cxn modelId="{57630255-2FDC-4B3F-8789-CE6DBFCAC1CA}" type="presOf" srcId="{4CC5B4F1-D321-46D0-BFEA-98EEF724FB71}" destId="{BCC786B8-B2A5-4007-B166-32D3CCAFDF32}" srcOrd="0" destOrd="0" presId="urn:microsoft.com/office/officeart/2005/8/layout/vProcess5"/>
    <dgm:cxn modelId="{E489D1EA-6DF3-47F2-97AD-53A6D08C4742}" type="presParOf" srcId="{5C9A1DDD-8F6C-43C8-AC7A-D99E0D1429CC}" destId="{2D12B455-7DB8-4B3A-B353-7811B5C33C30}" srcOrd="0" destOrd="0" presId="urn:microsoft.com/office/officeart/2005/8/layout/vProcess5"/>
    <dgm:cxn modelId="{608F5125-02C4-425B-B478-50C917BD2295}" type="presParOf" srcId="{5C9A1DDD-8F6C-43C8-AC7A-D99E0D1429CC}" destId="{6DD8E4D4-F30C-41EE-BD4C-A6181D81A535}" srcOrd="1" destOrd="0" presId="urn:microsoft.com/office/officeart/2005/8/layout/vProcess5"/>
    <dgm:cxn modelId="{559360F9-4702-4094-9724-0B69EF868EBA}" type="presParOf" srcId="{5C9A1DDD-8F6C-43C8-AC7A-D99E0D1429CC}" destId="{4692F970-EB4A-4B36-84CB-088A6D8570B7}" srcOrd="2" destOrd="0" presId="urn:microsoft.com/office/officeart/2005/8/layout/vProcess5"/>
    <dgm:cxn modelId="{F162BD87-E4E1-48C3-9410-477B32F6A4C5}" type="presParOf" srcId="{5C9A1DDD-8F6C-43C8-AC7A-D99E0D1429CC}" destId="{AD46716B-0DB4-4218-8823-682EA066747F}" srcOrd="3" destOrd="0" presId="urn:microsoft.com/office/officeart/2005/8/layout/vProcess5"/>
    <dgm:cxn modelId="{DEA76CBF-1547-4FAC-978F-CEF20948AC55}" type="presParOf" srcId="{5C9A1DDD-8F6C-43C8-AC7A-D99E0D1429CC}" destId="{DA8DB7D6-9641-4CC2-88DA-90CB30DDC0EB}" srcOrd="4" destOrd="0" presId="urn:microsoft.com/office/officeart/2005/8/layout/vProcess5"/>
    <dgm:cxn modelId="{E35E021C-0CB8-4B30-A60E-FE5C2E9E10A3}" type="presParOf" srcId="{5C9A1DDD-8F6C-43C8-AC7A-D99E0D1429CC}" destId="{BCC786B8-B2A5-4007-B166-32D3CCAFDF32}" srcOrd="5" destOrd="0" presId="urn:microsoft.com/office/officeart/2005/8/layout/vProcess5"/>
    <dgm:cxn modelId="{B24A305B-87E0-4201-B7EB-B4575CF54CE8}" type="presParOf" srcId="{5C9A1DDD-8F6C-43C8-AC7A-D99E0D1429CC}" destId="{80DE59C6-802A-497B-B17C-AD2CF0AB9424}" srcOrd="6" destOrd="0" presId="urn:microsoft.com/office/officeart/2005/8/layout/vProcess5"/>
    <dgm:cxn modelId="{D070C6A7-2DC3-40C7-B239-8230FA435907}" type="presParOf" srcId="{5C9A1DDD-8F6C-43C8-AC7A-D99E0D1429CC}" destId="{F75672F0-85F4-4AD5-A279-D00DC52FEB6A}" srcOrd="7" destOrd="0" presId="urn:microsoft.com/office/officeart/2005/8/layout/vProcess5"/>
    <dgm:cxn modelId="{9C9BE211-FCD1-4CCF-B6F7-6A14A9C9A7E1}" type="presParOf" srcId="{5C9A1DDD-8F6C-43C8-AC7A-D99E0D1429CC}" destId="{E98CEE05-B312-404B-BA66-05EF995255B2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648DF075-B62A-4A17-B50F-4E82BC2A4C1E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7737028-FAB3-4162-BD78-7E19C1404735}">
      <dgm:prSet/>
      <dgm:spPr/>
      <dgm:t>
        <a:bodyPr/>
        <a:lstStyle/>
        <a:p>
          <a:r>
            <a:rPr lang="en-US" dirty="0" err="1"/>
            <a:t>const</a:t>
          </a:r>
          <a:r>
            <a:rPr lang="en-US" dirty="0"/>
            <a:t> array1 = [1, 2, 3, 4];</a:t>
          </a:r>
        </a:p>
      </dgm:t>
    </dgm:pt>
    <dgm:pt modelId="{228D7A2A-7862-4090-9C2E-278C76088CF1}" type="parTrans" cxnId="{A520E3F8-B01A-4444-8757-A81D85409AB0}">
      <dgm:prSet/>
      <dgm:spPr/>
      <dgm:t>
        <a:bodyPr/>
        <a:lstStyle/>
        <a:p>
          <a:endParaRPr lang="en-US"/>
        </a:p>
      </dgm:t>
    </dgm:pt>
    <dgm:pt modelId="{ACB97052-1D58-49B6-9D3C-5CB9D04F189B}" type="sibTrans" cxnId="{A520E3F8-B01A-4444-8757-A81D85409AB0}">
      <dgm:prSet/>
      <dgm:spPr/>
      <dgm:t>
        <a:bodyPr/>
        <a:lstStyle/>
        <a:p>
          <a:endParaRPr lang="en-US"/>
        </a:p>
      </dgm:t>
    </dgm:pt>
    <dgm:pt modelId="{B1AC6A84-5539-466B-99D4-4F275311821C}">
      <dgm:prSet/>
      <dgm:spPr/>
      <dgm:t>
        <a:bodyPr/>
        <a:lstStyle/>
        <a:p>
          <a:r>
            <a:rPr lang="en-US" dirty="0" smtClean="0"/>
            <a:t>console.log(array1.</a:t>
          </a:r>
          <a:r>
            <a:rPr lang="en-US" b="1" dirty="0" smtClean="0"/>
            <a:t>fill</a:t>
          </a:r>
          <a:r>
            <a:rPr lang="en-US" dirty="0" smtClean="0"/>
            <a:t>(0, </a:t>
          </a:r>
          <a:r>
            <a:rPr lang="en-US" dirty="0"/>
            <a:t>2, 3));</a:t>
          </a:r>
        </a:p>
      </dgm:t>
    </dgm:pt>
    <dgm:pt modelId="{3ACAD2E5-3036-4E2E-91DC-59246EAB3C06}" type="parTrans" cxnId="{1313F7BE-6518-4359-A97B-AA0B2FBB151F}">
      <dgm:prSet/>
      <dgm:spPr/>
      <dgm:t>
        <a:bodyPr/>
        <a:lstStyle/>
        <a:p>
          <a:endParaRPr lang="en-US"/>
        </a:p>
      </dgm:t>
    </dgm:pt>
    <dgm:pt modelId="{0BB980B4-8981-431D-9E4B-933E77AB258D}" type="sibTrans" cxnId="{1313F7BE-6518-4359-A97B-AA0B2FBB151F}">
      <dgm:prSet/>
      <dgm:spPr/>
      <dgm:t>
        <a:bodyPr/>
        <a:lstStyle/>
        <a:p>
          <a:endParaRPr lang="en-US"/>
        </a:p>
      </dgm:t>
    </dgm:pt>
    <dgm:pt modelId="{9F3F8D3A-9CD1-4894-9779-B21B9818EA95}" type="pres">
      <dgm:prSet presAssocID="{648DF075-B62A-4A17-B50F-4E82BC2A4C1E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79225522-4945-4F78-A047-E1C542C93AF8}" type="pres">
      <dgm:prSet presAssocID="{57737028-FAB3-4162-BD78-7E19C1404735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42E5CB1-7192-4874-BEB3-55426C1DAB50}" type="pres">
      <dgm:prSet presAssocID="{ACB97052-1D58-49B6-9D3C-5CB9D04F189B}" presName="spacer" presStyleCnt="0"/>
      <dgm:spPr/>
    </dgm:pt>
    <dgm:pt modelId="{E33B56B7-E4B8-4400-BF70-AE73349E0879}" type="pres">
      <dgm:prSet presAssocID="{B1AC6A84-5539-466B-99D4-4F275311821C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76C7A2EE-07AF-4C4F-A3BB-47CDB72E708D}" type="presOf" srcId="{648DF075-B62A-4A17-B50F-4E82BC2A4C1E}" destId="{9F3F8D3A-9CD1-4894-9779-B21B9818EA95}" srcOrd="0" destOrd="0" presId="urn:microsoft.com/office/officeart/2005/8/layout/vList2"/>
    <dgm:cxn modelId="{1313F7BE-6518-4359-A97B-AA0B2FBB151F}" srcId="{648DF075-B62A-4A17-B50F-4E82BC2A4C1E}" destId="{B1AC6A84-5539-466B-99D4-4F275311821C}" srcOrd="1" destOrd="0" parTransId="{3ACAD2E5-3036-4E2E-91DC-59246EAB3C06}" sibTransId="{0BB980B4-8981-431D-9E4B-933E77AB258D}"/>
    <dgm:cxn modelId="{D675542E-A7A4-4864-B7B1-59FEBCE243AA}" type="presOf" srcId="{B1AC6A84-5539-466B-99D4-4F275311821C}" destId="{E33B56B7-E4B8-4400-BF70-AE73349E0879}" srcOrd="0" destOrd="0" presId="urn:microsoft.com/office/officeart/2005/8/layout/vList2"/>
    <dgm:cxn modelId="{5D3AA487-E582-48B1-802E-29558B01B987}" type="presOf" srcId="{57737028-FAB3-4162-BD78-7E19C1404735}" destId="{79225522-4945-4F78-A047-E1C542C93AF8}" srcOrd="0" destOrd="0" presId="urn:microsoft.com/office/officeart/2005/8/layout/vList2"/>
    <dgm:cxn modelId="{A520E3F8-B01A-4444-8757-A81D85409AB0}" srcId="{648DF075-B62A-4A17-B50F-4E82BC2A4C1E}" destId="{57737028-FAB3-4162-BD78-7E19C1404735}" srcOrd="0" destOrd="0" parTransId="{228D7A2A-7862-4090-9C2E-278C76088CF1}" sibTransId="{ACB97052-1D58-49B6-9D3C-5CB9D04F189B}"/>
    <dgm:cxn modelId="{8F6EF332-D701-4A71-ACFD-F737DFA859FF}" type="presParOf" srcId="{9F3F8D3A-9CD1-4894-9779-B21B9818EA95}" destId="{79225522-4945-4F78-A047-E1C542C93AF8}" srcOrd="0" destOrd="0" presId="urn:microsoft.com/office/officeart/2005/8/layout/vList2"/>
    <dgm:cxn modelId="{791F257C-4CF3-4861-A3E7-255A7CD2CF73}" type="presParOf" srcId="{9F3F8D3A-9CD1-4894-9779-B21B9818EA95}" destId="{D42E5CB1-7192-4874-BEB3-55426C1DAB50}" srcOrd="1" destOrd="0" presId="urn:microsoft.com/office/officeart/2005/8/layout/vList2"/>
    <dgm:cxn modelId="{A04F684B-9BAF-4AF0-83D5-8BFB245BF7C8}" type="presParOf" srcId="{9F3F8D3A-9CD1-4894-9779-B21B9818EA95}" destId="{E33B56B7-E4B8-4400-BF70-AE73349E0879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36547550-F2AA-499A-998D-6E5CE7B2812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23541D2-32CD-49FE-BB1B-B7D0F33AE00B}">
      <dgm:prSet/>
      <dgm:spPr/>
      <dgm:t>
        <a:bodyPr/>
        <a:lstStyle/>
        <a:p>
          <a:r>
            <a:rPr lang="en-US"/>
            <a:t>The filter() method creates an array filled with all array elements that pass a test</a:t>
          </a:r>
        </a:p>
      </dgm:t>
    </dgm:pt>
    <dgm:pt modelId="{1B87E578-9B71-4D42-8801-06B484E621BC}" type="parTrans" cxnId="{7C45489E-B8FB-4683-8392-D40EF8DEB950}">
      <dgm:prSet/>
      <dgm:spPr/>
      <dgm:t>
        <a:bodyPr/>
        <a:lstStyle/>
        <a:p>
          <a:endParaRPr lang="en-US"/>
        </a:p>
      </dgm:t>
    </dgm:pt>
    <dgm:pt modelId="{F5463C06-AE8A-4C2E-A9FD-81536A910301}" type="sibTrans" cxnId="{7C45489E-B8FB-4683-8392-D40EF8DEB950}">
      <dgm:prSet/>
      <dgm:spPr/>
      <dgm:t>
        <a:bodyPr/>
        <a:lstStyle/>
        <a:p>
          <a:endParaRPr lang="en-US"/>
        </a:p>
      </dgm:t>
    </dgm:pt>
    <dgm:pt modelId="{5093FEDD-9EF4-4267-AF62-CFA8333C5734}">
      <dgm:prSet/>
      <dgm:spPr/>
      <dgm:t>
        <a:bodyPr/>
        <a:lstStyle/>
        <a:p>
          <a:r>
            <a:rPr lang="en-US"/>
            <a:t>filter() does not execute the function for empty array elements.</a:t>
          </a:r>
        </a:p>
      </dgm:t>
    </dgm:pt>
    <dgm:pt modelId="{40E42791-6943-4B89-9D99-8BD04683975F}" type="parTrans" cxnId="{5CB5E158-7E28-45E0-821E-CD629ED8A9C1}">
      <dgm:prSet/>
      <dgm:spPr/>
      <dgm:t>
        <a:bodyPr/>
        <a:lstStyle/>
        <a:p>
          <a:endParaRPr lang="en-US"/>
        </a:p>
      </dgm:t>
    </dgm:pt>
    <dgm:pt modelId="{D621FF43-67D1-4BE6-AD68-E3854FB612AD}" type="sibTrans" cxnId="{5CB5E158-7E28-45E0-821E-CD629ED8A9C1}">
      <dgm:prSet/>
      <dgm:spPr/>
      <dgm:t>
        <a:bodyPr/>
        <a:lstStyle/>
        <a:p>
          <a:endParaRPr lang="en-US"/>
        </a:p>
      </dgm:t>
    </dgm:pt>
    <dgm:pt modelId="{FECE1941-0B27-420B-A4A6-544251A19A23}">
      <dgm:prSet/>
      <dgm:spPr/>
      <dgm:t>
        <a:bodyPr/>
        <a:lstStyle/>
        <a:p>
          <a:r>
            <a:rPr lang="en-US"/>
            <a:t>filter() does not change the original array.</a:t>
          </a:r>
        </a:p>
      </dgm:t>
    </dgm:pt>
    <dgm:pt modelId="{39721910-A675-4437-9B9F-3FD6AB27942B}" type="parTrans" cxnId="{E8C310C1-AF9F-4466-AD61-55EDED4AE5EF}">
      <dgm:prSet/>
      <dgm:spPr/>
      <dgm:t>
        <a:bodyPr/>
        <a:lstStyle/>
        <a:p>
          <a:endParaRPr lang="en-US"/>
        </a:p>
      </dgm:t>
    </dgm:pt>
    <dgm:pt modelId="{11DCD4FA-2D9A-490A-915D-212C600BD23A}" type="sibTrans" cxnId="{E8C310C1-AF9F-4466-AD61-55EDED4AE5EF}">
      <dgm:prSet/>
      <dgm:spPr/>
      <dgm:t>
        <a:bodyPr/>
        <a:lstStyle/>
        <a:p>
          <a:endParaRPr lang="en-US"/>
        </a:p>
      </dgm:t>
    </dgm:pt>
    <dgm:pt modelId="{2157E4F4-F8C8-4983-BB90-7C7DEE2A3683}" type="pres">
      <dgm:prSet presAssocID="{36547550-F2AA-499A-998D-6E5CE7B28129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91F53AB2-13E5-4948-8E81-D49745FD4973}" type="pres">
      <dgm:prSet presAssocID="{F23541D2-32CD-49FE-BB1B-B7D0F33AE00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B53359-C5FF-4B89-ABD5-212615DEC893}" type="pres">
      <dgm:prSet presAssocID="{F5463C06-AE8A-4C2E-A9FD-81536A910301}" presName="spacer" presStyleCnt="0"/>
      <dgm:spPr/>
    </dgm:pt>
    <dgm:pt modelId="{DCA811FD-59D9-4239-907E-5ED2026FCE86}" type="pres">
      <dgm:prSet presAssocID="{5093FEDD-9EF4-4267-AF62-CFA8333C5734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3241B37-3AFE-471F-A018-690CCB61AE87}" type="pres">
      <dgm:prSet presAssocID="{D621FF43-67D1-4BE6-AD68-E3854FB612AD}" presName="spacer" presStyleCnt="0"/>
      <dgm:spPr/>
    </dgm:pt>
    <dgm:pt modelId="{3F9D027F-EA13-49BB-A183-2DADC637DDF0}" type="pres">
      <dgm:prSet presAssocID="{FECE1941-0B27-420B-A4A6-544251A19A23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E8C310C1-AF9F-4466-AD61-55EDED4AE5EF}" srcId="{36547550-F2AA-499A-998D-6E5CE7B28129}" destId="{FECE1941-0B27-420B-A4A6-544251A19A23}" srcOrd="2" destOrd="0" parTransId="{39721910-A675-4437-9B9F-3FD6AB27942B}" sibTransId="{11DCD4FA-2D9A-490A-915D-212C600BD23A}"/>
    <dgm:cxn modelId="{7C45489E-B8FB-4683-8392-D40EF8DEB950}" srcId="{36547550-F2AA-499A-998D-6E5CE7B28129}" destId="{F23541D2-32CD-49FE-BB1B-B7D0F33AE00B}" srcOrd="0" destOrd="0" parTransId="{1B87E578-9B71-4D42-8801-06B484E621BC}" sibTransId="{F5463C06-AE8A-4C2E-A9FD-81536A910301}"/>
    <dgm:cxn modelId="{59C1D70B-0299-4C88-88C4-636FC5C2E429}" type="presOf" srcId="{5093FEDD-9EF4-4267-AF62-CFA8333C5734}" destId="{DCA811FD-59D9-4239-907E-5ED2026FCE86}" srcOrd="0" destOrd="0" presId="urn:microsoft.com/office/officeart/2005/8/layout/vList2"/>
    <dgm:cxn modelId="{4A922927-133A-4523-AB2E-0534355452CE}" type="presOf" srcId="{36547550-F2AA-499A-998D-6E5CE7B28129}" destId="{2157E4F4-F8C8-4983-BB90-7C7DEE2A3683}" srcOrd="0" destOrd="0" presId="urn:microsoft.com/office/officeart/2005/8/layout/vList2"/>
    <dgm:cxn modelId="{51DC1DAC-89FA-4B22-B78D-D30B5F072250}" type="presOf" srcId="{FECE1941-0B27-420B-A4A6-544251A19A23}" destId="{3F9D027F-EA13-49BB-A183-2DADC637DDF0}" srcOrd="0" destOrd="0" presId="urn:microsoft.com/office/officeart/2005/8/layout/vList2"/>
    <dgm:cxn modelId="{5CB5E158-7E28-45E0-821E-CD629ED8A9C1}" srcId="{36547550-F2AA-499A-998D-6E5CE7B28129}" destId="{5093FEDD-9EF4-4267-AF62-CFA8333C5734}" srcOrd="1" destOrd="0" parTransId="{40E42791-6943-4B89-9D99-8BD04683975F}" sibTransId="{D621FF43-67D1-4BE6-AD68-E3854FB612AD}"/>
    <dgm:cxn modelId="{23D490C2-5BC5-412A-B8BE-ABB5C6F5D1C8}" type="presOf" srcId="{F23541D2-32CD-49FE-BB1B-B7D0F33AE00B}" destId="{91F53AB2-13E5-4948-8E81-D49745FD4973}" srcOrd="0" destOrd="0" presId="urn:microsoft.com/office/officeart/2005/8/layout/vList2"/>
    <dgm:cxn modelId="{AF8D8F95-0A46-4EA4-A7F7-010A1D2ED3E2}" type="presParOf" srcId="{2157E4F4-F8C8-4983-BB90-7C7DEE2A3683}" destId="{91F53AB2-13E5-4948-8E81-D49745FD4973}" srcOrd="0" destOrd="0" presId="urn:microsoft.com/office/officeart/2005/8/layout/vList2"/>
    <dgm:cxn modelId="{B591953C-CDAB-4E9A-B328-231F9369DF9E}" type="presParOf" srcId="{2157E4F4-F8C8-4983-BB90-7C7DEE2A3683}" destId="{ACB53359-C5FF-4B89-ABD5-212615DEC893}" srcOrd="1" destOrd="0" presId="urn:microsoft.com/office/officeart/2005/8/layout/vList2"/>
    <dgm:cxn modelId="{AA526DDD-EB9E-4B77-837A-F243F0883FB9}" type="presParOf" srcId="{2157E4F4-F8C8-4983-BB90-7C7DEE2A3683}" destId="{DCA811FD-59D9-4239-907E-5ED2026FCE86}" srcOrd="2" destOrd="0" presId="urn:microsoft.com/office/officeart/2005/8/layout/vList2"/>
    <dgm:cxn modelId="{6BD9EE6F-5D6E-4F43-ABA9-7FFE7BED9631}" type="presParOf" srcId="{2157E4F4-F8C8-4983-BB90-7C7DEE2A3683}" destId="{43241B37-3AFE-471F-A018-690CCB61AE87}" srcOrd="3" destOrd="0" presId="urn:microsoft.com/office/officeart/2005/8/layout/vList2"/>
    <dgm:cxn modelId="{B606CEF5-42DD-4E96-8162-898D33CA1B08}" type="presParOf" srcId="{2157E4F4-F8C8-4983-BB90-7C7DEE2A3683}" destId="{3F9D027F-EA13-49BB-A183-2DADC637DDF0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1783D480-B951-497C-9BF7-CC8C88E63D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6ECAB2-ED3B-4DE8-8B20-E5846217E027}">
      <dgm:prSet/>
      <dgm:spPr/>
      <dgm:t>
        <a:bodyPr/>
        <a:lstStyle/>
        <a:p>
          <a:r>
            <a:rPr lang="en-US" dirty="0" err="1"/>
            <a:t>const</a:t>
          </a:r>
          <a:r>
            <a:rPr lang="en-US" dirty="0"/>
            <a:t> words = ['spray', 'limit', 'elite', 'exuberant', 'destruction', </a:t>
          </a:r>
          <a:r>
            <a:rPr lang="en-US" dirty="0" smtClean="0"/>
            <a:t>'present'];</a:t>
          </a:r>
          <a:endParaRPr lang="en-US" dirty="0"/>
        </a:p>
      </dgm:t>
    </dgm:pt>
    <dgm:pt modelId="{AB665FC2-BDCF-4498-B380-F53F5AB72EEE}" type="parTrans" cxnId="{A5CFB6DF-A4D9-49E2-91A1-21CEBE4AB120}">
      <dgm:prSet/>
      <dgm:spPr/>
      <dgm:t>
        <a:bodyPr/>
        <a:lstStyle/>
        <a:p>
          <a:endParaRPr lang="en-US"/>
        </a:p>
      </dgm:t>
    </dgm:pt>
    <dgm:pt modelId="{64E129B4-B779-4D05-8A19-D2D5BC5D3A60}" type="sibTrans" cxnId="{A5CFB6DF-A4D9-49E2-91A1-21CEBE4AB120}">
      <dgm:prSet/>
      <dgm:spPr/>
      <dgm:t>
        <a:bodyPr/>
        <a:lstStyle/>
        <a:p>
          <a:endParaRPr lang="en-US"/>
        </a:p>
      </dgm:t>
    </dgm:pt>
    <dgm:pt modelId="{3DAC3618-82C8-40E7-8866-B717F9C4D15C}">
      <dgm:prSet/>
      <dgm:spPr/>
      <dgm:t>
        <a:bodyPr/>
        <a:lstStyle/>
        <a:p>
          <a:r>
            <a:rPr lang="en-US" dirty="0" err="1" smtClean="0"/>
            <a:t>const</a:t>
          </a:r>
          <a:r>
            <a:rPr lang="en-US" dirty="0" smtClean="0"/>
            <a:t> result = </a:t>
          </a:r>
          <a:r>
            <a:rPr lang="en-US" dirty="0" err="1" smtClean="0"/>
            <a:t>words.</a:t>
          </a:r>
          <a:r>
            <a:rPr lang="en-US" b="1" dirty="0" err="1" smtClean="0"/>
            <a:t>filter</a:t>
          </a:r>
          <a:r>
            <a:rPr lang="en-US" dirty="0" smtClean="0"/>
            <a:t>(word =&gt; </a:t>
          </a:r>
          <a:r>
            <a:rPr lang="en-US" dirty="0" err="1" smtClean="0"/>
            <a:t>word.length</a:t>
          </a:r>
          <a:r>
            <a:rPr lang="en-US" dirty="0" smtClean="0"/>
            <a:t> &gt; 6);</a:t>
          </a:r>
          <a:endParaRPr lang="en-US" dirty="0"/>
        </a:p>
      </dgm:t>
    </dgm:pt>
    <dgm:pt modelId="{CECCDBA8-46C8-4E16-9234-64A55BC600FA}" type="parTrans" cxnId="{4432B963-1B72-42E3-9716-EBB0F153E1AC}">
      <dgm:prSet/>
      <dgm:spPr/>
      <dgm:t>
        <a:bodyPr/>
        <a:lstStyle/>
        <a:p>
          <a:endParaRPr lang="en-US"/>
        </a:p>
      </dgm:t>
    </dgm:pt>
    <dgm:pt modelId="{F421B7A8-2A49-4FDE-A713-AF1D55F01001}" type="sibTrans" cxnId="{4432B963-1B72-42E3-9716-EBB0F153E1AC}">
      <dgm:prSet/>
      <dgm:spPr/>
      <dgm:t>
        <a:bodyPr/>
        <a:lstStyle/>
        <a:p>
          <a:endParaRPr lang="en-US"/>
        </a:p>
      </dgm:t>
    </dgm:pt>
    <dgm:pt modelId="{2D595E8C-E478-40FF-8817-F4F84D0D6CFA}">
      <dgm:prSet/>
      <dgm:spPr/>
      <dgm:t>
        <a:bodyPr/>
        <a:lstStyle/>
        <a:p>
          <a:r>
            <a:rPr lang="en-US" dirty="0"/>
            <a:t>console.log(result);</a:t>
          </a:r>
        </a:p>
      </dgm:t>
    </dgm:pt>
    <dgm:pt modelId="{D0214998-0611-4C40-B602-2616537FF62D}" type="parTrans" cxnId="{147360BC-15F7-4CE3-9A2B-B7B1825FE1F6}">
      <dgm:prSet/>
      <dgm:spPr/>
      <dgm:t>
        <a:bodyPr/>
        <a:lstStyle/>
        <a:p>
          <a:endParaRPr lang="en-US"/>
        </a:p>
      </dgm:t>
    </dgm:pt>
    <dgm:pt modelId="{8B5A7825-314E-4A7C-AD57-D59720B1E130}" type="sibTrans" cxnId="{147360BC-15F7-4CE3-9A2B-B7B1825FE1F6}">
      <dgm:prSet/>
      <dgm:spPr/>
      <dgm:t>
        <a:bodyPr/>
        <a:lstStyle/>
        <a:p>
          <a:endParaRPr lang="en-US"/>
        </a:p>
      </dgm:t>
    </dgm:pt>
    <dgm:pt modelId="{A5495CAA-20E5-4BD3-8F05-EF6E4DDE1FFE}" type="pres">
      <dgm:prSet presAssocID="{1783D480-B951-497C-9BF7-CC8C88E63D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28E22EF-7511-4964-90D0-CB0480338D60}" type="pres">
      <dgm:prSet presAssocID="{5F6ECAB2-ED3B-4DE8-8B20-E5846217E027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E79623-F687-4D6A-A0A5-A7143E103D07}" type="pres">
      <dgm:prSet presAssocID="{64E129B4-B779-4D05-8A19-D2D5BC5D3A60}" presName="spacer" presStyleCnt="0"/>
      <dgm:spPr/>
    </dgm:pt>
    <dgm:pt modelId="{2B0B8B66-5EF8-4855-A537-7669F5C88EF5}" type="pres">
      <dgm:prSet presAssocID="{3DAC3618-82C8-40E7-8866-B717F9C4D15C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B30AA4-DDA0-488A-A44C-FAD87C279D76}" type="pres">
      <dgm:prSet presAssocID="{F421B7A8-2A49-4FDE-A713-AF1D55F01001}" presName="spacer" presStyleCnt="0"/>
      <dgm:spPr/>
    </dgm:pt>
    <dgm:pt modelId="{517648BB-9683-4867-BF56-70C33D4D4D4F}" type="pres">
      <dgm:prSet presAssocID="{2D595E8C-E478-40FF-8817-F4F84D0D6CFA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8E44395-A686-4163-BE7C-4DCCC54BB65E}" type="presOf" srcId="{3DAC3618-82C8-40E7-8866-B717F9C4D15C}" destId="{2B0B8B66-5EF8-4855-A537-7669F5C88EF5}" srcOrd="0" destOrd="0" presId="urn:microsoft.com/office/officeart/2005/8/layout/vList2"/>
    <dgm:cxn modelId="{389E75A7-50E1-4EDD-8418-2106D6A191B9}" type="presOf" srcId="{2D595E8C-E478-40FF-8817-F4F84D0D6CFA}" destId="{517648BB-9683-4867-BF56-70C33D4D4D4F}" srcOrd="0" destOrd="0" presId="urn:microsoft.com/office/officeart/2005/8/layout/vList2"/>
    <dgm:cxn modelId="{4432B963-1B72-42E3-9716-EBB0F153E1AC}" srcId="{1783D480-B951-497C-9BF7-CC8C88E63DC0}" destId="{3DAC3618-82C8-40E7-8866-B717F9C4D15C}" srcOrd="1" destOrd="0" parTransId="{CECCDBA8-46C8-4E16-9234-64A55BC600FA}" sibTransId="{F421B7A8-2A49-4FDE-A713-AF1D55F01001}"/>
    <dgm:cxn modelId="{A5CFB6DF-A4D9-49E2-91A1-21CEBE4AB120}" srcId="{1783D480-B951-497C-9BF7-CC8C88E63DC0}" destId="{5F6ECAB2-ED3B-4DE8-8B20-E5846217E027}" srcOrd="0" destOrd="0" parTransId="{AB665FC2-BDCF-4498-B380-F53F5AB72EEE}" sibTransId="{64E129B4-B779-4D05-8A19-D2D5BC5D3A60}"/>
    <dgm:cxn modelId="{75B947DD-7D31-4C4C-A475-8B958576725D}" type="presOf" srcId="{1783D480-B951-497C-9BF7-CC8C88E63DC0}" destId="{A5495CAA-20E5-4BD3-8F05-EF6E4DDE1FFE}" srcOrd="0" destOrd="0" presId="urn:microsoft.com/office/officeart/2005/8/layout/vList2"/>
    <dgm:cxn modelId="{A64E13B7-F237-471A-A9C3-544861338EC3}" type="presOf" srcId="{5F6ECAB2-ED3B-4DE8-8B20-E5846217E027}" destId="{528E22EF-7511-4964-90D0-CB0480338D60}" srcOrd="0" destOrd="0" presId="urn:microsoft.com/office/officeart/2005/8/layout/vList2"/>
    <dgm:cxn modelId="{147360BC-15F7-4CE3-9A2B-B7B1825FE1F6}" srcId="{1783D480-B951-497C-9BF7-CC8C88E63DC0}" destId="{2D595E8C-E478-40FF-8817-F4F84D0D6CFA}" srcOrd="2" destOrd="0" parTransId="{D0214998-0611-4C40-B602-2616537FF62D}" sibTransId="{8B5A7825-314E-4A7C-AD57-D59720B1E130}"/>
    <dgm:cxn modelId="{D263B4F8-3D39-4F5B-9BFF-18096AB62003}" type="presParOf" srcId="{A5495CAA-20E5-4BD3-8F05-EF6E4DDE1FFE}" destId="{528E22EF-7511-4964-90D0-CB0480338D60}" srcOrd="0" destOrd="0" presId="urn:microsoft.com/office/officeart/2005/8/layout/vList2"/>
    <dgm:cxn modelId="{45E1DA45-1AEB-4194-9D2E-A659543AF4AB}" type="presParOf" srcId="{A5495CAA-20E5-4BD3-8F05-EF6E4DDE1FFE}" destId="{81E79623-F687-4D6A-A0A5-A7143E103D07}" srcOrd="1" destOrd="0" presId="urn:microsoft.com/office/officeart/2005/8/layout/vList2"/>
    <dgm:cxn modelId="{336C053E-6315-4F3B-B876-3F69E35D34FA}" type="presParOf" srcId="{A5495CAA-20E5-4BD3-8F05-EF6E4DDE1FFE}" destId="{2B0B8B66-5EF8-4855-A537-7669F5C88EF5}" srcOrd="2" destOrd="0" presId="urn:microsoft.com/office/officeart/2005/8/layout/vList2"/>
    <dgm:cxn modelId="{E482DEE7-44BF-4D41-ACE7-1615EA998983}" type="presParOf" srcId="{A5495CAA-20E5-4BD3-8F05-EF6E4DDE1FFE}" destId="{EBB30AA4-DDA0-488A-A44C-FAD87C279D76}" srcOrd="3" destOrd="0" presId="urn:microsoft.com/office/officeart/2005/8/layout/vList2"/>
    <dgm:cxn modelId="{8AF73396-79E1-4F59-8C8A-AB07D5E5BBB0}" type="presParOf" srcId="{A5495CAA-20E5-4BD3-8F05-EF6E4DDE1FFE}" destId="{517648BB-9683-4867-BF56-70C33D4D4D4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783D480-B951-497C-9BF7-CC8C88E63DC0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6ECAB2-ED3B-4DE8-8B20-E5846217E027}">
      <dgm:prSet/>
      <dgm:spPr/>
      <dgm:t>
        <a:bodyPr/>
        <a:lstStyle/>
        <a:p>
          <a:r>
            <a:rPr lang="en-US" dirty="0" err="1" smtClean="0"/>
            <a:t>const</a:t>
          </a:r>
          <a:r>
            <a:rPr lang="en-US" dirty="0" smtClean="0"/>
            <a:t> ages = [32, 33, 16, 40];</a:t>
          </a:r>
          <a:endParaRPr lang="en-US" dirty="0"/>
        </a:p>
      </dgm:t>
    </dgm:pt>
    <dgm:pt modelId="{AB665FC2-BDCF-4498-B380-F53F5AB72EEE}" type="parTrans" cxnId="{A5CFB6DF-A4D9-49E2-91A1-21CEBE4AB120}">
      <dgm:prSet/>
      <dgm:spPr/>
      <dgm:t>
        <a:bodyPr/>
        <a:lstStyle/>
        <a:p>
          <a:endParaRPr lang="en-US"/>
        </a:p>
      </dgm:t>
    </dgm:pt>
    <dgm:pt modelId="{64E129B4-B779-4D05-8A19-D2D5BC5D3A60}" type="sibTrans" cxnId="{A5CFB6DF-A4D9-49E2-91A1-21CEBE4AB120}">
      <dgm:prSet/>
      <dgm:spPr/>
      <dgm:t>
        <a:bodyPr/>
        <a:lstStyle/>
        <a:p>
          <a:endParaRPr lang="en-US"/>
        </a:p>
      </dgm:t>
    </dgm:pt>
    <dgm:pt modelId="{3DAC3618-82C8-40E7-8866-B717F9C4D15C}">
      <dgm:prSet/>
      <dgm:spPr/>
      <dgm:t>
        <a:bodyPr/>
        <a:lstStyle/>
        <a:p>
          <a:r>
            <a:rPr lang="en-US" dirty="0" err="1" smtClean="0"/>
            <a:t>const</a:t>
          </a:r>
          <a:r>
            <a:rPr lang="en-US" dirty="0" smtClean="0"/>
            <a:t> result = </a:t>
          </a:r>
          <a:r>
            <a:rPr lang="en-US" dirty="0" err="1" smtClean="0"/>
            <a:t>ages.filter</a:t>
          </a:r>
          <a:r>
            <a:rPr lang="en-US" dirty="0" smtClean="0"/>
            <a:t>(age =&gt; age &gt; 18);</a:t>
          </a:r>
          <a:endParaRPr lang="en-US" dirty="0"/>
        </a:p>
      </dgm:t>
    </dgm:pt>
    <dgm:pt modelId="{CECCDBA8-46C8-4E16-9234-64A55BC600FA}" type="parTrans" cxnId="{4432B963-1B72-42E3-9716-EBB0F153E1AC}">
      <dgm:prSet/>
      <dgm:spPr/>
      <dgm:t>
        <a:bodyPr/>
        <a:lstStyle/>
        <a:p>
          <a:endParaRPr lang="en-US"/>
        </a:p>
      </dgm:t>
    </dgm:pt>
    <dgm:pt modelId="{F421B7A8-2A49-4FDE-A713-AF1D55F01001}" type="sibTrans" cxnId="{4432B963-1B72-42E3-9716-EBB0F153E1AC}">
      <dgm:prSet/>
      <dgm:spPr/>
      <dgm:t>
        <a:bodyPr/>
        <a:lstStyle/>
        <a:p>
          <a:endParaRPr lang="en-US"/>
        </a:p>
      </dgm:t>
    </dgm:pt>
    <dgm:pt modelId="{2D595E8C-E478-40FF-8817-F4F84D0D6CFA}">
      <dgm:prSet/>
      <dgm:spPr/>
      <dgm:t>
        <a:bodyPr/>
        <a:lstStyle/>
        <a:p>
          <a:r>
            <a:rPr lang="en-US" dirty="0"/>
            <a:t>console.log(result);</a:t>
          </a:r>
        </a:p>
      </dgm:t>
    </dgm:pt>
    <dgm:pt modelId="{D0214998-0611-4C40-B602-2616537FF62D}" type="parTrans" cxnId="{147360BC-15F7-4CE3-9A2B-B7B1825FE1F6}">
      <dgm:prSet/>
      <dgm:spPr/>
      <dgm:t>
        <a:bodyPr/>
        <a:lstStyle/>
        <a:p>
          <a:endParaRPr lang="en-US"/>
        </a:p>
      </dgm:t>
    </dgm:pt>
    <dgm:pt modelId="{8B5A7825-314E-4A7C-AD57-D59720B1E130}" type="sibTrans" cxnId="{147360BC-15F7-4CE3-9A2B-B7B1825FE1F6}">
      <dgm:prSet/>
      <dgm:spPr/>
      <dgm:t>
        <a:bodyPr/>
        <a:lstStyle/>
        <a:p>
          <a:endParaRPr lang="en-US"/>
        </a:p>
      </dgm:t>
    </dgm:pt>
    <dgm:pt modelId="{A5495CAA-20E5-4BD3-8F05-EF6E4DDE1FFE}" type="pres">
      <dgm:prSet presAssocID="{1783D480-B951-497C-9BF7-CC8C88E63DC0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528E22EF-7511-4964-90D0-CB0480338D60}" type="pres">
      <dgm:prSet presAssocID="{5F6ECAB2-ED3B-4DE8-8B20-E5846217E027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E79623-F687-4D6A-A0A5-A7143E103D07}" type="pres">
      <dgm:prSet presAssocID="{64E129B4-B779-4D05-8A19-D2D5BC5D3A60}" presName="spacer" presStyleCnt="0"/>
      <dgm:spPr/>
    </dgm:pt>
    <dgm:pt modelId="{2B0B8B66-5EF8-4855-A537-7669F5C88EF5}" type="pres">
      <dgm:prSet presAssocID="{3DAC3618-82C8-40E7-8866-B717F9C4D15C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BB30AA4-DDA0-488A-A44C-FAD87C279D76}" type="pres">
      <dgm:prSet presAssocID="{F421B7A8-2A49-4FDE-A713-AF1D55F01001}" presName="spacer" presStyleCnt="0"/>
      <dgm:spPr/>
    </dgm:pt>
    <dgm:pt modelId="{517648BB-9683-4867-BF56-70C33D4D4D4F}" type="pres">
      <dgm:prSet presAssocID="{2D595E8C-E478-40FF-8817-F4F84D0D6CFA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8E44395-A686-4163-BE7C-4DCCC54BB65E}" type="presOf" srcId="{3DAC3618-82C8-40E7-8866-B717F9C4D15C}" destId="{2B0B8B66-5EF8-4855-A537-7669F5C88EF5}" srcOrd="0" destOrd="0" presId="urn:microsoft.com/office/officeart/2005/8/layout/vList2"/>
    <dgm:cxn modelId="{389E75A7-50E1-4EDD-8418-2106D6A191B9}" type="presOf" srcId="{2D595E8C-E478-40FF-8817-F4F84D0D6CFA}" destId="{517648BB-9683-4867-BF56-70C33D4D4D4F}" srcOrd="0" destOrd="0" presId="urn:microsoft.com/office/officeart/2005/8/layout/vList2"/>
    <dgm:cxn modelId="{4432B963-1B72-42E3-9716-EBB0F153E1AC}" srcId="{1783D480-B951-497C-9BF7-CC8C88E63DC0}" destId="{3DAC3618-82C8-40E7-8866-B717F9C4D15C}" srcOrd="1" destOrd="0" parTransId="{CECCDBA8-46C8-4E16-9234-64A55BC600FA}" sibTransId="{F421B7A8-2A49-4FDE-A713-AF1D55F01001}"/>
    <dgm:cxn modelId="{A5CFB6DF-A4D9-49E2-91A1-21CEBE4AB120}" srcId="{1783D480-B951-497C-9BF7-CC8C88E63DC0}" destId="{5F6ECAB2-ED3B-4DE8-8B20-E5846217E027}" srcOrd="0" destOrd="0" parTransId="{AB665FC2-BDCF-4498-B380-F53F5AB72EEE}" sibTransId="{64E129B4-B779-4D05-8A19-D2D5BC5D3A60}"/>
    <dgm:cxn modelId="{75B947DD-7D31-4C4C-A475-8B958576725D}" type="presOf" srcId="{1783D480-B951-497C-9BF7-CC8C88E63DC0}" destId="{A5495CAA-20E5-4BD3-8F05-EF6E4DDE1FFE}" srcOrd="0" destOrd="0" presId="urn:microsoft.com/office/officeart/2005/8/layout/vList2"/>
    <dgm:cxn modelId="{A64E13B7-F237-471A-A9C3-544861338EC3}" type="presOf" srcId="{5F6ECAB2-ED3B-4DE8-8B20-E5846217E027}" destId="{528E22EF-7511-4964-90D0-CB0480338D60}" srcOrd="0" destOrd="0" presId="urn:microsoft.com/office/officeart/2005/8/layout/vList2"/>
    <dgm:cxn modelId="{147360BC-15F7-4CE3-9A2B-B7B1825FE1F6}" srcId="{1783D480-B951-497C-9BF7-CC8C88E63DC0}" destId="{2D595E8C-E478-40FF-8817-F4F84D0D6CFA}" srcOrd="2" destOrd="0" parTransId="{D0214998-0611-4C40-B602-2616537FF62D}" sibTransId="{8B5A7825-314E-4A7C-AD57-D59720B1E130}"/>
    <dgm:cxn modelId="{D263B4F8-3D39-4F5B-9BFF-18096AB62003}" type="presParOf" srcId="{A5495CAA-20E5-4BD3-8F05-EF6E4DDE1FFE}" destId="{528E22EF-7511-4964-90D0-CB0480338D60}" srcOrd="0" destOrd="0" presId="urn:microsoft.com/office/officeart/2005/8/layout/vList2"/>
    <dgm:cxn modelId="{45E1DA45-1AEB-4194-9D2E-A659543AF4AB}" type="presParOf" srcId="{A5495CAA-20E5-4BD3-8F05-EF6E4DDE1FFE}" destId="{81E79623-F687-4D6A-A0A5-A7143E103D07}" srcOrd="1" destOrd="0" presId="urn:microsoft.com/office/officeart/2005/8/layout/vList2"/>
    <dgm:cxn modelId="{336C053E-6315-4F3B-B876-3F69E35D34FA}" type="presParOf" srcId="{A5495CAA-20E5-4BD3-8F05-EF6E4DDE1FFE}" destId="{2B0B8B66-5EF8-4855-A537-7669F5C88EF5}" srcOrd="2" destOrd="0" presId="urn:microsoft.com/office/officeart/2005/8/layout/vList2"/>
    <dgm:cxn modelId="{E482DEE7-44BF-4D41-ACE7-1615EA998983}" type="presParOf" srcId="{A5495CAA-20E5-4BD3-8F05-EF6E4DDE1FFE}" destId="{EBB30AA4-DDA0-488A-A44C-FAD87C279D76}" srcOrd="3" destOrd="0" presId="urn:microsoft.com/office/officeart/2005/8/layout/vList2"/>
    <dgm:cxn modelId="{8AF73396-79E1-4F59-8C8A-AB07D5E5BBB0}" type="presParOf" srcId="{A5495CAA-20E5-4BD3-8F05-EF6E4DDE1FFE}" destId="{517648BB-9683-4867-BF56-70C33D4D4D4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3BB6BD6-C6CE-40AA-A09B-5522A20B9364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1B25FC2-51FE-447B-8EAA-B89B36260B3E}">
      <dgm:prSet/>
      <dgm:spPr/>
      <dgm:t>
        <a:bodyPr/>
        <a:lstStyle/>
        <a:p>
          <a:r>
            <a:rPr lang="en-US" dirty="0" err="1" smtClean="0"/>
            <a:t>const</a:t>
          </a:r>
          <a:r>
            <a:rPr lang="en-US" dirty="0" smtClean="0"/>
            <a:t> ages = [32, 33, 16, 40];</a:t>
          </a:r>
          <a:endParaRPr lang="en-US" dirty="0"/>
        </a:p>
      </dgm:t>
    </dgm:pt>
    <dgm:pt modelId="{CE699678-F56A-4A96-B21A-3C3EFF72883F}" type="parTrans" cxnId="{5EF6496D-CFF3-4D46-898F-1C5A40637360}">
      <dgm:prSet/>
      <dgm:spPr/>
      <dgm:t>
        <a:bodyPr/>
        <a:lstStyle/>
        <a:p>
          <a:endParaRPr lang="en-US"/>
        </a:p>
      </dgm:t>
    </dgm:pt>
    <dgm:pt modelId="{CBAACB64-45E2-4B0A-8545-81C4C6152035}" type="sibTrans" cxnId="{5EF6496D-CFF3-4D46-898F-1C5A40637360}">
      <dgm:prSet/>
      <dgm:spPr/>
      <dgm:t>
        <a:bodyPr/>
        <a:lstStyle/>
        <a:p>
          <a:endParaRPr lang="en-US"/>
        </a:p>
      </dgm:t>
    </dgm:pt>
    <dgm:pt modelId="{14AB739E-63E4-47CB-AD09-DE447DB07B32}">
      <dgm:prSet/>
      <dgm:spPr/>
      <dgm:t>
        <a:bodyPr/>
        <a:lstStyle/>
        <a:p>
          <a:r>
            <a:rPr lang="en-US" dirty="0" smtClean="0"/>
            <a:t> </a:t>
          </a:r>
          <a:r>
            <a:rPr lang="en-US" dirty="0" err="1" smtClean="0"/>
            <a:t>const</a:t>
          </a:r>
          <a:r>
            <a:rPr lang="en-US" dirty="0" smtClean="0"/>
            <a:t> found = </a:t>
          </a:r>
          <a:r>
            <a:rPr lang="en-US" dirty="0" err="1" smtClean="0"/>
            <a:t>ages.find</a:t>
          </a:r>
          <a:r>
            <a:rPr lang="en-US" dirty="0" smtClean="0"/>
            <a:t>(age =&gt; age &gt; 18);</a:t>
          </a:r>
          <a:endParaRPr lang="en-US" dirty="0"/>
        </a:p>
      </dgm:t>
    </dgm:pt>
    <dgm:pt modelId="{1B494959-C99D-45A4-9A89-9DA8F847AECC}" type="parTrans" cxnId="{04C1281D-56D7-4E00-AC58-5AE5B902F7F0}">
      <dgm:prSet/>
      <dgm:spPr/>
      <dgm:t>
        <a:bodyPr/>
        <a:lstStyle/>
        <a:p>
          <a:endParaRPr lang="en-US"/>
        </a:p>
      </dgm:t>
    </dgm:pt>
    <dgm:pt modelId="{F48DD2AC-E0DA-4CA6-8BD3-37A622E1F246}" type="sibTrans" cxnId="{04C1281D-56D7-4E00-AC58-5AE5B902F7F0}">
      <dgm:prSet/>
      <dgm:spPr/>
      <dgm:t>
        <a:bodyPr/>
        <a:lstStyle/>
        <a:p>
          <a:endParaRPr lang="en-US"/>
        </a:p>
      </dgm:t>
    </dgm:pt>
    <dgm:pt modelId="{EEC77957-671F-4E65-AFBD-2F2EF3CEE08E}">
      <dgm:prSet/>
      <dgm:spPr/>
      <dgm:t>
        <a:bodyPr/>
        <a:lstStyle/>
        <a:p>
          <a:r>
            <a:rPr lang="en-US" dirty="0"/>
            <a:t>console.log(found);</a:t>
          </a:r>
        </a:p>
      </dgm:t>
    </dgm:pt>
    <dgm:pt modelId="{CBF78EBC-5F00-4F3F-A2E7-0ADF696A5940}" type="parTrans" cxnId="{7355DDE7-8CE8-4BE1-A922-1F4D26E4B1AB}">
      <dgm:prSet/>
      <dgm:spPr/>
      <dgm:t>
        <a:bodyPr/>
        <a:lstStyle/>
        <a:p>
          <a:endParaRPr lang="en-US"/>
        </a:p>
      </dgm:t>
    </dgm:pt>
    <dgm:pt modelId="{CABB62C4-B5B6-4D38-8E25-0C37E91C117F}" type="sibTrans" cxnId="{7355DDE7-8CE8-4BE1-A922-1F4D26E4B1AB}">
      <dgm:prSet/>
      <dgm:spPr/>
      <dgm:t>
        <a:bodyPr/>
        <a:lstStyle/>
        <a:p>
          <a:endParaRPr lang="en-US"/>
        </a:p>
      </dgm:t>
    </dgm:pt>
    <dgm:pt modelId="{DA1ECDF8-9C94-49EF-9DE3-75765475639F}" type="pres">
      <dgm:prSet presAssocID="{83BB6BD6-C6CE-40AA-A09B-5522A20B9364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3999EB55-72E1-4596-A3FA-035617A101B9}" type="pres">
      <dgm:prSet presAssocID="{51B25FC2-51FE-447B-8EAA-B89B36260B3E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F75974D-E994-487B-BBD9-8CDB145E2B74}" type="pres">
      <dgm:prSet presAssocID="{CBAACB64-45E2-4B0A-8545-81C4C6152035}" presName="spacer" presStyleCnt="0"/>
      <dgm:spPr/>
    </dgm:pt>
    <dgm:pt modelId="{D3F7B12F-3F9C-4575-9DAA-F1A42EBD5277}" type="pres">
      <dgm:prSet presAssocID="{14AB739E-63E4-47CB-AD09-DE447DB07B32}" presName="parentText" presStyleLbl="node1" presStyleIdx="1" presStyleCnt="3" custLinFactNeighborX="0" custLinFactNeighborY="-32179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F85EEB1-303F-43A1-ABB9-CD6464AB8E5B}" type="pres">
      <dgm:prSet presAssocID="{F48DD2AC-E0DA-4CA6-8BD3-37A622E1F246}" presName="spacer" presStyleCnt="0"/>
      <dgm:spPr/>
    </dgm:pt>
    <dgm:pt modelId="{9F76D31A-0F46-48E4-944C-112688443541}" type="pres">
      <dgm:prSet presAssocID="{EEC77957-671F-4E65-AFBD-2F2EF3CEE08E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EF6496D-CFF3-4D46-898F-1C5A40637360}" srcId="{83BB6BD6-C6CE-40AA-A09B-5522A20B9364}" destId="{51B25FC2-51FE-447B-8EAA-B89B36260B3E}" srcOrd="0" destOrd="0" parTransId="{CE699678-F56A-4A96-B21A-3C3EFF72883F}" sibTransId="{CBAACB64-45E2-4B0A-8545-81C4C6152035}"/>
    <dgm:cxn modelId="{46D550E9-B5F0-474D-A2AA-FB1D3C2D603C}" type="presOf" srcId="{83BB6BD6-C6CE-40AA-A09B-5522A20B9364}" destId="{DA1ECDF8-9C94-49EF-9DE3-75765475639F}" srcOrd="0" destOrd="0" presId="urn:microsoft.com/office/officeart/2005/8/layout/vList2"/>
    <dgm:cxn modelId="{6E3EC600-FF95-4165-88B9-7695A89B2DC6}" type="presOf" srcId="{51B25FC2-51FE-447B-8EAA-B89B36260B3E}" destId="{3999EB55-72E1-4596-A3FA-035617A101B9}" srcOrd="0" destOrd="0" presId="urn:microsoft.com/office/officeart/2005/8/layout/vList2"/>
    <dgm:cxn modelId="{04C1281D-56D7-4E00-AC58-5AE5B902F7F0}" srcId="{83BB6BD6-C6CE-40AA-A09B-5522A20B9364}" destId="{14AB739E-63E4-47CB-AD09-DE447DB07B32}" srcOrd="1" destOrd="0" parTransId="{1B494959-C99D-45A4-9A89-9DA8F847AECC}" sibTransId="{F48DD2AC-E0DA-4CA6-8BD3-37A622E1F246}"/>
    <dgm:cxn modelId="{7355DDE7-8CE8-4BE1-A922-1F4D26E4B1AB}" srcId="{83BB6BD6-C6CE-40AA-A09B-5522A20B9364}" destId="{EEC77957-671F-4E65-AFBD-2F2EF3CEE08E}" srcOrd="2" destOrd="0" parTransId="{CBF78EBC-5F00-4F3F-A2E7-0ADF696A5940}" sibTransId="{CABB62C4-B5B6-4D38-8E25-0C37E91C117F}"/>
    <dgm:cxn modelId="{1D323550-A72B-4CAB-85BA-E8C4E7474B94}" type="presOf" srcId="{14AB739E-63E4-47CB-AD09-DE447DB07B32}" destId="{D3F7B12F-3F9C-4575-9DAA-F1A42EBD5277}" srcOrd="0" destOrd="0" presId="urn:microsoft.com/office/officeart/2005/8/layout/vList2"/>
    <dgm:cxn modelId="{B0381555-0A80-4B40-A091-33341FAF8D93}" type="presOf" srcId="{EEC77957-671F-4E65-AFBD-2F2EF3CEE08E}" destId="{9F76D31A-0F46-48E4-944C-112688443541}" srcOrd="0" destOrd="0" presId="urn:microsoft.com/office/officeart/2005/8/layout/vList2"/>
    <dgm:cxn modelId="{1434BB3A-4F1E-46A4-9552-4841D252A6EC}" type="presParOf" srcId="{DA1ECDF8-9C94-49EF-9DE3-75765475639F}" destId="{3999EB55-72E1-4596-A3FA-035617A101B9}" srcOrd="0" destOrd="0" presId="urn:microsoft.com/office/officeart/2005/8/layout/vList2"/>
    <dgm:cxn modelId="{2C6FF5D6-13DA-4088-BB85-9AC9553CD348}" type="presParOf" srcId="{DA1ECDF8-9C94-49EF-9DE3-75765475639F}" destId="{AF75974D-E994-487B-BBD9-8CDB145E2B74}" srcOrd="1" destOrd="0" presId="urn:microsoft.com/office/officeart/2005/8/layout/vList2"/>
    <dgm:cxn modelId="{821A4231-CB82-4816-8E32-77DAF2E81A43}" type="presParOf" srcId="{DA1ECDF8-9C94-49EF-9DE3-75765475639F}" destId="{D3F7B12F-3F9C-4575-9DAA-F1A42EBD5277}" srcOrd="2" destOrd="0" presId="urn:microsoft.com/office/officeart/2005/8/layout/vList2"/>
    <dgm:cxn modelId="{F8175DB0-1B7A-4762-A5D6-E8D62FCCFB57}" type="presParOf" srcId="{DA1ECDF8-9C94-49EF-9DE3-75765475639F}" destId="{0F85EEB1-303F-43A1-ABB9-CD6464AB8E5B}" srcOrd="3" destOrd="0" presId="urn:microsoft.com/office/officeart/2005/8/layout/vList2"/>
    <dgm:cxn modelId="{841E832A-9588-48B5-BB41-B35DF90971A0}" type="presParOf" srcId="{DA1ECDF8-9C94-49EF-9DE3-75765475639F}" destId="{9F76D31A-0F46-48E4-944C-112688443541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4402D3D-0057-465F-BFA9-6335E260A7F8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34EFEE0A-C211-473F-BD8C-A1B7F5DC0AEB}">
      <dgm:prSet/>
      <dgm:spPr/>
      <dgm:t>
        <a:bodyPr/>
        <a:lstStyle/>
        <a:p>
          <a:r>
            <a:rPr lang="en-US"/>
            <a:t>The forEach() method calls a function once for each element in an array, in order.</a:t>
          </a:r>
        </a:p>
      </dgm:t>
    </dgm:pt>
    <dgm:pt modelId="{59107941-E16D-4A47-8EE8-DF48E9CF8899}" type="parTrans" cxnId="{1B1347A7-1494-4DF3-B3CB-66A08F383DF7}">
      <dgm:prSet/>
      <dgm:spPr/>
      <dgm:t>
        <a:bodyPr/>
        <a:lstStyle/>
        <a:p>
          <a:endParaRPr lang="en-US"/>
        </a:p>
      </dgm:t>
    </dgm:pt>
    <dgm:pt modelId="{4D4529B5-7A40-4450-A4DA-4E09F9D10D76}" type="sibTrans" cxnId="{1B1347A7-1494-4DF3-B3CB-66A08F383DF7}">
      <dgm:prSet/>
      <dgm:spPr/>
      <dgm:t>
        <a:bodyPr/>
        <a:lstStyle/>
        <a:p>
          <a:endParaRPr lang="en-US"/>
        </a:p>
      </dgm:t>
    </dgm:pt>
    <dgm:pt modelId="{B38747AD-4F70-4D8E-A3B9-0502F054F574}">
      <dgm:prSet/>
      <dgm:spPr/>
      <dgm:t>
        <a:bodyPr/>
        <a:lstStyle/>
        <a:p>
          <a:r>
            <a:rPr lang="en-US"/>
            <a:t>forEach() is not executed for array elements without values.</a:t>
          </a:r>
        </a:p>
      </dgm:t>
    </dgm:pt>
    <dgm:pt modelId="{484D4A9F-9AF4-4BC2-8B4C-72C9E0910593}" type="parTrans" cxnId="{FE70AD36-AD59-4E02-B2EB-5B17B4DE552E}">
      <dgm:prSet/>
      <dgm:spPr/>
      <dgm:t>
        <a:bodyPr/>
        <a:lstStyle/>
        <a:p>
          <a:endParaRPr lang="en-US"/>
        </a:p>
      </dgm:t>
    </dgm:pt>
    <dgm:pt modelId="{89F95674-A16F-4F9A-9819-6256386F5DB2}" type="sibTrans" cxnId="{FE70AD36-AD59-4E02-B2EB-5B17B4DE552E}">
      <dgm:prSet/>
      <dgm:spPr/>
      <dgm:t>
        <a:bodyPr/>
        <a:lstStyle/>
        <a:p>
          <a:endParaRPr lang="en-US"/>
        </a:p>
      </dgm:t>
    </dgm:pt>
    <dgm:pt modelId="{4FE1AA69-EC4B-4518-A7D1-C0BEDB270F27}" type="pres">
      <dgm:prSet presAssocID="{A4402D3D-0057-465F-BFA9-6335E260A7F8}" presName="linear" presStyleCnt="0">
        <dgm:presLayoutVars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F334BDF-DF8C-4D94-9FDD-5EB42D0535ED}" type="pres">
      <dgm:prSet presAssocID="{34EFEE0A-C211-473F-BD8C-A1B7F5DC0AEB}" presName="parentText" presStyleLbl="node1" presStyleIdx="0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55DCA67-690D-4434-B08C-595342112DDC}" type="pres">
      <dgm:prSet presAssocID="{4D4529B5-7A40-4450-A4DA-4E09F9D10D76}" presName="spacer" presStyleCnt="0"/>
      <dgm:spPr/>
    </dgm:pt>
    <dgm:pt modelId="{2EE9374E-3F18-491D-AB4E-68BCAC25E3D3}" type="pres">
      <dgm:prSet presAssocID="{B38747AD-4F70-4D8E-A3B9-0502F054F574}" presName="parentText" presStyleLbl="node1" presStyleIdx="1" presStyleCnt="2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66277482-3BAE-42DA-83BF-59CF2E9F668F}" type="presOf" srcId="{A4402D3D-0057-465F-BFA9-6335E260A7F8}" destId="{4FE1AA69-EC4B-4518-A7D1-C0BEDB270F27}" srcOrd="0" destOrd="0" presId="urn:microsoft.com/office/officeart/2005/8/layout/vList2"/>
    <dgm:cxn modelId="{1B1347A7-1494-4DF3-B3CB-66A08F383DF7}" srcId="{A4402D3D-0057-465F-BFA9-6335E260A7F8}" destId="{34EFEE0A-C211-473F-BD8C-A1B7F5DC0AEB}" srcOrd="0" destOrd="0" parTransId="{59107941-E16D-4A47-8EE8-DF48E9CF8899}" sibTransId="{4D4529B5-7A40-4450-A4DA-4E09F9D10D76}"/>
    <dgm:cxn modelId="{455438D1-4E9B-4A9D-9C6A-0C0767E4E6EB}" type="presOf" srcId="{34EFEE0A-C211-473F-BD8C-A1B7F5DC0AEB}" destId="{4F334BDF-DF8C-4D94-9FDD-5EB42D0535ED}" srcOrd="0" destOrd="0" presId="urn:microsoft.com/office/officeart/2005/8/layout/vList2"/>
    <dgm:cxn modelId="{8719D8D8-0C04-4DC6-852A-339BD612E53B}" type="presOf" srcId="{B38747AD-4F70-4D8E-A3B9-0502F054F574}" destId="{2EE9374E-3F18-491D-AB4E-68BCAC25E3D3}" srcOrd="0" destOrd="0" presId="urn:microsoft.com/office/officeart/2005/8/layout/vList2"/>
    <dgm:cxn modelId="{FE70AD36-AD59-4E02-B2EB-5B17B4DE552E}" srcId="{A4402D3D-0057-465F-BFA9-6335E260A7F8}" destId="{B38747AD-4F70-4D8E-A3B9-0502F054F574}" srcOrd="1" destOrd="0" parTransId="{484D4A9F-9AF4-4BC2-8B4C-72C9E0910593}" sibTransId="{89F95674-A16F-4F9A-9819-6256386F5DB2}"/>
    <dgm:cxn modelId="{2A101840-1763-4E22-AF84-6575C737B4BD}" type="presParOf" srcId="{4FE1AA69-EC4B-4518-A7D1-C0BEDB270F27}" destId="{4F334BDF-DF8C-4D94-9FDD-5EB42D0535ED}" srcOrd="0" destOrd="0" presId="urn:microsoft.com/office/officeart/2005/8/layout/vList2"/>
    <dgm:cxn modelId="{2A6F0D9E-2189-4146-85A2-ADF2FC2F28F5}" type="presParOf" srcId="{4FE1AA69-EC4B-4518-A7D1-C0BEDB270F27}" destId="{955DCA67-690D-4434-B08C-595342112DDC}" srcOrd="1" destOrd="0" presId="urn:microsoft.com/office/officeart/2005/8/layout/vList2"/>
    <dgm:cxn modelId="{F33E2E79-FCBD-480F-8040-5612FF164225}" type="presParOf" srcId="{4FE1AA69-EC4B-4518-A7D1-C0BEDB270F27}" destId="{2EE9374E-3F18-491D-AB4E-68BCAC25E3D3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81D93649-820C-4EF2-8E01-41378ED000FF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A1842392-2653-446C-9526-A1400FAC615E}">
      <dgm:prSet/>
      <dgm:spPr/>
      <dgm:t>
        <a:bodyPr/>
        <a:lstStyle/>
        <a:p>
          <a:r>
            <a:rPr lang="en-US" dirty="0" err="1"/>
            <a:t>const</a:t>
          </a:r>
          <a:r>
            <a:rPr lang="en-US" dirty="0"/>
            <a:t> animals = ['ant', 'owl', 'camel', 'duck', 'elephant'];</a:t>
          </a:r>
        </a:p>
      </dgm:t>
    </dgm:pt>
    <dgm:pt modelId="{49F00298-007E-4D1D-8434-FADE12F6A6AF}" type="parTrans" cxnId="{ED4E76ED-D128-4A3D-864A-92BAB5FFE46E}">
      <dgm:prSet/>
      <dgm:spPr/>
      <dgm:t>
        <a:bodyPr/>
        <a:lstStyle/>
        <a:p>
          <a:endParaRPr lang="en-US"/>
        </a:p>
      </dgm:t>
    </dgm:pt>
    <dgm:pt modelId="{35066002-65F5-48BE-9A86-592C6DF85A13}" type="sibTrans" cxnId="{ED4E76ED-D128-4A3D-864A-92BAB5FFE46E}">
      <dgm:prSet/>
      <dgm:spPr/>
      <dgm:t>
        <a:bodyPr/>
        <a:lstStyle/>
        <a:p>
          <a:endParaRPr lang="en-US"/>
        </a:p>
      </dgm:t>
    </dgm:pt>
    <dgm:pt modelId="{F8FEEC5E-F166-4704-A68A-D9F0DF3DF709}">
      <dgm:prSet/>
      <dgm:spPr/>
      <dgm:t>
        <a:bodyPr/>
        <a:lstStyle/>
        <a:p>
          <a:r>
            <a:rPr lang="en-US" dirty="0"/>
            <a:t>console.log(</a:t>
          </a:r>
          <a:r>
            <a:rPr lang="en-US" dirty="0" err="1"/>
            <a:t>animals.slice</a:t>
          </a:r>
          <a:r>
            <a:rPr lang="en-US" dirty="0"/>
            <a:t>(2));</a:t>
          </a:r>
        </a:p>
      </dgm:t>
    </dgm:pt>
    <dgm:pt modelId="{93BFFECD-B569-45F6-ABC9-B755742D4929}" type="parTrans" cxnId="{34A3D1F2-307C-4092-9089-76C7B9D866CA}">
      <dgm:prSet/>
      <dgm:spPr/>
      <dgm:t>
        <a:bodyPr/>
        <a:lstStyle/>
        <a:p>
          <a:endParaRPr lang="en-US"/>
        </a:p>
      </dgm:t>
    </dgm:pt>
    <dgm:pt modelId="{1FD8EB22-910D-4136-BF84-3660BB0FA948}" type="sibTrans" cxnId="{34A3D1F2-307C-4092-9089-76C7B9D866CA}">
      <dgm:prSet/>
      <dgm:spPr/>
      <dgm:t>
        <a:bodyPr/>
        <a:lstStyle/>
        <a:p>
          <a:endParaRPr lang="en-US"/>
        </a:p>
      </dgm:t>
    </dgm:pt>
    <dgm:pt modelId="{941DCC6E-60D4-48A0-939D-4896559BDA79}">
      <dgm:prSet/>
      <dgm:spPr/>
      <dgm:t>
        <a:bodyPr/>
        <a:lstStyle/>
        <a:p>
          <a:r>
            <a:rPr lang="en-US" dirty="0"/>
            <a:t>console.log(</a:t>
          </a:r>
          <a:r>
            <a:rPr lang="en-US" dirty="0" err="1"/>
            <a:t>animals.slice</a:t>
          </a:r>
          <a:r>
            <a:rPr lang="en-US" dirty="0"/>
            <a:t>(2, 4)); </a:t>
          </a:r>
        </a:p>
      </dgm:t>
    </dgm:pt>
    <dgm:pt modelId="{6CD3B839-32A4-451B-8EA0-47B2DC455C42}" type="parTrans" cxnId="{B52382B0-3C40-4120-A3F7-F60A12A0F3FD}">
      <dgm:prSet/>
      <dgm:spPr/>
      <dgm:t>
        <a:bodyPr/>
        <a:lstStyle/>
        <a:p>
          <a:endParaRPr lang="en-US"/>
        </a:p>
      </dgm:t>
    </dgm:pt>
    <dgm:pt modelId="{1C45E681-A6FF-4EE8-9672-1B4861277FE9}" type="sibTrans" cxnId="{B52382B0-3C40-4120-A3F7-F60A12A0F3FD}">
      <dgm:prSet/>
      <dgm:spPr/>
      <dgm:t>
        <a:bodyPr/>
        <a:lstStyle/>
        <a:p>
          <a:endParaRPr lang="en-US"/>
        </a:p>
      </dgm:t>
    </dgm:pt>
    <dgm:pt modelId="{F2399B6A-B903-4CCD-9742-B05758C78C30}">
      <dgm:prSet/>
      <dgm:spPr/>
      <dgm:t>
        <a:bodyPr/>
        <a:lstStyle/>
        <a:p>
          <a:r>
            <a:rPr lang="en-US" dirty="0"/>
            <a:t>console.log(</a:t>
          </a:r>
          <a:r>
            <a:rPr lang="en-US" dirty="0" err="1"/>
            <a:t>animals.slice</a:t>
          </a:r>
          <a:r>
            <a:rPr lang="en-US" dirty="0"/>
            <a:t>(1, 5)); </a:t>
          </a:r>
        </a:p>
      </dgm:t>
    </dgm:pt>
    <dgm:pt modelId="{31362755-49EE-4150-9EC1-EC3FB8588720}" type="parTrans" cxnId="{FD9ABA89-453D-434B-AA8A-F5475692CB26}">
      <dgm:prSet/>
      <dgm:spPr/>
      <dgm:t>
        <a:bodyPr/>
        <a:lstStyle/>
        <a:p>
          <a:endParaRPr lang="en-US"/>
        </a:p>
      </dgm:t>
    </dgm:pt>
    <dgm:pt modelId="{77AD6040-4CBC-422D-8DA2-8C1096E7D5D3}" type="sibTrans" cxnId="{FD9ABA89-453D-434B-AA8A-F5475692CB26}">
      <dgm:prSet/>
      <dgm:spPr/>
      <dgm:t>
        <a:bodyPr/>
        <a:lstStyle/>
        <a:p>
          <a:endParaRPr lang="en-US"/>
        </a:p>
      </dgm:t>
    </dgm:pt>
    <dgm:pt modelId="{3301C797-2A46-46BF-AE9D-9BA4C9DA97E2}">
      <dgm:prSet/>
      <dgm:spPr/>
      <dgm:t>
        <a:bodyPr/>
        <a:lstStyle/>
        <a:p>
          <a:r>
            <a:rPr lang="en-US" dirty="0"/>
            <a:t>console.log(</a:t>
          </a:r>
          <a:r>
            <a:rPr lang="en-US" dirty="0" err="1"/>
            <a:t>animals.slice</a:t>
          </a:r>
          <a:r>
            <a:rPr lang="en-US" dirty="0"/>
            <a:t>(-2)); </a:t>
          </a:r>
        </a:p>
      </dgm:t>
    </dgm:pt>
    <dgm:pt modelId="{FC183DF0-A4F2-494E-8839-DD524A2F6E4B}" type="parTrans" cxnId="{81043230-74A9-428C-B905-A38E0906E5FF}">
      <dgm:prSet/>
      <dgm:spPr/>
      <dgm:t>
        <a:bodyPr/>
        <a:lstStyle/>
        <a:p>
          <a:endParaRPr lang="en-US"/>
        </a:p>
      </dgm:t>
    </dgm:pt>
    <dgm:pt modelId="{3D9A9872-7FC8-47C0-BA68-54C81C56DD89}" type="sibTrans" cxnId="{81043230-74A9-428C-B905-A38E0906E5FF}">
      <dgm:prSet/>
      <dgm:spPr/>
      <dgm:t>
        <a:bodyPr/>
        <a:lstStyle/>
        <a:p>
          <a:endParaRPr lang="en-US"/>
        </a:p>
      </dgm:t>
    </dgm:pt>
    <dgm:pt modelId="{EB04E1A1-174D-4CF8-916B-23E9F6012FA5}">
      <dgm:prSet/>
      <dgm:spPr/>
      <dgm:t>
        <a:bodyPr/>
        <a:lstStyle/>
        <a:p>
          <a:r>
            <a:rPr lang="en-US" dirty="0"/>
            <a:t>console.log(</a:t>
          </a:r>
          <a:r>
            <a:rPr lang="en-US" dirty="0" err="1"/>
            <a:t>animals.slice</a:t>
          </a:r>
          <a:r>
            <a:rPr lang="en-US" dirty="0"/>
            <a:t>(2, -1));</a:t>
          </a:r>
        </a:p>
      </dgm:t>
    </dgm:pt>
    <dgm:pt modelId="{6DAB3D19-2A46-4C10-B0BA-F6400FC7E2EB}" type="parTrans" cxnId="{F167AA67-BC2B-4F6A-9B62-9DD41E2F15C9}">
      <dgm:prSet/>
      <dgm:spPr/>
      <dgm:t>
        <a:bodyPr/>
        <a:lstStyle/>
        <a:p>
          <a:endParaRPr lang="en-US"/>
        </a:p>
      </dgm:t>
    </dgm:pt>
    <dgm:pt modelId="{3C98DAC3-F98C-4A8D-97E4-ED3C3DD4567C}" type="sibTrans" cxnId="{F167AA67-BC2B-4F6A-9B62-9DD41E2F15C9}">
      <dgm:prSet/>
      <dgm:spPr/>
      <dgm:t>
        <a:bodyPr/>
        <a:lstStyle/>
        <a:p>
          <a:endParaRPr lang="en-US"/>
        </a:p>
      </dgm:t>
    </dgm:pt>
    <dgm:pt modelId="{6DAE3A8D-B023-4667-ABA1-D49EF2CC55C2}" type="pres">
      <dgm:prSet presAssocID="{81D93649-820C-4EF2-8E01-41378ED000FF}" presName="vert0" presStyleCnt="0">
        <dgm:presLayoutVars>
          <dgm:dir/>
          <dgm:animOne val="branch"/>
          <dgm:animLvl val="lvl"/>
        </dgm:presLayoutVars>
      </dgm:prSet>
      <dgm:spPr/>
      <dgm:t>
        <a:bodyPr/>
        <a:lstStyle/>
        <a:p>
          <a:endParaRPr lang="en-US"/>
        </a:p>
      </dgm:t>
    </dgm:pt>
    <dgm:pt modelId="{FD18E44B-8785-4E2C-B8F9-D5D30D064E85}" type="pres">
      <dgm:prSet presAssocID="{A1842392-2653-446C-9526-A1400FAC615E}" presName="thickLine" presStyleLbl="alignNode1" presStyleIdx="0" presStyleCnt="6"/>
      <dgm:spPr/>
    </dgm:pt>
    <dgm:pt modelId="{7F30DD97-5CB4-495D-988E-F3022A099348}" type="pres">
      <dgm:prSet presAssocID="{A1842392-2653-446C-9526-A1400FAC615E}" presName="horz1" presStyleCnt="0"/>
      <dgm:spPr/>
    </dgm:pt>
    <dgm:pt modelId="{1CA4BD43-7A79-4866-B246-46AC2BB39A5C}" type="pres">
      <dgm:prSet presAssocID="{A1842392-2653-446C-9526-A1400FAC615E}" presName="tx1" presStyleLbl="revTx" presStyleIdx="0" presStyleCnt="6"/>
      <dgm:spPr/>
      <dgm:t>
        <a:bodyPr/>
        <a:lstStyle/>
        <a:p>
          <a:endParaRPr lang="en-US"/>
        </a:p>
      </dgm:t>
    </dgm:pt>
    <dgm:pt modelId="{8D8B4FAC-0323-4FEC-969C-F85FA2BAE06C}" type="pres">
      <dgm:prSet presAssocID="{A1842392-2653-446C-9526-A1400FAC615E}" presName="vert1" presStyleCnt="0"/>
      <dgm:spPr/>
    </dgm:pt>
    <dgm:pt modelId="{5163D773-94B9-4F2E-8120-A6A0B351FF19}" type="pres">
      <dgm:prSet presAssocID="{F8FEEC5E-F166-4704-A68A-D9F0DF3DF709}" presName="thickLine" presStyleLbl="alignNode1" presStyleIdx="1" presStyleCnt="6"/>
      <dgm:spPr/>
    </dgm:pt>
    <dgm:pt modelId="{E317D4BD-35C7-4207-A428-32D1A9F57533}" type="pres">
      <dgm:prSet presAssocID="{F8FEEC5E-F166-4704-A68A-D9F0DF3DF709}" presName="horz1" presStyleCnt="0"/>
      <dgm:spPr/>
    </dgm:pt>
    <dgm:pt modelId="{601C16DB-9307-4AE5-8343-C23AA84CC36F}" type="pres">
      <dgm:prSet presAssocID="{F8FEEC5E-F166-4704-A68A-D9F0DF3DF709}" presName="tx1" presStyleLbl="revTx" presStyleIdx="1" presStyleCnt="6"/>
      <dgm:spPr/>
      <dgm:t>
        <a:bodyPr/>
        <a:lstStyle/>
        <a:p>
          <a:endParaRPr lang="en-US"/>
        </a:p>
      </dgm:t>
    </dgm:pt>
    <dgm:pt modelId="{995744C6-92B8-4E29-A77A-8086F5975766}" type="pres">
      <dgm:prSet presAssocID="{F8FEEC5E-F166-4704-A68A-D9F0DF3DF709}" presName="vert1" presStyleCnt="0"/>
      <dgm:spPr/>
    </dgm:pt>
    <dgm:pt modelId="{CE4568AE-31E0-4E69-8D39-92C845057AB3}" type="pres">
      <dgm:prSet presAssocID="{941DCC6E-60D4-48A0-939D-4896559BDA79}" presName="thickLine" presStyleLbl="alignNode1" presStyleIdx="2" presStyleCnt="6"/>
      <dgm:spPr/>
    </dgm:pt>
    <dgm:pt modelId="{CAA76E08-C61E-456D-8992-E9E19DE71B6A}" type="pres">
      <dgm:prSet presAssocID="{941DCC6E-60D4-48A0-939D-4896559BDA79}" presName="horz1" presStyleCnt="0"/>
      <dgm:spPr/>
    </dgm:pt>
    <dgm:pt modelId="{A23A24EE-4EAF-4676-8430-D1F7424BAED9}" type="pres">
      <dgm:prSet presAssocID="{941DCC6E-60D4-48A0-939D-4896559BDA79}" presName="tx1" presStyleLbl="revTx" presStyleIdx="2" presStyleCnt="6"/>
      <dgm:spPr/>
      <dgm:t>
        <a:bodyPr/>
        <a:lstStyle/>
        <a:p>
          <a:endParaRPr lang="en-US"/>
        </a:p>
      </dgm:t>
    </dgm:pt>
    <dgm:pt modelId="{7A41E13F-916B-44AE-AD58-E3F48F3144D5}" type="pres">
      <dgm:prSet presAssocID="{941DCC6E-60D4-48A0-939D-4896559BDA79}" presName="vert1" presStyleCnt="0"/>
      <dgm:spPr/>
    </dgm:pt>
    <dgm:pt modelId="{8C7901C3-B112-419E-AD93-A4293DBBC476}" type="pres">
      <dgm:prSet presAssocID="{F2399B6A-B903-4CCD-9742-B05758C78C30}" presName="thickLine" presStyleLbl="alignNode1" presStyleIdx="3" presStyleCnt="6"/>
      <dgm:spPr/>
    </dgm:pt>
    <dgm:pt modelId="{D91242DD-A91A-4429-BC04-83E66CA05096}" type="pres">
      <dgm:prSet presAssocID="{F2399B6A-B903-4CCD-9742-B05758C78C30}" presName="horz1" presStyleCnt="0"/>
      <dgm:spPr/>
    </dgm:pt>
    <dgm:pt modelId="{DAB33BAB-A284-4E93-948E-A2918955BD13}" type="pres">
      <dgm:prSet presAssocID="{F2399B6A-B903-4CCD-9742-B05758C78C30}" presName="tx1" presStyleLbl="revTx" presStyleIdx="3" presStyleCnt="6"/>
      <dgm:spPr/>
      <dgm:t>
        <a:bodyPr/>
        <a:lstStyle/>
        <a:p>
          <a:endParaRPr lang="en-US"/>
        </a:p>
      </dgm:t>
    </dgm:pt>
    <dgm:pt modelId="{44844C93-9B18-4837-930A-F6144A0D715A}" type="pres">
      <dgm:prSet presAssocID="{F2399B6A-B903-4CCD-9742-B05758C78C30}" presName="vert1" presStyleCnt="0"/>
      <dgm:spPr/>
    </dgm:pt>
    <dgm:pt modelId="{E7D77021-001F-4035-9698-F7158A8EAF59}" type="pres">
      <dgm:prSet presAssocID="{3301C797-2A46-46BF-AE9D-9BA4C9DA97E2}" presName="thickLine" presStyleLbl="alignNode1" presStyleIdx="4" presStyleCnt="6"/>
      <dgm:spPr/>
    </dgm:pt>
    <dgm:pt modelId="{5C7F3F34-E06E-4929-B903-ECD2135AF880}" type="pres">
      <dgm:prSet presAssocID="{3301C797-2A46-46BF-AE9D-9BA4C9DA97E2}" presName="horz1" presStyleCnt="0"/>
      <dgm:spPr/>
    </dgm:pt>
    <dgm:pt modelId="{403336EA-9C3C-4A2B-9110-AD46BCCF7805}" type="pres">
      <dgm:prSet presAssocID="{3301C797-2A46-46BF-AE9D-9BA4C9DA97E2}" presName="tx1" presStyleLbl="revTx" presStyleIdx="4" presStyleCnt="6"/>
      <dgm:spPr/>
      <dgm:t>
        <a:bodyPr/>
        <a:lstStyle/>
        <a:p>
          <a:endParaRPr lang="en-US"/>
        </a:p>
      </dgm:t>
    </dgm:pt>
    <dgm:pt modelId="{1862F422-9F91-4747-B58C-3C88BA2A2FD7}" type="pres">
      <dgm:prSet presAssocID="{3301C797-2A46-46BF-AE9D-9BA4C9DA97E2}" presName="vert1" presStyleCnt="0"/>
      <dgm:spPr/>
    </dgm:pt>
    <dgm:pt modelId="{3CCF4CEC-E8E5-40B8-A745-0764CD0A7FED}" type="pres">
      <dgm:prSet presAssocID="{EB04E1A1-174D-4CF8-916B-23E9F6012FA5}" presName="thickLine" presStyleLbl="alignNode1" presStyleIdx="5" presStyleCnt="6"/>
      <dgm:spPr/>
    </dgm:pt>
    <dgm:pt modelId="{F93D1B60-589A-49F0-B34B-B9CAD896EB0B}" type="pres">
      <dgm:prSet presAssocID="{EB04E1A1-174D-4CF8-916B-23E9F6012FA5}" presName="horz1" presStyleCnt="0"/>
      <dgm:spPr/>
    </dgm:pt>
    <dgm:pt modelId="{24B9A8EE-C7C6-417A-A4F4-F451ABA87B97}" type="pres">
      <dgm:prSet presAssocID="{EB04E1A1-174D-4CF8-916B-23E9F6012FA5}" presName="tx1" presStyleLbl="revTx" presStyleIdx="5" presStyleCnt="6"/>
      <dgm:spPr/>
      <dgm:t>
        <a:bodyPr/>
        <a:lstStyle/>
        <a:p>
          <a:endParaRPr lang="en-US"/>
        </a:p>
      </dgm:t>
    </dgm:pt>
    <dgm:pt modelId="{8EA1287B-8F42-4B4B-A899-027D933B6CEB}" type="pres">
      <dgm:prSet presAssocID="{EB04E1A1-174D-4CF8-916B-23E9F6012FA5}" presName="vert1" presStyleCnt="0"/>
      <dgm:spPr/>
    </dgm:pt>
  </dgm:ptLst>
  <dgm:cxnLst>
    <dgm:cxn modelId="{EA29BFA0-E57C-4F0D-9F20-C6ACA5B0F858}" type="presOf" srcId="{941DCC6E-60D4-48A0-939D-4896559BDA79}" destId="{A23A24EE-4EAF-4676-8430-D1F7424BAED9}" srcOrd="0" destOrd="0" presId="urn:microsoft.com/office/officeart/2008/layout/LinedList"/>
    <dgm:cxn modelId="{EA011670-73B7-4C1F-BA72-296D4F436C8C}" type="presOf" srcId="{81D93649-820C-4EF2-8E01-41378ED000FF}" destId="{6DAE3A8D-B023-4667-ABA1-D49EF2CC55C2}" srcOrd="0" destOrd="0" presId="urn:microsoft.com/office/officeart/2008/layout/LinedList"/>
    <dgm:cxn modelId="{81043230-74A9-428C-B905-A38E0906E5FF}" srcId="{81D93649-820C-4EF2-8E01-41378ED000FF}" destId="{3301C797-2A46-46BF-AE9D-9BA4C9DA97E2}" srcOrd="4" destOrd="0" parTransId="{FC183DF0-A4F2-494E-8839-DD524A2F6E4B}" sibTransId="{3D9A9872-7FC8-47C0-BA68-54C81C56DD89}"/>
    <dgm:cxn modelId="{ED4E76ED-D128-4A3D-864A-92BAB5FFE46E}" srcId="{81D93649-820C-4EF2-8E01-41378ED000FF}" destId="{A1842392-2653-446C-9526-A1400FAC615E}" srcOrd="0" destOrd="0" parTransId="{49F00298-007E-4D1D-8434-FADE12F6A6AF}" sibTransId="{35066002-65F5-48BE-9A86-592C6DF85A13}"/>
    <dgm:cxn modelId="{F167AA67-BC2B-4F6A-9B62-9DD41E2F15C9}" srcId="{81D93649-820C-4EF2-8E01-41378ED000FF}" destId="{EB04E1A1-174D-4CF8-916B-23E9F6012FA5}" srcOrd="5" destOrd="0" parTransId="{6DAB3D19-2A46-4C10-B0BA-F6400FC7E2EB}" sibTransId="{3C98DAC3-F98C-4A8D-97E4-ED3C3DD4567C}"/>
    <dgm:cxn modelId="{A8D45DB2-A49F-4213-8302-5792F9769763}" type="presOf" srcId="{F2399B6A-B903-4CCD-9742-B05758C78C30}" destId="{DAB33BAB-A284-4E93-948E-A2918955BD13}" srcOrd="0" destOrd="0" presId="urn:microsoft.com/office/officeart/2008/layout/LinedList"/>
    <dgm:cxn modelId="{5867CF1E-C130-47F1-8534-94358EE3BB5B}" type="presOf" srcId="{3301C797-2A46-46BF-AE9D-9BA4C9DA97E2}" destId="{403336EA-9C3C-4A2B-9110-AD46BCCF7805}" srcOrd="0" destOrd="0" presId="urn:microsoft.com/office/officeart/2008/layout/LinedList"/>
    <dgm:cxn modelId="{12300EA7-C4D1-4B35-A07C-23EC1DDFBEA5}" type="presOf" srcId="{EB04E1A1-174D-4CF8-916B-23E9F6012FA5}" destId="{24B9A8EE-C7C6-417A-A4F4-F451ABA87B97}" srcOrd="0" destOrd="0" presId="urn:microsoft.com/office/officeart/2008/layout/LinedList"/>
    <dgm:cxn modelId="{34A3D1F2-307C-4092-9089-76C7B9D866CA}" srcId="{81D93649-820C-4EF2-8E01-41378ED000FF}" destId="{F8FEEC5E-F166-4704-A68A-D9F0DF3DF709}" srcOrd="1" destOrd="0" parTransId="{93BFFECD-B569-45F6-ABC9-B755742D4929}" sibTransId="{1FD8EB22-910D-4136-BF84-3660BB0FA948}"/>
    <dgm:cxn modelId="{EB2D0D98-9097-4853-89BA-560C29EC6413}" type="presOf" srcId="{F8FEEC5E-F166-4704-A68A-D9F0DF3DF709}" destId="{601C16DB-9307-4AE5-8343-C23AA84CC36F}" srcOrd="0" destOrd="0" presId="urn:microsoft.com/office/officeart/2008/layout/LinedList"/>
    <dgm:cxn modelId="{B52382B0-3C40-4120-A3F7-F60A12A0F3FD}" srcId="{81D93649-820C-4EF2-8E01-41378ED000FF}" destId="{941DCC6E-60D4-48A0-939D-4896559BDA79}" srcOrd="2" destOrd="0" parTransId="{6CD3B839-32A4-451B-8EA0-47B2DC455C42}" sibTransId="{1C45E681-A6FF-4EE8-9672-1B4861277FE9}"/>
    <dgm:cxn modelId="{B331FDDE-E61A-4BAF-A6F1-D93BDA5BEE2B}" type="presOf" srcId="{A1842392-2653-446C-9526-A1400FAC615E}" destId="{1CA4BD43-7A79-4866-B246-46AC2BB39A5C}" srcOrd="0" destOrd="0" presId="urn:microsoft.com/office/officeart/2008/layout/LinedList"/>
    <dgm:cxn modelId="{FD9ABA89-453D-434B-AA8A-F5475692CB26}" srcId="{81D93649-820C-4EF2-8E01-41378ED000FF}" destId="{F2399B6A-B903-4CCD-9742-B05758C78C30}" srcOrd="3" destOrd="0" parTransId="{31362755-49EE-4150-9EC1-EC3FB8588720}" sibTransId="{77AD6040-4CBC-422D-8DA2-8C1096E7D5D3}"/>
    <dgm:cxn modelId="{059AB88A-CBFB-4E69-8F77-B963A309D13A}" type="presParOf" srcId="{6DAE3A8D-B023-4667-ABA1-D49EF2CC55C2}" destId="{FD18E44B-8785-4E2C-B8F9-D5D30D064E85}" srcOrd="0" destOrd="0" presId="urn:microsoft.com/office/officeart/2008/layout/LinedList"/>
    <dgm:cxn modelId="{BF277C01-C887-45E6-8E89-6E6C0CFFCFED}" type="presParOf" srcId="{6DAE3A8D-B023-4667-ABA1-D49EF2CC55C2}" destId="{7F30DD97-5CB4-495D-988E-F3022A099348}" srcOrd="1" destOrd="0" presId="urn:microsoft.com/office/officeart/2008/layout/LinedList"/>
    <dgm:cxn modelId="{879EC00B-9DC6-4B65-9392-B71C5BC126CA}" type="presParOf" srcId="{7F30DD97-5CB4-495D-988E-F3022A099348}" destId="{1CA4BD43-7A79-4866-B246-46AC2BB39A5C}" srcOrd="0" destOrd="0" presId="urn:microsoft.com/office/officeart/2008/layout/LinedList"/>
    <dgm:cxn modelId="{E19BFE45-7864-49DF-AE17-1C781396B175}" type="presParOf" srcId="{7F30DD97-5CB4-495D-988E-F3022A099348}" destId="{8D8B4FAC-0323-4FEC-969C-F85FA2BAE06C}" srcOrd="1" destOrd="0" presId="urn:microsoft.com/office/officeart/2008/layout/LinedList"/>
    <dgm:cxn modelId="{67E30AEE-6E04-468A-8361-EA6CEB0C97C6}" type="presParOf" srcId="{6DAE3A8D-B023-4667-ABA1-D49EF2CC55C2}" destId="{5163D773-94B9-4F2E-8120-A6A0B351FF19}" srcOrd="2" destOrd="0" presId="urn:microsoft.com/office/officeart/2008/layout/LinedList"/>
    <dgm:cxn modelId="{CC65275F-806F-4E68-8AA8-1272D84B3ADC}" type="presParOf" srcId="{6DAE3A8D-B023-4667-ABA1-D49EF2CC55C2}" destId="{E317D4BD-35C7-4207-A428-32D1A9F57533}" srcOrd="3" destOrd="0" presId="urn:microsoft.com/office/officeart/2008/layout/LinedList"/>
    <dgm:cxn modelId="{F4DCB179-06B7-4BC3-9568-C60303FA138A}" type="presParOf" srcId="{E317D4BD-35C7-4207-A428-32D1A9F57533}" destId="{601C16DB-9307-4AE5-8343-C23AA84CC36F}" srcOrd="0" destOrd="0" presId="urn:microsoft.com/office/officeart/2008/layout/LinedList"/>
    <dgm:cxn modelId="{0F0AD971-8359-490C-8B54-3CD6922C972C}" type="presParOf" srcId="{E317D4BD-35C7-4207-A428-32D1A9F57533}" destId="{995744C6-92B8-4E29-A77A-8086F5975766}" srcOrd="1" destOrd="0" presId="urn:microsoft.com/office/officeart/2008/layout/LinedList"/>
    <dgm:cxn modelId="{E4FC2DED-65DE-4269-8042-4728FC110DA6}" type="presParOf" srcId="{6DAE3A8D-B023-4667-ABA1-D49EF2CC55C2}" destId="{CE4568AE-31E0-4E69-8D39-92C845057AB3}" srcOrd="4" destOrd="0" presId="urn:microsoft.com/office/officeart/2008/layout/LinedList"/>
    <dgm:cxn modelId="{426061A3-395D-426C-934C-F3ED63DF2A2C}" type="presParOf" srcId="{6DAE3A8D-B023-4667-ABA1-D49EF2CC55C2}" destId="{CAA76E08-C61E-456D-8992-E9E19DE71B6A}" srcOrd="5" destOrd="0" presId="urn:microsoft.com/office/officeart/2008/layout/LinedList"/>
    <dgm:cxn modelId="{EB36C23F-AFF3-44D0-ACC7-2A975BE9EC01}" type="presParOf" srcId="{CAA76E08-C61E-456D-8992-E9E19DE71B6A}" destId="{A23A24EE-4EAF-4676-8430-D1F7424BAED9}" srcOrd="0" destOrd="0" presId="urn:microsoft.com/office/officeart/2008/layout/LinedList"/>
    <dgm:cxn modelId="{E1411841-3731-4D5A-B14D-7503C31B0F4A}" type="presParOf" srcId="{CAA76E08-C61E-456D-8992-E9E19DE71B6A}" destId="{7A41E13F-916B-44AE-AD58-E3F48F3144D5}" srcOrd="1" destOrd="0" presId="urn:microsoft.com/office/officeart/2008/layout/LinedList"/>
    <dgm:cxn modelId="{47EA5F84-FE2B-45F3-8F02-6E1CC876C371}" type="presParOf" srcId="{6DAE3A8D-B023-4667-ABA1-D49EF2CC55C2}" destId="{8C7901C3-B112-419E-AD93-A4293DBBC476}" srcOrd="6" destOrd="0" presId="urn:microsoft.com/office/officeart/2008/layout/LinedList"/>
    <dgm:cxn modelId="{C5F69197-8D63-47AE-B47F-6A9842FF96A4}" type="presParOf" srcId="{6DAE3A8D-B023-4667-ABA1-D49EF2CC55C2}" destId="{D91242DD-A91A-4429-BC04-83E66CA05096}" srcOrd="7" destOrd="0" presId="urn:microsoft.com/office/officeart/2008/layout/LinedList"/>
    <dgm:cxn modelId="{09F21128-61FC-423A-A21D-9C5F4C89EBAA}" type="presParOf" srcId="{D91242DD-A91A-4429-BC04-83E66CA05096}" destId="{DAB33BAB-A284-4E93-948E-A2918955BD13}" srcOrd="0" destOrd="0" presId="urn:microsoft.com/office/officeart/2008/layout/LinedList"/>
    <dgm:cxn modelId="{6E44FB5B-1516-4C96-BC82-69CE3B1FB1F4}" type="presParOf" srcId="{D91242DD-A91A-4429-BC04-83E66CA05096}" destId="{44844C93-9B18-4837-930A-F6144A0D715A}" srcOrd="1" destOrd="0" presId="urn:microsoft.com/office/officeart/2008/layout/LinedList"/>
    <dgm:cxn modelId="{291EAE63-B914-441B-8EEE-34B496D1D55F}" type="presParOf" srcId="{6DAE3A8D-B023-4667-ABA1-D49EF2CC55C2}" destId="{E7D77021-001F-4035-9698-F7158A8EAF59}" srcOrd="8" destOrd="0" presId="urn:microsoft.com/office/officeart/2008/layout/LinedList"/>
    <dgm:cxn modelId="{BB157C60-D667-4906-A8F4-0A307A360AAA}" type="presParOf" srcId="{6DAE3A8D-B023-4667-ABA1-D49EF2CC55C2}" destId="{5C7F3F34-E06E-4929-B903-ECD2135AF880}" srcOrd="9" destOrd="0" presId="urn:microsoft.com/office/officeart/2008/layout/LinedList"/>
    <dgm:cxn modelId="{33EDB7D7-18A7-4A4F-916A-2CAC2EEFF21D}" type="presParOf" srcId="{5C7F3F34-E06E-4929-B903-ECD2135AF880}" destId="{403336EA-9C3C-4A2B-9110-AD46BCCF7805}" srcOrd="0" destOrd="0" presId="urn:microsoft.com/office/officeart/2008/layout/LinedList"/>
    <dgm:cxn modelId="{999D7C82-7B1B-4CC0-AB59-2E4F10CAD589}" type="presParOf" srcId="{5C7F3F34-E06E-4929-B903-ECD2135AF880}" destId="{1862F422-9F91-4747-B58C-3C88BA2A2FD7}" srcOrd="1" destOrd="0" presId="urn:microsoft.com/office/officeart/2008/layout/LinedList"/>
    <dgm:cxn modelId="{57CB205C-3AC7-477D-B628-ABC30C0FD4E6}" type="presParOf" srcId="{6DAE3A8D-B023-4667-ABA1-D49EF2CC55C2}" destId="{3CCF4CEC-E8E5-40B8-A745-0764CD0A7FED}" srcOrd="10" destOrd="0" presId="urn:microsoft.com/office/officeart/2008/layout/LinedList"/>
    <dgm:cxn modelId="{5FC9B2B2-E894-4637-9834-9EA0A9D699A6}" type="presParOf" srcId="{6DAE3A8D-B023-4667-ABA1-D49EF2CC55C2}" destId="{F93D1B60-589A-49F0-B34B-B9CAD896EB0B}" srcOrd="11" destOrd="0" presId="urn:microsoft.com/office/officeart/2008/layout/LinedList"/>
    <dgm:cxn modelId="{4EDAC6DC-B493-4120-8826-30B7A1615EA4}" type="presParOf" srcId="{F93D1B60-589A-49F0-B34B-B9CAD896EB0B}" destId="{24B9A8EE-C7C6-417A-A4F4-F451ABA87B97}" srcOrd="0" destOrd="0" presId="urn:microsoft.com/office/officeart/2008/layout/LinedList"/>
    <dgm:cxn modelId="{86778B85-C972-4597-B6AE-A5F831AB16F0}" type="presParOf" srcId="{F93D1B60-589A-49F0-B34B-B9CAD896EB0B}" destId="{8EA1287B-8F42-4B4B-A899-027D933B6CE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0CD968D-D92A-41FF-A17B-CAE0CB3C467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DD9D059D-3ED7-4B78-AB01-22092D942314}">
      <dgm:prSet/>
      <dgm:spPr/>
      <dgm:t>
        <a:bodyPr/>
        <a:lstStyle/>
        <a:p>
          <a:r>
            <a:rPr lang="en-US"/>
            <a:t>flat() method that creates a new array with all the elements of the subarrays concatenated to it recursively up to a specified depth.</a:t>
          </a:r>
        </a:p>
      </dgm:t>
    </dgm:pt>
    <dgm:pt modelId="{F8BB7E83-8978-4F22-90F5-A139E3C21208}" type="parTrans" cxnId="{E8EB88F5-D558-4324-9854-C6BD38F367B6}">
      <dgm:prSet/>
      <dgm:spPr/>
      <dgm:t>
        <a:bodyPr/>
        <a:lstStyle/>
        <a:p>
          <a:endParaRPr lang="en-US"/>
        </a:p>
      </dgm:t>
    </dgm:pt>
    <dgm:pt modelId="{EF83A720-F091-4F84-A82E-4069AA25E0F9}" type="sibTrans" cxnId="{E8EB88F5-D558-4324-9854-C6BD38F367B6}">
      <dgm:prSet/>
      <dgm:spPr/>
      <dgm:t>
        <a:bodyPr/>
        <a:lstStyle/>
        <a:p>
          <a:endParaRPr lang="en-US"/>
        </a:p>
      </dgm:t>
    </dgm:pt>
    <dgm:pt modelId="{9A4332F0-D13C-481A-9E41-B7E605A8888F}">
      <dgm:prSet/>
      <dgm:spPr/>
      <dgm:t>
        <a:bodyPr/>
        <a:lstStyle/>
        <a:p>
          <a:r>
            <a:rPr lang="en-US"/>
            <a:t>By default, the depth is ‘1’.</a:t>
          </a:r>
        </a:p>
      </dgm:t>
    </dgm:pt>
    <dgm:pt modelId="{BA732B34-AAA9-438B-8F1A-58B1EB53B95E}" type="parTrans" cxnId="{5AFB4DDE-7948-4A8F-8B14-08B161704D2B}">
      <dgm:prSet/>
      <dgm:spPr/>
      <dgm:t>
        <a:bodyPr/>
        <a:lstStyle/>
        <a:p>
          <a:endParaRPr lang="en-US"/>
        </a:p>
      </dgm:t>
    </dgm:pt>
    <dgm:pt modelId="{27122D88-F163-4A01-964B-C21830396D1C}" type="sibTrans" cxnId="{5AFB4DDE-7948-4A8F-8B14-08B161704D2B}">
      <dgm:prSet/>
      <dgm:spPr/>
      <dgm:t>
        <a:bodyPr/>
        <a:lstStyle/>
        <a:p>
          <a:endParaRPr lang="en-US"/>
        </a:p>
      </dgm:t>
    </dgm:pt>
    <dgm:pt modelId="{91FCDEC6-EA20-448D-8C3A-FCC46C41BFEC}">
      <dgm:prSet/>
      <dgm:spPr/>
      <dgm:t>
        <a:bodyPr/>
        <a:lstStyle/>
        <a:p>
          <a:r>
            <a:rPr lang="en-US"/>
            <a:t>We can also use ‘Infinity’ parameter for all sub arrays.</a:t>
          </a:r>
        </a:p>
      </dgm:t>
    </dgm:pt>
    <dgm:pt modelId="{CC1DC507-6777-4F4F-A8D6-8AA7A5A0C425}" type="parTrans" cxnId="{49FB3682-AC3F-4D62-81E3-4EFA9EF71F10}">
      <dgm:prSet/>
      <dgm:spPr/>
      <dgm:t>
        <a:bodyPr/>
        <a:lstStyle/>
        <a:p>
          <a:endParaRPr lang="en-US"/>
        </a:p>
      </dgm:t>
    </dgm:pt>
    <dgm:pt modelId="{404A472D-48FB-453A-870B-459265BDE28C}" type="sibTrans" cxnId="{49FB3682-AC3F-4D62-81E3-4EFA9EF71F10}">
      <dgm:prSet/>
      <dgm:spPr/>
      <dgm:t>
        <a:bodyPr/>
        <a:lstStyle/>
        <a:p>
          <a:endParaRPr lang="en-US"/>
        </a:p>
      </dgm:t>
    </dgm:pt>
    <dgm:pt modelId="{AC15092F-F1FC-4643-953A-0764AD2DBFA5}" type="pres">
      <dgm:prSet presAssocID="{90CD968D-D92A-41FF-A17B-CAE0CB3C4677}" presName="root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6A9EBEF-17E2-4054-A836-A1933E4DEB07}" type="pres">
      <dgm:prSet presAssocID="{DD9D059D-3ED7-4B78-AB01-22092D942314}" presName="compNode" presStyleCnt="0"/>
      <dgm:spPr/>
    </dgm:pt>
    <dgm:pt modelId="{B40451CA-0C86-49FE-B85E-9CC283724F6E}" type="pres">
      <dgm:prSet presAssocID="{DD9D059D-3ED7-4B78-AB01-22092D942314}" presName="bgRect" presStyleLbl="bgShp" presStyleIdx="0" presStyleCnt="3"/>
      <dgm:spPr/>
    </dgm:pt>
    <dgm:pt modelId="{8E6BAE52-5CDD-4F3C-8830-529B904AA65F}" type="pres">
      <dgm:prSet presAssocID="{DD9D059D-3ED7-4B78-AB01-22092D942314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534D84A1-214C-493D-A358-8EE3D1E09D26}" type="pres">
      <dgm:prSet presAssocID="{DD9D059D-3ED7-4B78-AB01-22092D942314}" presName="spaceRect" presStyleCnt="0"/>
      <dgm:spPr/>
    </dgm:pt>
    <dgm:pt modelId="{B94C468F-C315-403E-BF3B-A6A5F4F15ED8}" type="pres">
      <dgm:prSet presAssocID="{DD9D059D-3ED7-4B78-AB01-22092D942314}" presName="parTx" presStyleLbl="revTx" presStyleIdx="0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7CC396D0-A3BF-42C6-8A76-EB32C163DB4D}" type="pres">
      <dgm:prSet presAssocID="{EF83A720-F091-4F84-A82E-4069AA25E0F9}" presName="sibTrans" presStyleCnt="0"/>
      <dgm:spPr/>
    </dgm:pt>
    <dgm:pt modelId="{9DA264EB-E90C-46AE-863B-5D72459A3BA9}" type="pres">
      <dgm:prSet presAssocID="{9A4332F0-D13C-481A-9E41-B7E605A8888F}" presName="compNode" presStyleCnt="0"/>
      <dgm:spPr/>
    </dgm:pt>
    <dgm:pt modelId="{91433EDA-B140-40F5-9953-258C6F109FD5}" type="pres">
      <dgm:prSet presAssocID="{9A4332F0-D13C-481A-9E41-B7E605A8888F}" presName="bgRect" presStyleLbl="bgShp" presStyleIdx="1" presStyleCnt="3"/>
      <dgm:spPr/>
    </dgm:pt>
    <dgm:pt modelId="{89FBF525-210A-41C5-9F11-9FF3C56C8510}" type="pres">
      <dgm:prSet presAssocID="{9A4332F0-D13C-481A-9E41-B7E605A8888F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Crab"/>
        </a:ext>
      </dgm:extLst>
    </dgm:pt>
    <dgm:pt modelId="{1E0F067E-600C-4BDE-97E7-3CFFF95425FF}" type="pres">
      <dgm:prSet presAssocID="{9A4332F0-D13C-481A-9E41-B7E605A8888F}" presName="spaceRect" presStyleCnt="0"/>
      <dgm:spPr/>
    </dgm:pt>
    <dgm:pt modelId="{60E6E292-9DB0-49EF-9358-958F5A0C5AD9}" type="pres">
      <dgm:prSet presAssocID="{9A4332F0-D13C-481A-9E41-B7E605A8888F}" presName="parTx" presStyleLbl="revTx" presStyleIdx="1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  <dgm:pt modelId="{61AE01E7-9529-4A2D-82CB-FB496C087179}" type="pres">
      <dgm:prSet presAssocID="{27122D88-F163-4A01-964B-C21830396D1C}" presName="sibTrans" presStyleCnt="0"/>
      <dgm:spPr/>
    </dgm:pt>
    <dgm:pt modelId="{29BDC4C5-F6AA-4D4B-AF01-9FD918D1E192}" type="pres">
      <dgm:prSet presAssocID="{91FCDEC6-EA20-448D-8C3A-FCC46C41BFEC}" presName="compNode" presStyleCnt="0"/>
      <dgm:spPr/>
    </dgm:pt>
    <dgm:pt modelId="{4AAB546C-8136-4B5B-AC3C-9D35C1CEDC9A}" type="pres">
      <dgm:prSet presAssocID="{91FCDEC6-EA20-448D-8C3A-FCC46C41BFEC}" presName="bgRect" presStyleLbl="bgShp" presStyleIdx="2" presStyleCnt="3"/>
      <dgm:spPr/>
    </dgm:pt>
    <dgm:pt modelId="{4B78E486-9C68-4E30-9C40-DD70FCE0F738}" type="pres">
      <dgm:prSet presAssocID="{91FCDEC6-EA20-448D-8C3A-FCC46C41BFEC}" presName="iconRect" presStyleLbl="node1" presStyleIdx="2" presStyleCnt="3"/>
      <dgm:spPr>
        <a:blipFill>
          <a:blip xmlns:r="http://schemas.openxmlformats.org/officeDocument/2006/relationships"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t>
        <a:bodyPr/>
        <a:lstStyle/>
        <a:p>
          <a:endParaRPr lang="en-US"/>
        </a:p>
      </dgm:t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7BCBD79F-3248-450B-9478-1E2606143CFA}" type="pres">
      <dgm:prSet presAssocID="{91FCDEC6-EA20-448D-8C3A-FCC46C41BFEC}" presName="spaceRect" presStyleCnt="0"/>
      <dgm:spPr/>
    </dgm:pt>
    <dgm:pt modelId="{1F48C83D-6462-4878-833F-EC77CC6DF43B}" type="pres">
      <dgm:prSet presAssocID="{91FCDEC6-EA20-448D-8C3A-FCC46C41BFEC}" presName="parTx" presStyleLbl="revTx" presStyleIdx="2" presStyleCnt="3">
        <dgm:presLayoutVars>
          <dgm:chMax val="0"/>
          <dgm:chPref val="0"/>
        </dgm:presLayoutVars>
      </dgm:prSet>
      <dgm:spPr/>
      <dgm:t>
        <a:bodyPr/>
        <a:lstStyle/>
        <a:p>
          <a:endParaRPr lang="en-US"/>
        </a:p>
      </dgm:t>
    </dgm:pt>
  </dgm:ptLst>
  <dgm:cxnLst>
    <dgm:cxn modelId="{C78BC2CC-CBB7-418E-B804-BDC8F93E83B1}" type="presOf" srcId="{DD9D059D-3ED7-4B78-AB01-22092D942314}" destId="{B94C468F-C315-403E-BF3B-A6A5F4F15ED8}" srcOrd="0" destOrd="0" presId="urn:microsoft.com/office/officeart/2018/2/layout/IconVerticalSolidList"/>
    <dgm:cxn modelId="{87AE75E0-41D3-4159-A4B4-37ECC6854D3F}" type="presOf" srcId="{90CD968D-D92A-41FF-A17B-CAE0CB3C4677}" destId="{AC15092F-F1FC-4643-953A-0764AD2DBFA5}" srcOrd="0" destOrd="0" presId="urn:microsoft.com/office/officeart/2018/2/layout/IconVerticalSolidList"/>
    <dgm:cxn modelId="{EAB359C5-1A5B-4FDD-94CC-76AB4A4BCE9F}" type="presOf" srcId="{91FCDEC6-EA20-448D-8C3A-FCC46C41BFEC}" destId="{1F48C83D-6462-4878-833F-EC77CC6DF43B}" srcOrd="0" destOrd="0" presId="urn:microsoft.com/office/officeart/2018/2/layout/IconVerticalSolidList"/>
    <dgm:cxn modelId="{E8EB88F5-D558-4324-9854-C6BD38F367B6}" srcId="{90CD968D-D92A-41FF-A17B-CAE0CB3C4677}" destId="{DD9D059D-3ED7-4B78-AB01-22092D942314}" srcOrd="0" destOrd="0" parTransId="{F8BB7E83-8978-4F22-90F5-A139E3C21208}" sibTransId="{EF83A720-F091-4F84-A82E-4069AA25E0F9}"/>
    <dgm:cxn modelId="{49FB3682-AC3F-4D62-81E3-4EFA9EF71F10}" srcId="{90CD968D-D92A-41FF-A17B-CAE0CB3C4677}" destId="{91FCDEC6-EA20-448D-8C3A-FCC46C41BFEC}" srcOrd="2" destOrd="0" parTransId="{CC1DC507-6777-4F4F-A8D6-8AA7A5A0C425}" sibTransId="{404A472D-48FB-453A-870B-459265BDE28C}"/>
    <dgm:cxn modelId="{5AFB4DDE-7948-4A8F-8B14-08B161704D2B}" srcId="{90CD968D-D92A-41FF-A17B-CAE0CB3C4677}" destId="{9A4332F0-D13C-481A-9E41-B7E605A8888F}" srcOrd="1" destOrd="0" parTransId="{BA732B34-AAA9-438B-8F1A-58B1EB53B95E}" sibTransId="{27122D88-F163-4A01-964B-C21830396D1C}"/>
    <dgm:cxn modelId="{9BAB8826-80B5-40C0-837B-1A675BE47B47}" type="presOf" srcId="{9A4332F0-D13C-481A-9E41-B7E605A8888F}" destId="{60E6E292-9DB0-49EF-9358-958F5A0C5AD9}" srcOrd="0" destOrd="0" presId="urn:microsoft.com/office/officeart/2018/2/layout/IconVerticalSolidList"/>
    <dgm:cxn modelId="{50A14825-CC50-40BD-86D7-C81D570E066A}" type="presParOf" srcId="{AC15092F-F1FC-4643-953A-0764AD2DBFA5}" destId="{66A9EBEF-17E2-4054-A836-A1933E4DEB07}" srcOrd="0" destOrd="0" presId="urn:microsoft.com/office/officeart/2018/2/layout/IconVerticalSolidList"/>
    <dgm:cxn modelId="{7DCACCF8-6F26-4C03-8DB7-DA6AB9AFE86D}" type="presParOf" srcId="{66A9EBEF-17E2-4054-A836-A1933E4DEB07}" destId="{B40451CA-0C86-49FE-B85E-9CC283724F6E}" srcOrd="0" destOrd="0" presId="urn:microsoft.com/office/officeart/2018/2/layout/IconVerticalSolidList"/>
    <dgm:cxn modelId="{0B40245D-B7EB-423E-BD14-2314D4A5F909}" type="presParOf" srcId="{66A9EBEF-17E2-4054-A836-A1933E4DEB07}" destId="{8E6BAE52-5CDD-4F3C-8830-529B904AA65F}" srcOrd="1" destOrd="0" presId="urn:microsoft.com/office/officeart/2018/2/layout/IconVerticalSolidList"/>
    <dgm:cxn modelId="{147F83D1-F10A-4DCA-86A4-772687741549}" type="presParOf" srcId="{66A9EBEF-17E2-4054-A836-A1933E4DEB07}" destId="{534D84A1-214C-493D-A358-8EE3D1E09D26}" srcOrd="2" destOrd="0" presId="urn:microsoft.com/office/officeart/2018/2/layout/IconVerticalSolidList"/>
    <dgm:cxn modelId="{1C6D7DF2-3BAE-426F-AC3A-862D909799C4}" type="presParOf" srcId="{66A9EBEF-17E2-4054-A836-A1933E4DEB07}" destId="{B94C468F-C315-403E-BF3B-A6A5F4F15ED8}" srcOrd="3" destOrd="0" presId="urn:microsoft.com/office/officeart/2018/2/layout/IconVerticalSolidList"/>
    <dgm:cxn modelId="{91CE5CAF-B7B7-4B29-A3BE-E3F690F246B0}" type="presParOf" srcId="{AC15092F-F1FC-4643-953A-0764AD2DBFA5}" destId="{7CC396D0-A3BF-42C6-8A76-EB32C163DB4D}" srcOrd="1" destOrd="0" presId="urn:microsoft.com/office/officeart/2018/2/layout/IconVerticalSolidList"/>
    <dgm:cxn modelId="{6A2A365E-A72F-4FE4-A3AC-622141C29341}" type="presParOf" srcId="{AC15092F-F1FC-4643-953A-0764AD2DBFA5}" destId="{9DA264EB-E90C-46AE-863B-5D72459A3BA9}" srcOrd="2" destOrd="0" presId="urn:microsoft.com/office/officeart/2018/2/layout/IconVerticalSolidList"/>
    <dgm:cxn modelId="{31B8ACA9-4CFE-498B-B8A0-9D758D953366}" type="presParOf" srcId="{9DA264EB-E90C-46AE-863B-5D72459A3BA9}" destId="{91433EDA-B140-40F5-9953-258C6F109FD5}" srcOrd="0" destOrd="0" presId="urn:microsoft.com/office/officeart/2018/2/layout/IconVerticalSolidList"/>
    <dgm:cxn modelId="{C85E9DE1-0BE2-4B7A-9D71-FDA19482CF54}" type="presParOf" srcId="{9DA264EB-E90C-46AE-863B-5D72459A3BA9}" destId="{89FBF525-210A-41C5-9F11-9FF3C56C8510}" srcOrd="1" destOrd="0" presId="urn:microsoft.com/office/officeart/2018/2/layout/IconVerticalSolidList"/>
    <dgm:cxn modelId="{0E23ACE3-2F45-4E6C-A721-70B88335B78D}" type="presParOf" srcId="{9DA264EB-E90C-46AE-863B-5D72459A3BA9}" destId="{1E0F067E-600C-4BDE-97E7-3CFFF95425FF}" srcOrd="2" destOrd="0" presId="urn:microsoft.com/office/officeart/2018/2/layout/IconVerticalSolidList"/>
    <dgm:cxn modelId="{3C1E1188-3A91-4EAE-B944-B2BCCDE8CE3A}" type="presParOf" srcId="{9DA264EB-E90C-46AE-863B-5D72459A3BA9}" destId="{60E6E292-9DB0-49EF-9358-958F5A0C5AD9}" srcOrd="3" destOrd="0" presId="urn:microsoft.com/office/officeart/2018/2/layout/IconVerticalSolidList"/>
    <dgm:cxn modelId="{FDAD1A23-7C0A-4620-B678-CB0487DD84D2}" type="presParOf" srcId="{AC15092F-F1FC-4643-953A-0764AD2DBFA5}" destId="{61AE01E7-9529-4A2D-82CB-FB496C087179}" srcOrd="3" destOrd="0" presId="urn:microsoft.com/office/officeart/2018/2/layout/IconVerticalSolidList"/>
    <dgm:cxn modelId="{9DD172A8-99A5-455F-804F-976BEB4C0DF0}" type="presParOf" srcId="{AC15092F-F1FC-4643-953A-0764AD2DBFA5}" destId="{29BDC4C5-F6AA-4D4B-AF01-9FD918D1E192}" srcOrd="4" destOrd="0" presId="urn:microsoft.com/office/officeart/2018/2/layout/IconVerticalSolidList"/>
    <dgm:cxn modelId="{1326A192-BE3B-482D-83CF-B922062B2D4E}" type="presParOf" srcId="{29BDC4C5-F6AA-4D4B-AF01-9FD918D1E192}" destId="{4AAB546C-8136-4B5B-AC3C-9D35C1CEDC9A}" srcOrd="0" destOrd="0" presId="urn:microsoft.com/office/officeart/2018/2/layout/IconVerticalSolidList"/>
    <dgm:cxn modelId="{5F5DFC50-37DA-4150-8BB9-917C4EE2D4AA}" type="presParOf" srcId="{29BDC4C5-F6AA-4D4B-AF01-9FD918D1E192}" destId="{4B78E486-9C68-4E30-9C40-DD70FCE0F738}" srcOrd="1" destOrd="0" presId="urn:microsoft.com/office/officeart/2018/2/layout/IconVerticalSolidList"/>
    <dgm:cxn modelId="{9EE32640-6AEF-49E9-B46C-3ECED5373CED}" type="presParOf" srcId="{29BDC4C5-F6AA-4D4B-AF01-9FD918D1E192}" destId="{7BCBD79F-3248-450B-9478-1E2606143CFA}" srcOrd="2" destOrd="0" presId="urn:microsoft.com/office/officeart/2018/2/layout/IconVerticalSolidList"/>
    <dgm:cxn modelId="{0AEE9B56-B80A-4157-8639-051479077F32}" type="presParOf" srcId="{29BDC4C5-F6AA-4D4B-AF01-9FD918D1E192}" destId="{1F48C83D-6462-4878-833F-EC77CC6DF43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A764BA0D-6239-40DF-90BB-6783EF0D8920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DE7F68E-6FFD-4508-A6FC-B2CB1E8D0EE4}">
      <dgm:prSet/>
      <dgm:spPr/>
      <dgm:t>
        <a:bodyPr/>
        <a:lstStyle/>
        <a:p>
          <a:r>
            <a:rPr lang="en-US" dirty="0" err="1"/>
            <a:t>const</a:t>
          </a:r>
          <a:r>
            <a:rPr lang="en-US" dirty="0"/>
            <a:t> numbers = [1, 2, [3, 4, 5]];</a:t>
          </a:r>
        </a:p>
      </dgm:t>
    </dgm:pt>
    <dgm:pt modelId="{DF1754FA-EE28-4AF7-9D83-E9678160678C}" type="parTrans" cxnId="{8199C9E8-674C-49AA-B9F5-B8FE522B890E}">
      <dgm:prSet/>
      <dgm:spPr/>
      <dgm:t>
        <a:bodyPr/>
        <a:lstStyle/>
        <a:p>
          <a:endParaRPr lang="en-US"/>
        </a:p>
      </dgm:t>
    </dgm:pt>
    <dgm:pt modelId="{42A65A55-6C89-45A2-84D1-BCC625EDFC5A}" type="sibTrans" cxnId="{8199C9E8-674C-49AA-B9F5-B8FE522B890E}">
      <dgm:prSet/>
      <dgm:spPr/>
      <dgm:t>
        <a:bodyPr/>
        <a:lstStyle/>
        <a:p>
          <a:endParaRPr lang="en-US"/>
        </a:p>
      </dgm:t>
    </dgm:pt>
    <dgm:pt modelId="{6995571B-E737-4678-A613-7D95762D786A}">
      <dgm:prSet/>
      <dgm:spPr/>
      <dgm:t>
        <a:bodyPr/>
        <a:lstStyle/>
        <a:p>
          <a:r>
            <a:rPr lang="en-US" dirty="0" err="1"/>
            <a:t>const</a:t>
          </a:r>
          <a:r>
            <a:rPr lang="en-US" dirty="0"/>
            <a:t> </a:t>
          </a:r>
          <a:r>
            <a:rPr lang="en-US" dirty="0" err="1"/>
            <a:t>flatNumbers</a:t>
          </a:r>
          <a:r>
            <a:rPr lang="en-US" dirty="0"/>
            <a:t> = </a:t>
          </a:r>
          <a:r>
            <a:rPr lang="en-US" dirty="0" err="1"/>
            <a:t>numbers.flat</a:t>
          </a:r>
          <a:r>
            <a:rPr lang="en-US" dirty="0"/>
            <a:t>();</a:t>
          </a:r>
        </a:p>
      </dgm:t>
    </dgm:pt>
    <dgm:pt modelId="{E16BE82C-2100-45A8-8B1A-A70C6FBC6593}" type="parTrans" cxnId="{9AF8EAFE-DB0B-4DE4-A260-56054FADC564}">
      <dgm:prSet/>
      <dgm:spPr/>
      <dgm:t>
        <a:bodyPr/>
        <a:lstStyle/>
        <a:p>
          <a:endParaRPr lang="en-US"/>
        </a:p>
      </dgm:t>
    </dgm:pt>
    <dgm:pt modelId="{4B45BF56-8673-4D20-B159-D9957F9DF1E5}" type="sibTrans" cxnId="{9AF8EAFE-DB0B-4DE4-A260-56054FADC564}">
      <dgm:prSet/>
      <dgm:spPr/>
      <dgm:t>
        <a:bodyPr/>
        <a:lstStyle/>
        <a:p>
          <a:endParaRPr lang="en-US"/>
        </a:p>
      </dgm:t>
    </dgm:pt>
    <dgm:pt modelId="{D5DC9FE6-9E28-49ED-A265-60B51B82F527}">
      <dgm:prSet/>
      <dgm:spPr/>
      <dgm:t>
        <a:bodyPr/>
        <a:lstStyle/>
        <a:p>
          <a:r>
            <a:rPr lang="en-US" dirty="0"/>
            <a:t>console.log(</a:t>
          </a:r>
          <a:r>
            <a:rPr lang="en-US" dirty="0" err="1"/>
            <a:t>flatNumbers</a:t>
          </a:r>
          <a:r>
            <a:rPr lang="en-US" dirty="0"/>
            <a:t>);</a:t>
          </a:r>
        </a:p>
      </dgm:t>
    </dgm:pt>
    <dgm:pt modelId="{FE323436-3C3E-4AAD-AC80-F9F30CB0ADFE}" type="parTrans" cxnId="{D97FE913-5F1E-4F00-9974-40A102D20132}">
      <dgm:prSet/>
      <dgm:spPr/>
      <dgm:t>
        <a:bodyPr/>
        <a:lstStyle/>
        <a:p>
          <a:endParaRPr lang="en-US"/>
        </a:p>
      </dgm:t>
    </dgm:pt>
    <dgm:pt modelId="{0B84C189-64B4-401D-B8F5-2D22534E069A}" type="sibTrans" cxnId="{D97FE913-5F1E-4F00-9974-40A102D20132}">
      <dgm:prSet/>
      <dgm:spPr/>
      <dgm:t>
        <a:bodyPr/>
        <a:lstStyle/>
        <a:p>
          <a:endParaRPr lang="en-US"/>
        </a:p>
      </dgm:t>
    </dgm:pt>
    <dgm:pt modelId="{D6CCA82B-FB06-4B84-B01F-9A1255B5B7A2}" type="pres">
      <dgm:prSet presAssocID="{A764BA0D-6239-40DF-90BB-6783EF0D8920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731885C-5984-49E0-886B-879D9A492033}" type="pres">
      <dgm:prSet presAssocID="{DDE7F68E-6FFD-4508-A6FC-B2CB1E8D0EE4}" presName="parentLin" presStyleCnt="0"/>
      <dgm:spPr/>
    </dgm:pt>
    <dgm:pt modelId="{9A20A39A-6B14-4D1A-B124-8A59FEFF75A9}" type="pres">
      <dgm:prSet presAssocID="{DDE7F68E-6FFD-4508-A6FC-B2CB1E8D0EE4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76F8D180-93B0-4549-8EF1-1A454ACC617C}" type="pres">
      <dgm:prSet presAssocID="{DDE7F68E-6FFD-4508-A6FC-B2CB1E8D0EE4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7D18AC-AA85-4C5A-9498-F93ADB80102D}" type="pres">
      <dgm:prSet presAssocID="{DDE7F68E-6FFD-4508-A6FC-B2CB1E8D0EE4}" presName="negativeSpace" presStyleCnt="0"/>
      <dgm:spPr/>
    </dgm:pt>
    <dgm:pt modelId="{95C9D295-7E7F-4502-9EED-EE8FBAB064F7}" type="pres">
      <dgm:prSet presAssocID="{DDE7F68E-6FFD-4508-A6FC-B2CB1E8D0EE4}" presName="childText" presStyleLbl="conFgAcc1" presStyleIdx="0" presStyleCnt="3">
        <dgm:presLayoutVars>
          <dgm:bulletEnabled val="1"/>
        </dgm:presLayoutVars>
      </dgm:prSet>
      <dgm:spPr/>
    </dgm:pt>
    <dgm:pt modelId="{2ADDD329-A435-468A-B555-738C727961B2}" type="pres">
      <dgm:prSet presAssocID="{42A65A55-6C89-45A2-84D1-BCC625EDFC5A}" presName="spaceBetweenRectangles" presStyleCnt="0"/>
      <dgm:spPr/>
    </dgm:pt>
    <dgm:pt modelId="{8DAA0B23-7CDF-41E7-8F7A-690FC0A7A82D}" type="pres">
      <dgm:prSet presAssocID="{6995571B-E737-4678-A613-7D95762D786A}" presName="parentLin" presStyleCnt="0"/>
      <dgm:spPr/>
    </dgm:pt>
    <dgm:pt modelId="{91642DF4-E041-44E2-A0A4-35B98A1BCAF7}" type="pres">
      <dgm:prSet presAssocID="{6995571B-E737-4678-A613-7D95762D786A}" presName="parentLeftMargin" presStyleLbl="node1" presStyleIdx="0" presStyleCnt="3"/>
      <dgm:spPr/>
      <dgm:t>
        <a:bodyPr/>
        <a:lstStyle/>
        <a:p>
          <a:endParaRPr lang="en-US"/>
        </a:p>
      </dgm:t>
    </dgm:pt>
    <dgm:pt modelId="{2D300287-D400-4CAD-BD40-8E775B4FD609}" type="pres">
      <dgm:prSet presAssocID="{6995571B-E737-4678-A613-7D95762D786A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615A2C65-37B2-4F85-809B-68B1C76BC608}" type="pres">
      <dgm:prSet presAssocID="{6995571B-E737-4678-A613-7D95762D786A}" presName="negativeSpace" presStyleCnt="0"/>
      <dgm:spPr/>
    </dgm:pt>
    <dgm:pt modelId="{6DC45083-3765-4071-98BB-58F9C5083312}" type="pres">
      <dgm:prSet presAssocID="{6995571B-E737-4678-A613-7D95762D786A}" presName="childText" presStyleLbl="conFgAcc1" presStyleIdx="1" presStyleCnt="3">
        <dgm:presLayoutVars>
          <dgm:bulletEnabled val="1"/>
        </dgm:presLayoutVars>
      </dgm:prSet>
      <dgm:spPr/>
    </dgm:pt>
    <dgm:pt modelId="{35C04347-4B65-42D1-886F-C36FDD8C7CB2}" type="pres">
      <dgm:prSet presAssocID="{4B45BF56-8673-4D20-B159-D9957F9DF1E5}" presName="spaceBetweenRectangles" presStyleCnt="0"/>
      <dgm:spPr/>
    </dgm:pt>
    <dgm:pt modelId="{212B010A-7A9C-4881-8A5B-DAD1B048CAC4}" type="pres">
      <dgm:prSet presAssocID="{D5DC9FE6-9E28-49ED-A265-60B51B82F527}" presName="parentLin" presStyleCnt="0"/>
      <dgm:spPr/>
    </dgm:pt>
    <dgm:pt modelId="{DDA35E78-5015-4A5F-951C-BBDBC3B2D423}" type="pres">
      <dgm:prSet presAssocID="{D5DC9FE6-9E28-49ED-A265-60B51B82F527}" presName="parentLeftMargin" presStyleLbl="node1" presStyleIdx="1" presStyleCnt="3"/>
      <dgm:spPr/>
      <dgm:t>
        <a:bodyPr/>
        <a:lstStyle/>
        <a:p>
          <a:endParaRPr lang="en-US"/>
        </a:p>
      </dgm:t>
    </dgm:pt>
    <dgm:pt modelId="{9EC97B5D-215A-4377-AFCE-A0E4CFD8D6A7}" type="pres">
      <dgm:prSet presAssocID="{D5DC9FE6-9E28-49ED-A265-60B51B82F527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EE2A7EC-6E01-401B-B968-3B0DE8DD9EFB}" type="pres">
      <dgm:prSet presAssocID="{D5DC9FE6-9E28-49ED-A265-60B51B82F527}" presName="negativeSpace" presStyleCnt="0"/>
      <dgm:spPr/>
    </dgm:pt>
    <dgm:pt modelId="{3805CD31-36FD-4DF4-99A4-74C943995709}" type="pres">
      <dgm:prSet presAssocID="{D5DC9FE6-9E28-49ED-A265-60B51B82F52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46A3967-2375-4D34-A8F6-FF9E68CA395B}" type="presOf" srcId="{6995571B-E737-4678-A613-7D95762D786A}" destId="{2D300287-D400-4CAD-BD40-8E775B4FD609}" srcOrd="1" destOrd="0" presId="urn:microsoft.com/office/officeart/2005/8/layout/list1"/>
    <dgm:cxn modelId="{D97FE913-5F1E-4F00-9974-40A102D20132}" srcId="{A764BA0D-6239-40DF-90BB-6783EF0D8920}" destId="{D5DC9FE6-9E28-49ED-A265-60B51B82F527}" srcOrd="2" destOrd="0" parTransId="{FE323436-3C3E-4AAD-AC80-F9F30CB0ADFE}" sibTransId="{0B84C189-64B4-401D-B8F5-2D22534E069A}"/>
    <dgm:cxn modelId="{F783B613-90BA-413F-95A4-046B74BD3873}" type="presOf" srcId="{6995571B-E737-4678-A613-7D95762D786A}" destId="{91642DF4-E041-44E2-A0A4-35B98A1BCAF7}" srcOrd="0" destOrd="0" presId="urn:microsoft.com/office/officeart/2005/8/layout/list1"/>
    <dgm:cxn modelId="{8199C9E8-674C-49AA-B9F5-B8FE522B890E}" srcId="{A764BA0D-6239-40DF-90BB-6783EF0D8920}" destId="{DDE7F68E-6FFD-4508-A6FC-B2CB1E8D0EE4}" srcOrd="0" destOrd="0" parTransId="{DF1754FA-EE28-4AF7-9D83-E9678160678C}" sibTransId="{42A65A55-6C89-45A2-84D1-BCC625EDFC5A}"/>
    <dgm:cxn modelId="{9AF8EAFE-DB0B-4DE4-A260-56054FADC564}" srcId="{A764BA0D-6239-40DF-90BB-6783EF0D8920}" destId="{6995571B-E737-4678-A613-7D95762D786A}" srcOrd="1" destOrd="0" parTransId="{E16BE82C-2100-45A8-8B1A-A70C6FBC6593}" sibTransId="{4B45BF56-8673-4D20-B159-D9957F9DF1E5}"/>
    <dgm:cxn modelId="{8D71D030-4011-426C-BD88-98657BF4C30B}" type="presOf" srcId="{DDE7F68E-6FFD-4508-A6FC-B2CB1E8D0EE4}" destId="{76F8D180-93B0-4549-8EF1-1A454ACC617C}" srcOrd="1" destOrd="0" presId="urn:microsoft.com/office/officeart/2005/8/layout/list1"/>
    <dgm:cxn modelId="{0B03BA0A-E61E-4D69-AF26-0B59F5BB536F}" type="presOf" srcId="{D5DC9FE6-9E28-49ED-A265-60B51B82F527}" destId="{DDA35E78-5015-4A5F-951C-BBDBC3B2D423}" srcOrd="0" destOrd="0" presId="urn:microsoft.com/office/officeart/2005/8/layout/list1"/>
    <dgm:cxn modelId="{C45DEE20-C117-4AEB-9CF1-AA62D368F5AA}" type="presOf" srcId="{A764BA0D-6239-40DF-90BB-6783EF0D8920}" destId="{D6CCA82B-FB06-4B84-B01F-9A1255B5B7A2}" srcOrd="0" destOrd="0" presId="urn:microsoft.com/office/officeart/2005/8/layout/list1"/>
    <dgm:cxn modelId="{41FFE379-00AB-4BE2-B488-E787D8358D28}" type="presOf" srcId="{D5DC9FE6-9E28-49ED-A265-60B51B82F527}" destId="{9EC97B5D-215A-4377-AFCE-A0E4CFD8D6A7}" srcOrd="1" destOrd="0" presId="urn:microsoft.com/office/officeart/2005/8/layout/list1"/>
    <dgm:cxn modelId="{5C6D1A32-D45F-4D47-B391-C73FA3979090}" type="presOf" srcId="{DDE7F68E-6FFD-4508-A6FC-B2CB1E8D0EE4}" destId="{9A20A39A-6B14-4D1A-B124-8A59FEFF75A9}" srcOrd="0" destOrd="0" presId="urn:microsoft.com/office/officeart/2005/8/layout/list1"/>
    <dgm:cxn modelId="{07D623FC-AD05-427F-9045-A52161ADA9D7}" type="presParOf" srcId="{D6CCA82B-FB06-4B84-B01F-9A1255B5B7A2}" destId="{6731885C-5984-49E0-886B-879D9A492033}" srcOrd="0" destOrd="0" presId="urn:microsoft.com/office/officeart/2005/8/layout/list1"/>
    <dgm:cxn modelId="{C92A75A2-4CA6-4D25-A42D-FA425650BDC5}" type="presParOf" srcId="{6731885C-5984-49E0-886B-879D9A492033}" destId="{9A20A39A-6B14-4D1A-B124-8A59FEFF75A9}" srcOrd="0" destOrd="0" presId="urn:microsoft.com/office/officeart/2005/8/layout/list1"/>
    <dgm:cxn modelId="{53E2CC45-D2C3-4D67-8DDE-80426E579601}" type="presParOf" srcId="{6731885C-5984-49E0-886B-879D9A492033}" destId="{76F8D180-93B0-4549-8EF1-1A454ACC617C}" srcOrd="1" destOrd="0" presId="urn:microsoft.com/office/officeart/2005/8/layout/list1"/>
    <dgm:cxn modelId="{44F36EA8-9700-40E9-BC9B-16CF57563592}" type="presParOf" srcId="{D6CCA82B-FB06-4B84-B01F-9A1255B5B7A2}" destId="{1E7D18AC-AA85-4C5A-9498-F93ADB80102D}" srcOrd="1" destOrd="0" presId="urn:microsoft.com/office/officeart/2005/8/layout/list1"/>
    <dgm:cxn modelId="{861B59E3-2FF5-40C9-BFE0-3BBD6ED25842}" type="presParOf" srcId="{D6CCA82B-FB06-4B84-B01F-9A1255B5B7A2}" destId="{95C9D295-7E7F-4502-9EED-EE8FBAB064F7}" srcOrd="2" destOrd="0" presId="urn:microsoft.com/office/officeart/2005/8/layout/list1"/>
    <dgm:cxn modelId="{695BB80C-9FAC-4FC3-A673-2C5DAE620A49}" type="presParOf" srcId="{D6CCA82B-FB06-4B84-B01F-9A1255B5B7A2}" destId="{2ADDD329-A435-468A-B555-738C727961B2}" srcOrd="3" destOrd="0" presId="urn:microsoft.com/office/officeart/2005/8/layout/list1"/>
    <dgm:cxn modelId="{BC0B0962-D4BD-4A93-9A2A-9415E662C03D}" type="presParOf" srcId="{D6CCA82B-FB06-4B84-B01F-9A1255B5B7A2}" destId="{8DAA0B23-7CDF-41E7-8F7A-690FC0A7A82D}" srcOrd="4" destOrd="0" presId="urn:microsoft.com/office/officeart/2005/8/layout/list1"/>
    <dgm:cxn modelId="{D7979C6C-2CD6-4CE5-90A5-46AA9160880F}" type="presParOf" srcId="{8DAA0B23-7CDF-41E7-8F7A-690FC0A7A82D}" destId="{91642DF4-E041-44E2-A0A4-35B98A1BCAF7}" srcOrd="0" destOrd="0" presId="urn:microsoft.com/office/officeart/2005/8/layout/list1"/>
    <dgm:cxn modelId="{A574E189-E630-4988-84F1-F1D4A6F13DB4}" type="presParOf" srcId="{8DAA0B23-7CDF-41E7-8F7A-690FC0A7A82D}" destId="{2D300287-D400-4CAD-BD40-8E775B4FD609}" srcOrd="1" destOrd="0" presId="urn:microsoft.com/office/officeart/2005/8/layout/list1"/>
    <dgm:cxn modelId="{2D82505C-F54E-4019-9FCE-8C896AC7E3B1}" type="presParOf" srcId="{D6CCA82B-FB06-4B84-B01F-9A1255B5B7A2}" destId="{615A2C65-37B2-4F85-809B-68B1C76BC608}" srcOrd="5" destOrd="0" presId="urn:microsoft.com/office/officeart/2005/8/layout/list1"/>
    <dgm:cxn modelId="{4CDECE03-1F11-4AE6-B201-7C81EABAAB55}" type="presParOf" srcId="{D6CCA82B-FB06-4B84-B01F-9A1255B5B7A2}" destId="{6DC45083-3765-4071-98BB-58F9C5083312}" srcOrd="6" destOrd="0" presId="urn:microsoft.com/office/officeart/2005/8/layout/list1"/>
    <dgm:cxn modelId="{5E2EB381-20E8-4929-B297-6A553C26C6C0}" type="presParOf" srcId="{D6CCA82B-FB06-4B84-B01F-9A1255B5B7A2}" destId="{35C04347-4B65-42D1-886F-C36FDD8C7CB2}" srcOrd="7" destOrd="0" presId="urn:microsoft.com/office/officeart/2005/8/layout/list1"/>
    <dgm:cxn modelId="{859E4DE2-C167-48FD-BF22-E818D48B6BA4}" type="presParOf" srcId="{D6CCA82B-FB06-4B84-B01F-9A1255B5B7A2}" destId="{212B010A-7A9C-4881-8A5B-DAD1B048CAC4}" srcOrd="8" destOrd="0" presId="urn:microsoft.com/office/officeart/2005/8/layout/list1"/>
    <dgm:cxn modelId="{E773CF32-8416-4153-9DDD-279A5FDCD5BB}" type="presParOf" srcId="{212B010A-7A9C-4881-8A5B-DAD1B048CAC4}" destId="{DDA35E78-5015-4A5F-951C-BBDBC3B2D423}" srcOrd="0" destOrd="0" presId="urn:microsoft.com/office/officeart/2005/8/layout/list1"/>
    <dgm:cxn modelId="{C00D0328-7EC1-4318-A626-ABE2F867C709}" type="presParOf" srcId="{212B010A-7A9C-4881-8A5B-DAD1B048CAC4}" destId="{9EC97B5D-215A-4377-AFCE-A0E4CFD8D6A7}" srcOrd="1" destOrd="0" presId="urn:microsoft.com/office/officeart/2005/8/layout/list1"/>
    <dgm:cxn modelId="{E424C75A-34E6-4B99-A725-A03ED52D20D1}" type="presParOf" srcId="{D6CCA82B-FB06-4B84-B01F-9A1255B5B7A2}" destId="{8EE2A7EC-6E01-401B-B968-3B0DE8DD9EFB}" srcOrd="9" destOrd="0" presId="urn:microsoft.com/office/officeart/2005/8/layout/list1"/>
    <dgm:cxn modelId="{803952A7-DB38-4E0D-94EC-E45C6381DD60}" type="presParOf" srcId="{D6CCA82B-FB06-4B84-B01F-9A1255B5B7A2}" destId="{3805CD31-36FD-4DF4-99A4-74C943995709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0D54707D-1CF8-45AD-BF59-BD1BD4ED4BBF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72146F7-50BD-42A5-BAA4-CFDEAD6D03DC}">
      <dgm:prSet/>
      <dgm:spPr/>
      <dgm:t>
        <a:bodyPr/>
        <a:lstStyle/>
        <a:p>
          <a:r>
            <a:rPr lang="en-US"/>
            <a:t>The sort() method sorts an array alphabetically.</a:t>
          </a:r>
        </a:p>
      </dgm:t>
    </dgm:pt>
    <dgm:pt modelId="{3A4AA3D2-0B80-4B3F-9C9A-B99A9EF8AB3B}" type="parTrans" cxnId="{8F6FBF65-B13C-49EE-B5BF-6FAC150FE4F5}">
      <dgm:prSet/>
      <dgm:spPr/>
      <dgm:t>
        <a:bodyPr/>
        <a:lstStyle/>
        <a:p>
          <a:endParaRPr lang="en-US"/>
        </a:p>
      </dgm:t>
    </dgm:pt>
    <dgm:pt modelId="{9DB348FA-E63A-4C05-A35B-5899033BA239}" type="sibTrans" cxnId="{8F6FBF65-B13C-49EE-B5BF-6FAC150FE4F5}">
      <dgm:prSet/>
      <dgm:spPr/>
      <dgm:t>
        <a:bodyPr/>
        <a:lstStyle/>
        <a:p>
          <a:endParaRPr lang="en-US"/>
        </a:p>
      </dgm:t>
    </dgm:pt>
    <dgm:pt modelId="{ABA2EC43-6C3E-45F2-B4C3-0ED7D1700EA5}">
      <dgm:prSet/>
      <dgm:spPr/>
      <dgm:t>
        <a:bodyPr/>
        <a:lstStyle/>
        <a:p>
          <a:r>
            <a:rPr lang="en-US"/>
            <a:t>The reverse() method reverses the elements in an array.</a:t>
          </a:r>
        </a:p>
      </dgm:t>
    </dgm:pt>
    <dgm:pt modelId="{D96624A5-C99C-444A-B3B4-56094DCB4B99}" type="parTrans" cxnId="{FD09A1C7-30C0-4AD8-A1C4-76F5E2915C4D}">
      <dgm:prSet/>
      <dgm:spPr/>
      <dgm:t>
        <a:bodyPr/>
        <a:lstStyle/>
        <a:p>
          <a:endParaRPr lang="en-US"/>
        </a:p>
      </dgm:t>
    </dgm:pt>
    <dgm:pt modelId="{8E383474-B6B0-410B-AD2C-22F235F2CC54}" type="sibTrans" cxnId="{FD09A1C7-30C0-4AD8-A1C4-76F5E2915C4D}">
      <dgm:prSet/>
      <dgm:spPr/>
      <dgm:t>
        <a:bodyPr/>
        <a:lstStyle/>
        <a:p>
          <a:endParaRPr lang="en-US"/>
        </a:p>
      </dgm:t>
    </dgm:pt>
    <dgm:pt modelId="{586C6C35-0BF2-42C1-B564-01189C5314F3}">
      <dgm:prSet/>
      <dgm:spPr/>
      <dgm:t>
        <a:bodyPr/>
        <a:lstStyle/>
        <a:p>
          <a:r>
            <a:rPr lang="en-US"/>
            <a:t>Both methods changes the original array.</a:t>
          </a:r>
        </a:p>
      </dgm:t>
    </dgm:pt>
    <dgm:pt modelId="{DA0696B7-DFC2-4C27-BBC2-DDA218D41B54}" type="parTrans" cxnId="{234D0535-4739-4AF1-A431-240B4D49F406}">
      <dgm:prSet/>
      <dgm:spPr/>
      <dgm:t>
        <a:bodyPr/>
        <a:lstStyle/>
        <a:p>
          <a:endParaRPr lang="en-US"/>
        </a:p>
      </dgm:t>
    </dgm:pt>
    <dgm:pt modelId="{E93FFD7A-8FF3-4B6A-BF16-83ED45D49010}" type="sibTrans" cxnId="{234D0535-4739-4AF1-A431-240B4D49F406}">
      <dgm:prSet/>
      <dgm:spPr/>
      <dgm:t>
        <a:bodyPr/>
        <a:lstStyle/>
        <a:p>
          <a:endParaRPr lang="en-US"/>
        </a:p>
      </dgm:t>
    </dgm:pt>
    <dgm:pt modelId="{6AFE47C2-25BC-4D6C-95C2-8CF4E603FD16}" type="pres">
      <dgm:prSet presAssocID="{0D54707D-1CF8-45AD-BF59-BD1BD4ED4BBF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ADF4E5E1-B8FD-43C3-9151-F809FEEC3842}" type="pres">
      <dgm:prSet presAssocID="{0D54707D-1CF8-45AD-BF59-BD1BD4ED4BBF}" presName="dummyMaxCanvas" presStyleCnt="0">
        <dgm:presLayoutVars/>
      </dgm:prSet>
      <dgm:spPr/>
    </dgm:pt>
    <dgm:pt modelId="{5DA88AAB-8AA2-4D7F-A51A-E8E8842F72E9}" type="pres">
      <dgm:prSet presAssocID="{0D54707D-1CF8-45AD-BF59-BD1BD4ED4BBF}" presName="ThreeNodes_1" presStyleLbl="node1" presStyleIdx="0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17641BF-4D79-48F3-AB1C-8281756C5B2B}" type="pres">
      <dgm:prSet presAssocID="{0D54707D-1CF8-45AD-BF59-BD1BD4ED4BBF}" presName="ThreeNodes_2" presStyleLbl="node1" presStyleIdx="1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B5EF73B-6C41-4676-B8AB-7B690392C708}" type="pres">
      <dgm:prSet presAssocID="{0D54707D-1CF8-45AD-BF59-BD1BD4ED4BBF}" presName="ThreeNodes_3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98F9AFB-C216-4252-AAC8-09EFF84917B7}" type="pres">
      <dgm:prSet presAssocID="{0D54707D-1CF8-45AD-BF59-BD1BD4ED4BBF}" presName="ThreeConn_1-2" presStyleLbl="fgAccFollowNode1" presStyleIdx="0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1AF33E8-0955-4503-9513-3A6EF1303493}" type="pres">
      <dgm:prSet presAssocID="{0D54707D-1CF8-45AD-BF59-BD1BD4ED4BBF}" presName="ThreeConn_2-3" presStyleLbl="fgAccFollowNode1" presStyleIdx="1" presStyleCnt="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86121B6-E210-4099-BA6E-FF8EC5C6DE6A}" type="pres">
      <dgm:prSet presAssocID="{0D54707D-1CF8-45AD-BF59-BD1BD4ED4BBF}" presName="ThreeNodes_1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0DD5E86-19A1-46E6-BFD1-06FBF257C569}" type="pres">
      <dgm:prSet presAssocID="{0D54707D-1CF8-45AD-BF59-BD1BD4ED4BBF}" presName="ThreeNodes_2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3ECADDB1-339D-44C6-AA09-1AC08CD2CF3D}" type="pres">
      <dgm:prSet presAssocID="{0D54707D-1CF8-45AD-BF59-BD1BD4ED4BBF}" presName="ThreeNodes_3_text" presStyleLbl="node1" presStyleIdx="2" presStyleCnt="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549A9D4A-4C7B-412C-8C8F-A2CD7430B8EE}" type="presOf" srcId="{9DB348FA-E63A-4C05-A35B-5899033BA239}" destId="{C98F9AFB-C216-4252-AAC8-09EFF84917B7}" srcOrd="0" destOrd="0" presId="urn:microsoft.com/office/officeart/2005/8/layout/vProcess5"/>
    <dgm:cxn modelId="{2D32BDDD-CDA1-4918-9509-055F37D1DBFA}" type="presOf" srcId="{ABA2EC43-6C3E-45F2-B4C3-0ED7D1700EA5}" destId="{C0DD5E86-19A1-46E6-BFD1-06FBF257C569}" srcOrd="1" destOrd="0" presId="urn:microsoft.com/office/officeart/2005/8/layout/vProcess5"/>
    <dgm:cxn modelId="{B027F47E-AF16-4D73-9F61-2956C44ED035}" type="presOf" srcId="{372146F7-50BD-42A5-BAA4-CFDEAD6D03DC}" destId="{5DA88AAB-8AA2-4D7F-A51A-E8E8842F72E9}" srcOrd="0" destOrd="0" presId="urn:microsoft.com/office/officeart/2005/8/layout/vProcess5"/>
    <dgm:cxn modelId="{BF9E982F-5070-4BCF-853D-53B547B530B1}" type="presOf" srcId="{8E383474-B6B0-410B-AD2C-22F235F2CC54}" destId="{E1AF33E8-0955-4503-9513-3A6EF1303493}" srcOrd="0" destOrd="0" presId="urn:microsoft.com/office/officeart/2005/8/layout/vProcess5"/>
    <dgm:cxn modelId="{3C341B6E-6254-4252-AABF-FAAA6263C0B0}" type="presOf" srcId="{372146F7-50BD-42A5-BAA4-CFDEAD6D03DC}" destId="{986121B6-E210-4099-BA6E-FF8EC5C6DE6A}" srcOrd="1" destOrd="0" presId="urn:microsoft.com/office/officeart/2005/8/layout/vProcess5"/>
    <dgm:cxn modelId="{FD09A1C7-30C0-4AD8-A1C4-76F5E2915C4D}" srcId="{0D54707D-1CF8-45AD-BF59-BD1BD4ED4BBF}" destId="{ABA2EC43-6C3E-45F2-B4C3-0ED7D1700EA5}" srcOrd="1" destOrd="0" parTransId="{D96624A5-C99C-444A-B3B4-56094DCB4B99}" sibTransId="{8E383474-B6B0-410B-AD2C-22F235F2CC54}"/>
    <dgm:cxn modelId="{EB7D3ADC-79A0-4455-9F79-AA78159A956C}" type="presOf" srcId="{586C6C35-0BF2-42C1-B564-01189C5314F3}" destId="{3ECADDB1-339D-44C6-AA09-1AC08CD2CF3D}" srcOrd="1" destOrd="0" presId="urn:microsoft.com/office/officeart/2005/8/layout/vProcess5"/>
    <dgm:cxn modelId="{234D0535-4739-4AF1-A431-240B4D49F406}" srcId="{0D54707D-1CF8-45AD-BF59-BD1BD4ED4BBF}" destId="{586C6C35-0BF2-42C1-B564-01189C5314F3}" srcOrd="2" destOrd="0" parTransId="{DA0696B7-DFC2-4C27-BBC2-DDA218D41B54}" sibTransId="{E93FFD7A-8FF3-4B6A-BF16-83ED45D49010}"/>
    <dgm:cxn modelId="{9260D829-10F4-4132-8F7B-AFD09C68EF49}" type="presOf" srcId="{ABA2EC43-6C3E-45F2-B4C3-0ED7D1700EA5}" destId="{017641BF-4D79-48F3-AB1C-8281756C5B2B}" srcOrd="0" destOrd="0" presId="urn:microsoft.com/office/officeart/2005/8/layout/vProcess5"/>
    <dgm:cxn modelId="{68BBC4A1-64FB-4BE3-8FEA-325D4C3C00D4}" type="presOf" srcId="{0D54707D-1CF8-45AD-BF59-BD1BD4ED4BBF}" destId="{6AFE47C2-25BC-4D6C-95C2-8CF4E603FD16}" srcOrd="0" destOrd="0" presId="urn:microsoft.com/office/officeart/2005/8/layout/vProcess5"/>
    <dgm:cxn modelId="{760AE420-A11C-4CA4-BB1B-A9B550051BF7}" type="presOf" srcId="{586C6C35-0BF2-42C1-B564-01189C5314F3}" destId="{8B5EF73B-6C41-4676-B8AB-7B690392C708}" srcOrd="0" destOrd="0" presId="urn:microsoft.com/office/officeart/2005/8/layout/vProcess5"/>
    <dgm:cxn modelId="{8F6FBF65-B13C-49EE-B5BF-6FAC150FE4F5}" srcId="{0D54707D-1CF8-45AD-BF59-BD1BD4ED4BBF}" destId="{372146F7-50BD-42A5-BAA4-CFDEAD6D03DC}" srcOrd="0" destOrd="0" parTransId="{3A4AA3D2-0B80-4B3F-9C9A-B99A9EF8AB3B}" sibTransId="{9DB348FA-E63A-4C05-A35B-5899033BA239}"/>
    <dgm:cxn modelId="{13590745-883B-4736-B1F6-90BBA9703551}" type="presParOf" srcId="{6AFE47C2-25BC-4D6C-95C2-8CF4E603FD16}" destId="{ADF4E5E1-B8FD-43C3-9151-F809FEEC3842}" srcOrd="0" destOrd="0" presId="urn:microsoft.com/office/officeart/2005/8/layout/vProcess5"/>
    <dgm:cxn modelId="{240F4AA8-5EDF-40E3-AB5A-01E18139DE9F}" type="presParOf" srcId="{6AFE47C2-25BC-4D6C-95C2-8CF4E603FD16}" destId="{5DA88AAB-8AA2-4D7F-A51A-E8E8842F72E9}" srcOrd="1" destOrd="0" presId="urn:microsoft.com/office/officeart/2005/8/layout/vProcess5"/>
    <dgm:cxn modelId="{5EB6DB00-8AE4-4F91-917D-9DD8796D15D8}" type="presParOf" srcId="{6AFE47C2-25BC-4D6C-95C2-8CF4E603FD16}" destId="{017641BF-4D79-48F3-AB1C-8281756C5B2B}" srcOrd="2" destOrd="0" presId="urn:microsoft.com/office/officeart/2005/8/layout/vProcess5"/>
    <dgm:cxn modelId="{FF6E6696-9D38-424D-8A15-F606E0DC541E}" type="presParOf" srcId="{6AFE47C2-25BC-4D6C-95C2-8CF4E603FD16}" destId="{8B5EF73B-6C41-4676-B8AB-7B690392C708}" srcOrd="3" destOrd="0" presId="urn:microsoft.com/office/officeart/2005/8/layout/vProcess5"/>
    <dgm:cxn modelId="{47A39FDC-7292-4CE1-8D82-CFAFD1CE0994}" type="presParOf" srcId="{6AFE47C2-25BC-4D6C-95C2-8CF4E603FD16}" destId="{C98F9AFB-C216-4252-AAC8-09EFF84917B7}" srcOrd="4" destOrd="0" presId="urn:microsoft.com/office/officeart/2005/8/layout/vProcess5"/>
    <dgm:cxn modelId="{854AD224-2924-479B-86E3-3E66A7810B31}" type="presParOf" srcId="{6AFE47C2-25BC-4D6C-95C2-8CF4E603FD16}" destId="{E1AF33E8-0955-4503-9513-3A6EF1303493}" srcOrd="5" destOrd="0" presId="urn:microsoft.com/office/officeart/2005/8/layout/vProcess5"/>
    <dgm:cxn modelId="{DB30659F-F839-4B2C-AC78-A5C7202DE114}" type="presParOf" srcId="{6AFE47C2-25BC-4D6C-95C2-8CF4E603FD16}" destId="{986121B6-E210-4099-BA6E-FF8EC5C6DE6A}" srcOrd="6" destOrd="0" presId="urn:microsoft.com/office/officeart/2005/8/layout/vProcess5"/>
    <dgm:cxn modelId="{18C37D58-7F69-4CBB-8E0A-F8A547AAACD5}" type="presParOf" srcId="{6AFE47C2-25BC-4D6C-95C2-8CF4E603FD16}" destId="{C0DD5E86-19A1-46E6-BFD1-06FBF257C569}" srcOrd="7" destOrd="0" presId="urn:microsoft.com/office/officeart/2005/8/layout/vProcess5"/>
    <dgm:cxn modelId="{856745CA-EF9A-4265-ADAB-5121ABD70A43}" type="presParOf" srcId="{6AFE47C2-25BC-4D6C-95C2-8CF4E603FD16}" destId="{3ECADDB1-339D-44C6-AA09-1AC08CD2CF3D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D58FFC6-DD9F-4F65-A878-E401D98F7363}">
      <dsp:nvSpPr>
        <dsp:cNvPr id="0" name=""/>
        <dsp:cNvSpPr/>
      </dsp:nvSpPr>
      <dsp:spPr>
        <a:xfrm>
          <a:off x="0" y="381"/>
          <a:ext cx="10018712" cy="8924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8C7CEFF-370A-4245-A048-ACE6EC1D3AFF}">
      <dsp:nvSpPr>
        <dsp:cNvPr id="0" name=""/>
        <dsp:cNvSpPr/>
      </dsp:nvSpPr>
      <dsp:spPr>
        <a:xfrm>
          <a:off x="269954" y="201173"/>
          <a:ext cx="490826" cy="490826"/>
        </a:xfrm>
        <a:prstGeom prst="rect">
          <a:avLst/>
        </a:prstGeom>
        <a:blipFill>
          <a:blip xmlns:r="http://schemas.openxmlformats.org/officeDocument/2006/relationships" r:embed="rId1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B539A95-C1F4-4AAA-ADB3-BB6B993FEC7B}">
      <dsp:nvSpPr>
        <dsp:cNvPr id="0" name=""/>
        <dsp:cNvSpPr/>
      </dsp:nvSpPr>
      <dsp:spPr>
        <a:xfrm>
          <a:off x="1030734" y="381"/>
          <a:ext cx="8987978" cy="892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447" tIns="94447" rIns="94447" bIns="94447" numCol="1" spcCol="1270" anchor="ctr" anchorCtr="0">
          <a:noAutofit/>
        </a:bodyPr>
        <a:lstStyle/>
        <a:p>
          <a:pPr lvl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The concat() method concatenates (joins) two or more arrays.</a:t>
          </a:r>
        </a:p>
      </dsp:txBody>
      <dsp:txXfrm>
        <a:off x="1030734" y="381"/>
        <a:ext cx="8987978" cy="892410"/>
      </dsp:txXfrm>
    </dsp:sp>
    <dsp:sp modelId="{3D39DC3F-5BF9-41F0-93EA-4FACD57BADFF}">
      <dsp:nvSpPr>
        <dsp:cNvPr id="0" name=""/>
        <dsp:cNvSpPr/>
      </dsp:nvSpPr>
      <dsp:spPr>
        <a:xfrm>
          <a:off x="0" y="1115895"/>
          <a:ext cx="10018712" cy="8924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D45AC2-0747-4E11-B2CE-FF02FAC5B8C7}">
      <dsp:nvSpPr>
        <dsp:cNvPr id="0" name=""/>
        <dsp:cNvSpPr/>
      </dsp:nvSpPr>
      <dsp:spPr>
        <a:xfrm>
          <a:off x="269954" y="1316687"/>
          <a:ext cx="490826" cy="490826"/>
        </a:xfrm>
        <a:prstGeom prst="rect">
          <a:avLst/>
        </a:prstGeom>
        <a:blipFill>
          <a:blip xmlns:r="http://schemas.openxmlformats.org/officeDocument/2006/relationships" r:embed="rId3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69EE3CF-8477-4F6A-AD9A-B21A1CEBE62E}">
      <dsp:nvSpPr>
        <dsp:cNvPr id="0" name=""/>
        <dsp:cNvSpPr/>
      </dsp:nvSpPr>
      <dsp:spPr>
        <a:xfrm>
          <a:off x="1030734" y="1115895"/>
          <a:ext cx="8987978" cy="892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447" tIns="94447" rIns="94447" bIns="94447" numCol="1" spcCol="1270" anchor="ctr" anchorCtr="0">
          <a:noAutofit/>
        </a:bodyPr>
        <a:lstStyle/>
        <a:p>
          <a:pPr lvl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The concat() method does not change the existing arrays, but returns a new array, containing the values of the joined arrays.</a:t>
          </a:r>
        </a:p>
      </dsp:txBody>
      <dsp:txXfrm>
        <a:off x="1030734" y="1115895"/>
        <a:ext cx="8987978" cy="892410"/>
      </dsp:txXfrm>
    </dsp:sp>
    <dsp:sp modelId="{4B133D5A-66DC-4FDB-871A-17CAB72DFA98}">
      <dsp:nvSpPr>
        <dsp:cNvPr id="0" name=""/>
        <dsp:cNvSpPr/>
      </dsp:nvSpPr>
      <dsp:spPr>
        <a:xfrm>
          <a:off x="0" y="2231408"/>
          <a:ext cx="10018712" cy="892410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B31E48-433C-43D1-ACA1-2EEC079F714E}">
      <dsp:nvSpPr>
        <dsp:cNvPr id="0" name=""/>
        <dsp:cNvSpPr/>
      </dsp:nvSpPr>
      <dsp:spPr>
        <a:xfrm>
          <a:off x="269954" y="2432201"/>
          <a:ext cx="490826" cy="490826"/>
        </a:xfrm>
        <a:prstGeom prst="rect">
          <a:avLst/>
        </a:prstGeom>
        <a:blipFill>
          <a:blip xmlns:r="http://schemas.openxmlformats.org/officeDocument/2006/relationships"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CB1C23-6722-491E-96D1-2C5B1D0B91BC}">
      <dsp:nvSpPr>
        <dsp:cNvPr id="0" name=""/>
        <dsp:cNvSpPr/>
      </dsp:nvSpPr>
      <dsp:spPr>
        <a:xfrm>
          <a:off x="1030734" y="2231408"/>
          <a:ext cx="8987978" cy="89241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4447" tIns="94447" rIns="94447" bIns="94447" numCol="1" spcCol="1270" anchor="ctr" anchorCtr="0">
          <a:noAutofit/>
        </a:bodyPr>
        <a:lstStyle/>
        <a:p>
          <a:pPr lvl="0" algn="l" defTabSz="9779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en-US" sz="2200" i="1" kern="1200"/>
            <a:t>Array1.concat(Array2)</a:t>
          </a:r>
          <a:endParaRPr lang="en-US" sz="2200" kern="1200"/>
        </a:p>
      </dsp:txBody>
      <dsp:txXfrm>
        <a:off x="1030734" y="2231408"/>
        <a:ext cx="8987978" cy="8924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D5AF9C-F0C1-4E4A-BE3F-609EEB5F055C}">
      <dsp:nvSpPr>
        <dsp:cNvPr id="0" name=""/>
        <dsp:cNvSpPr/>
      </dsp:nvSpPr>
      <dsp:spPr>
        <a:xfrm>
          <a:off x="0" y="109003"/>
          <a:ext cx="6492875" cy="1563851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err="1"/>
            <a:t>const</a:t>
          </a:r>
          <a:r>
            <a:rPr lang="en-US" sz="3400" kern="1200" dirty="0"/>
            <a:t> </a:t>
          </a:r>
          <a:r>
            <a:rPr lang="en-US" sz="3400" kern="1200" dirty="0" smtClean="0"/>
            <a:t>shop1 </a:t>
          </a:r>
          <a:r>
            <a:rPr lang="en-US" sz="3400" kern="1200" dirty="0"/>
            <a:t>= [“</a:t>
          </a:r>
          <a:r>
            <a:rPr lang="en-US" sz="3400" kern="1200" dirty="0" err="1"/>
            <a:t>Apple",“Mango",“Orange</a:t>
          </a:r>
          <a:r>
            <a:rPr lang="en-US" sz="3400" kern="1200" dirty="0"/>
            <a:t>"];</a:t>
          </a:r>
        </a:p>
      </dsp:txBody>
      <dsp:txXfrm>
        <a:off x="76341" y="185344"/>
        <a:ext cx="6340193" cy="1411169"/>
      </dsp:txXfrm>
    </dsp:sp>
    <dsp:sp modelId="{C0120B3E-31C4-41D9-B6E1-AA810FD1F39F}">
      <dsp:nvSpPr>
        <dsp:cNvPr id="0" name=""/>
        <dsp:cNvSpPr/>
      </dsp:nvSpPr>
      <dsp:spPr>
        <a:xfrm>
          <a:off x="0" y="1770774"/>
          <a:ext cx="6492875" cy="1563851"/>
        </a:xfrm>
        <a:prstGeom prst="roundRect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err="1"/>
            <a:t>const</a:t>
          </a:r>
          <a:r>
            <a:rPr lang="en-US" sz="3400" kern="1200" dirty="0"/>
            <a:t> </a:t>
          </a:r>
          <a:r>
            <a:rPr lang="en-US" sz="3400" kern="1200" dirty="0" smtClean="0"/>
            <a:t>shop2 </a:t>
          </a:r>
          <a:r>
            <a:rPr lang="en-US" sz="3400" kern="1200" dirty="0"/>
            <a:t>= [“Banana",“Grapes",“</a:t>
          </a:r>
          <a:r>
            <a:rPr lang="en-US" sz="3400" kern="1200" dirty="0" err="1"/>
            <a:t>PineApple</a:t>
          </a:r>
          <a:r>
            <a:rPr lang="en-US" sz="3400" kern="1200" dirty="0"/>
            <a:t>"];</a:t>
          </a:r>
        </a:p>
      </dsp:txBody>
      <dsp:txXfrm>
        <a:off x="76341" y="1847115"/>
        <a:ext cx="6340193" cy="1411169"/>
      </dsp:txXfrm>
    </dsp:sp>
    <dsp:sp modelId="{F1AF855C-5BA5-46F9-BFC9-9A620D8897CC}">
      <dsp:nvSpPr>
        <dsp:cNvPr id="0" name=""/>
        <dsp:cNvSpPr/>
      </dsp:nvSpPr>
      <dsp:spPr>
        <a:xfrm>
          <a:off x="0" y="3432545"/>
          <a:ext cx="6492875" cy="1563851"/>
        </a:xfrm>
        <a:prstGeom prst="roundRect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9540" tIns="129540" rIns="129540" bIns="129540" numCol="1" spcCol="1270" anchor="ctr" anchorCtr="0">
          <a:noAutofit/>
        </a:bodyPr>
        <a:lstStyle/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err="1" smtClean="0"/>
            <a:t>const</a:t>
          </a:r>
          <a:r>
            <a:rPr lang="en-US" sz="3400" kern="1200" dirty="0" smtClean="0"/>
            <a:t> total=shop1.concat(shop2);</a:t>
          </a:r>
        </a:p>
        <a:p>
          <a:pPr lvl="0" algn="l" defTabSz="1511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400" kern="1200" dirty="0" smtClean="0"/>
            <a:t>console.log(total);</a:t>
          </a:r>
          <a:endParaRPr lang="en-US" sz="3400" kern="1200" dirty="0"/>
        </a:p>
      </dsp:txBody>
      <dsp:txXfrm>
        <a:off x="76341" y="3508886"/>
        <a:ext cx="6340193" cy="141116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D8E4D4-F30C-41EE-BD4C-A6181D81A535}">
      <dsp:nvSpPr>
        <dsp:cNvPr id="0" name=""/>
        <dsp:cNvSpPr/>
      </dsp:nvSpPr>
      <dsp:spPr>
        <a:xfrm>
          <a:off x="0" y="0"/>
          <a:ext cx="5518943" cy="15316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The fill() method fills specified elements in an array with a static value.</a:t>
          </a:r>
        </a:p>
      </dsp:txBody>
      <dsp:txXfrm>
        <a:off x="44860" y="44860"/>
        <a:ext cx="3866205" cy="1441900"/>
      </dsp:txXfrm>
    </dsp:sp>
    <dsp:sp modelId="{4692F970-EB4A-4B36-84CB-088A6D8570B7}">
      <dsp:nvSpPr>
        <dsp:cNvPr id="0" name=""/>
        <dsp:cNvSpPr/>
      </dsp:nvSpPr>
      <dsp:spPr>
        <a:xfrm>
          <a:off x="486965" y="1786890"/>
          <a:ext cx="5518943" cy="1531620"/>
        </a:xfrm>
        <a:prstGeom prst="roundRect">
          <a:avLst>
            <a:gd name="adj" fmla="val 10000"/>
          </a:avLst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/>
            <a:t>You can specify the position of where to start and end the filling. If not specified, all elements will be filled.</a:t>
          </a:r>
        </a:p>
      </dsp:txBody>
      <dsp:txXfrm>
        <a:off x="531825" y="1831750"/>
        <a:ext cx="3946705" cy="1441900"/>
      </dsp:txXfrm>
    </dsp:sp>
    <dsp:sp modelId="{AD46716B-0DB4-4218-8823-682EA066747F}">
      <dsp:nvSpPr>
        <dsp:cNvPr id="0" name=""/>
        <dsp:cNvSpPr/>
      </dsp:nvSpPr>
      <dsp:spPr>
        <a:xfrm>
          <a:off x="973931" y="3573780"/>
          <a:ext cx="5518943" cy="1531620"/>
        </a:xfrm>
        <a:prstGeom prst="roundRect">
          <a:avLst>
            <a:gd name="adj" fmla="val 10000"/>
          </a:avLst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3820" tIns="83820" rIns="83820" bIns="8382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b="0" i="1" kern="1200"/>
            <a:t>array</a:t>
          </a:r>
          <a:r>
            <a:rPr lang="en-US" sz="2200" b="0" i="0" kern="1200"/>
            <a:t>.fill(</a:t>
          </a:r>
          <a:r>
            <a:rPr lang="en-US" sz="2200" b="0" i="1" kern="1200"/>
            <a:t>value, start, end</a:t>
          </a:r>
          <a:r>
            <a:rPr lang="en-US" sz="2200" b="0" i="0" kern="1200"/>
            <a:t>)</a:t>
          </a:r>
          <a:endParaRPr lang="en-US" sz="2200" kern="1200"/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en-US" sz="1700" i="1" kern="1200"/>
            <a:t>//start and end are optional</a:t>
          </a:r>
          <a:endParaRPr lang="en-US" sz="1700" kern="1200"/>
        </a:p>
      </dsp:txBody>
      <dsp:txXfrm>
        <a:off x="1018791" y="3618640"/>
        <a:ext cx="3946705" cy="1441900"/>
      </dsp:txXfrm>
    </dsp:sp>
    <dsp:sp modelId="{DA8DB7D6-9641-4CC2-88DA-90CB30DDC0EB}">
      <dsp:nvSpPr>
        <dsp:cNvPr id="0" name=""/>
        <dsp:cNvSpPr/>
      </dsp:nvSpPr>
      <dsp:spPr>
        <a:xfrm>
          <a:off x="4523390" y="1161478"/>
          <a:ext cx="995553" cy="99555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747389" y="1161478"/>
        <a:ext cx="547555" cy="749154"/>
      </dsp:txXfrm>
    </dsp:sp>
    <dsp:sp modelId="{BCC786B8-B2A5-4007-B166-32D3CCAFDF32}">
      <dsp:nvSpPr>
        <dsp:cNvPr id="0" name=""/>
        <dsp:cNvSpPr/>
      </dsp:nvSpPr>
      <dsp:spPr>
        <a:xfrm>
          <a:off x="5010356" y="2938157"/>
          <a:ext cx="995553" cy="99555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-4524440"/>
            <a:satOff val="25974"/>
            <a:lumOff val="1714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-4524440"/>
              <a:satOff val="25974"/>
              <a:lumOff val="171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5234355" y="2938157"/>
        <a:ext cx="547555" cy="7491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9225522-4945-4F78-A047-E1C542C93AF8}">
      <dsp:nvSpPr>
        <dsp:cNvPr id="0" name=""/>
        <dsp:cNvSpPr/>
      </dsp:nvSpPr>
      <dsp:spPr>
        <a:xfrm>
          <a:off x="0" y="62025"/>
          <a:ext cx="10018712" cy="1415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lvl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900" kern="1200" dirty="0" err="1"/>
            <a:t>const</a:t>
          </a:r>
          <a:r>
            <a:rPr lang="en-US" sz="5900" kern="1200" dirty="0"/>
            <a:t> array1 = [1, 2, 3, 4];</a:t>
          </a:r>
        </a:p>
      </dsp:txBody>
      <dsp:txXfrm>
        <a:off x="69080" y="131105"/>
        <a:ext cx="9880552" cy="1276954"/>
      </dsp:txXfrm>
    </dsp:sp>
    <dsp:sp modelId="{E33B56B7-E4B8-4400-BF70-AE73349E0879}">
      <dsp:nvSpPr>
        <dsp:cNvPr id="0" name=""/>
        <dsp:cNvSpPr/>
      </dsp:nvSpPr>
      <dsp:spPr>
        <a:xfrm>
          <a:off x="0" y="1647060"/>
          <a:ext cx="10018712" cy="141511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4790" tIns="224790" rIns="224790" bIns="224790" numCol="1" spcCol="1270" anchor="ctr" anchorCtr="0">
          <a:noAutofit/>
        </a:bodyPr>
        <a:lstStyle/>
        <a:p>
          <a:pPr lvl="0" algn="l" defTabSz="26225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5900" kern="1200" dirty="0" smtClean="0"/>
            <a:t>console.log(array1.</a:t>
          </a:r>
          <a:r>
            <a:rPr lang="en-US" sz="5900" b="1" kern="1200" dirty="0" smtClean="0"/>
            <a:t>fill</a:t>
          </a:r>
          <a:r>
            <a:rPr lang="en-US" sz="5900" kern="1200" dirty="0" smtClean="0"/>
            <a:t>(0, </a:t>
          </a:r>
          <a:r>
            <a:rPr lang="en-US" sz="5900" kern="1200" dirty="0"/>
            <a:t>2, 3));</a:t>
          </a:r>
        </a:p>
      </dsp:txBody>
      <dsp:txXfrm>
        <a:off x="69080" y="1716140"/>
        <a:ext cx="9880552" cy="1276954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1F53AB2-13E5-4948-8E81-D49745FD4973}">
      <dsp:nvSpPr>
        <dsp:cNvPr id="0" name=""/>
        <dsp:cNvSpPr/>
      </dsp:nvSpPr>
      <dsp:spPr>
        <a:xfrm>
          <a:off x="0" y="77114"/>
          <a:ext cx="6492875" cy="159471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/>
            <a:t>The filter() method creates an array filled with all array elements that pass a test</a:t>
          </a:r>
        </a:p>
      </dsp:txBody>
      <dsp:txXfrm>
        <a:off x="77847" y="154961"/>
        <a:ext cx="6337181" cy="1439016"/>
      </dsp:txXfrm>
    </dsp:sp>
    <dsp:sp modelId="{DCA811FD-59D9-4239-907E-5ED2026FCE86}">
      <dsp:nvSpPr>
        <dsp:cNvPr id="0" name=""/>
        <dsp:cNvSpPr/>
      </dsp:nvSpPr>
      <dsp:spPr>
        <a:xfrm>
          <a:off x="0" y="1755344"/>
          <a:ext cx="6492875" cy="1594710"/>
        </a:xfrm>
        <a:prstGeom prst="roundRect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/>
            <a:t>filter() does not execute the function for empty array elements.</a:t>
          </a:r>
        </a:p>
      </dsp:txBody>
      <dsp:txXfrm>
        <a:off x="77847" y="1833191"/>
        <a:ext cx="6337181" cy="1439016"/>
      </dsp:txXfrm>
    </dsp:sp>
    <dsp:sp modelId="{3F9D027F-EA13-49BB-A183-2DADC637DDF0}">
      <dsp:nvSpPr>
        <dsp:cNvPr id="0" name=""/>
        <dsp:cNvSpPr/>
      </dsp:nvSpPr>
      <dsp:spPr>
        <a:xfrm>
          <a:off x="0" y="3433575"/>
          <a:ext cx="6492875" cy="1594710"/>
        </a:xfrm>
        <a:prstGeom prst="roundRect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/>
            <a:t>filter() does not change the original array.</a:t>
          </a:r>
        </a:p>
      </dsp:txBody>
      <dsp:txXfrm>
        <a:off x="77847" y="3511422"/>
        <a:ext cx="6337181" cy="143901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8E22EF-7511-4964-90D0-CB0480338D60}">
      <dsp:nvSpPr>
        <dsp:cNvPr id="0" name=""/>
        <dsp:cNvSpPr/>
      </dsp:nvSpPr>
      <dsp:spPr>
        <a:xfrm>
          <a:off x="0" y="551805"/>
          <a:ext cx="1001871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err="1"/>
            <a:t>const</a:t>
          </a:r>
          <a:r>
            <a:rPr lang="en-US" sz="2600" kern="1200" dirty="0"/>
            <a:t> words = ['spray', 'limit', 'elite', 'exuberant', 'destruction', </a:t>
          </a:r>
          <a:r>
            <a:rPr lang="en-US" sz="2600" kern="1200" dirty="0" smtClean="0"/>
            <a:t>'present'];</a:t>
          </a:r>
          <a:endParaRPr lang="en-US" sz="2600" kern="1200" dirty="0"/>
        </a:p>
      </dsp:txBody>
      <dsp:txXfrm>
        <a:off x="30442" y="582247"/>
        <a:ext cx="9957828" cy="562726"/>
      </dsp:txXfrm>
    </dsp:sp>
    <dsp:sp modelId="{2B0B8B66-5EF8-4855-A537-7669F5C88EF5}">
      <dsp:nvSpPr>
        <dsp:cNvPr id="0" name=""/>
        <dsp:cNvSpPr/>
      </dsp:nvSpPr>
      <dsp:spPr>
        <a:xfrm>
          <a:off x="0" y="1250295"/>
          <a:ext cx="1001871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 err="1" smtClean="0"/>
            <a:t>const</a:t>
          </a:r>
          <a:r>
            <a:rPr lang="en-US" sz="2600" kern="1200" dirty="0" smtClean="0"/>
            <a:t> result = </a:t>
          </a:r>
          <a:r>
            <a:rPr lang="en-US" sz="2600" kern="1200" dirty="0" err="1" smtClean="0"/>
            <a:t>words.</a:t>
          </a:r>
          <a:r>
            <a:rPr lang="en-US" sz="2600" b="1" kern="1200" dirty="0" err="1" smtClean="0"/>
            <a:t>filter</a:t>
          </a:r>
          <a:r>
            <a:rPr lang="en-US" sz="2600" kern="1200" dirty="0" smtClean="0"/>
            <a:t>(word =&gt; </a:t>
          </a:r>
          <a:r>
            <a:rPr lang="en-US" sz="2600" kern="1200" dirty="0" err="1" smtClean="0"/>
            <a:t>word.length</a:t>
          </a:r>
          <a:r>
            <a:rPr lang="en-US" sz="2600" kern="1200" dirty="0" smtClean="0"/>
            <a:t> &gt; 6);</a:t>
          </a:r>
          <a:endParaRPr lang="en-US" sz="2600" kern="1200" dirty="0"/>
        </a:p>
      </dsp:txBody>
      <dsp:txXfrm>
        <a:off x="30442" y="1280737"/>
        <a:ext cx="9957828" cy="562726"/>
      </dsp:txXfrm>
    </dsp:sp>
    <dsp:sp modelId="{517648BB-9683-4867-BF56-70C33D4D4D4F}">
      <dsp:nvSpPr>
        <dsp:cNvPr id="0" name=""/>
        <dsp:cNvSpPr/>
      </dsp:nvSpPr>
      <dsp:spPr>
        <a:xfrm>
          <a:off x="0" y="1948785"/>
          <a:ext cx="10018712" cy="62361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ctr" anchorCtr="0">
          <a:noAutofit/>
        </a:bodyPr>
        <a:lstStyle/>
        <a:p>
          <a:pPr lvl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600" kern="1200" dirty="0"/>
            <a:t>console.log(result);</a:t>
          </a:r>
        </a:p>
      </dsp:txBody>
      <dsp:txXfrm>
        <a:off x="30442" y="1979227"/>
        <a:ext cx="9957828" cy="562726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28E22EF-7511-4964-90D0-CB0480338D60}">
      <dsp:nvSpPr>
        <dsp:cNvPr id="0" name=""/>
        <dsp:cNvSpPr/>
      </dsp:nvSpPr>
      <dsp:spPr>
        <a:xfrm>
          <a:off x="0" y="19162"/>
          <a:ext cx="1001871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err="1" smtClean="0"/>
            <a:t>const</a:t>
          </a:r>
          <a:r>
            <a:rPr lang="en-US" sz="2500" kern="1200" dirty="0" smtClean="0"/>
            <a:t> ages = [32, 33, 16, 40];</a:t>
          </a:r>
          <a:endParaRPr lang="en-US" sz="2500" kern="1200" dirty="0"/>
        </a:p>
      </dsp:txBody>
      <dsp:txXfrm>
        <a:off x="29271" y="48433"/>
        <a:ext cx="9960170" cy="541083"/>
      </dsp:txXfrm>
    </dsp:sp>
    <dsp:sp modelId="{2B0B8B66-5EF8-4855-A537-7669F5C88EF5}">
      <dsp:nvSpPr>
        <dsp:cNvPr id="0" name=""/>
        <dsp:cNvSpPr/>
      </dsp:nvSpPr>
      <dsp:spPr>
        <a:xfrm>
          <a:off x="0" y="690787"/>
          <a:ext cx="1001871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 err="1" smtClean="0"/>
            <a:t>const</a:t>
          </a:r>
          <a:r>
            <a:rPr lang="en-US" sz="2500" kern="1200" dirty="0" smtClean="0"/>
            <a:t> result = </a:t>
          </a:r>
          <a:r>
            <a:rPr lang="en-US" sz="2500" kern="1200" dirty="0" err="1" smtClean="0"/>
            <a:t>ages.filter</a:t>
          </a:r>
          <a:r>
            <a:rPr lang="en-US" sz="2500" kern="1200" dirty="0" smtClean="0"/>
            <a:t>(age =&gt; age &gt; 18);</a:t>
          </a:r>
          <a:endParaRPr lang="en-US" sz="2500" kern="1200" dirty="0"/>
        </a:p>
      </dsp:txBody>
      <dsp:txXfrm>
        <a:off x="29271" y="720058"/>
        <a:ext cx="9960170" cy="541083"/>
      </dsp:txXfrm>
    </dsp:sp>
    <dsp:sp modelId="{517648BB-9683-4867-BF56-70C33D4D4D4F}">
      <dsp:nvSpPr>
        <dsp:cNvPr id="0" name=""/>
        <dsp:cNvSpPr/>
      </dsp:nvSpPr>
      <dsp:spPr>
        <a:xfrm>
          <a:off x="0" y="1362412"/>
          <a:ext cx="10018712" cy="599625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lvl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500" kern="1200" dirty="0"/>
            <a:t>console.log(result);</a:t>
          </a:r>
        </a:p>
      </dsp:txBody>
      <dsp:txXfrm>
        <a:off x="29271" y="1391683"/>
        <a:ext cx="9960170" cy="541083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999EB55-72E1-4596-A3FA-035617A101B9}">
      <dsp:nvSpPr>
        <dsp:cNvPr id="0" name=""/>
        <dsp:cNvSpPr/>
      </dsp:nvSpPr>
      <dsp:spPr>
        <a:xfrm>
          <a:off x="0" y="7800"/>
          <a:ext cx="1001871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err="1" smtClean="0"/>
            <a:t>const</a:t>
          </a:r>
          <a:r>
            <a:rPr lang="en-US" sz="4000" kern="1200" dirty="0" smtClean="0"/>
            <a:t> ages = [32, 33, 16, 40];</a:t>
          </a:r>
          <a:endParaRPr lang="en-US" sz="4000" kern="1200" dirty="0"/>
        </a:p>
      </dsp:txBody>
      <dsp:txXfrm>
        <a:off x="46834" y="54634"/>
        <a:ext cx="9925044" cy="865732"/>
      </dsp:txXfrm>
    </dsp:sp>
    <dsp:sp modelId="{D3F7B12F-3F9C-4575-9DAA-F1A42EBD5277}">
      <dsp:nvSpPr>
        <dsp:cNvPr id="0" name=""/>
        <dsp:cNvSpPr/>
      </dsp:nvSpPr>
      <dsp:spPr>
        <a:xfrm>
          <a:off x="0" y="1045330"/>
          <a:ext cx="1001871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 smtClean="0"/>
            <a:t> </a:t>
          </a:r>
          <a:r>
            <a:rPr lang="en-US" sz="4000" kern="1200" dirty="0" err="1" smtClean="0"/>
            <a:t>const</a:t>
          </a:r>
          <a:r>
            <a:rPr lang="en-US" sz="4000" kern="1200" dirty="0" smtClean="0"/>
            <a:t> found = </a:t>
          </a:r>
          <a:r>
            <a:rPr lang="en-US" sz="4000" kern="1200" dirty="0" err="1" smtClean="0"/>
            <a:t>ages.find</a:t>
          </a:r>
          <a:r>
            <a:rPr lang="en-US" sz="4000" kern="1200" dirty="0" smtClean="0"/>
            <a:t>(age =&gt; age &gt; 18);</a:t>
          </a:r>
          <a:endParaRPr lang="en-US" sz="4000" kern="1200" dirty="0"/>
        </a:p>
      </dsp:txBody>
      <dsp:txXfrm>
        <a:off x="46834" y="1092164"/>
        <a:ext cx="9925044" cy="865732"/>
      </dsp:txXfrm>
    </dsp:sp>
    <dsp:sp modelId="{9F76D31A-0F46-48E4-944C-112688443541}">
      <dsp:nvSpPr>
        <dsp:cNvPr id="0" name=""/>
        <dsp:cNvSpPr/>
      </dsp:nvSpPr>
      <dsp:spPr>
        <a:xfrm>
          <a:off x="0" y="2157000"/>
          <a:ext cx="10018712" cy="9594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0" tIns="152400" rIns="152400" bIns="152400" numCol="1" spcCol="1270" anchor="ctr" anchorCtr="0">
          <a:noAutofit/>
        </a:bodyPr>
        <a:lstStyle/>
        <a:p>
          <a:pPr lvl="0" algn="l" defTabSz="1778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4000" kern="1200" dirty="0"/>
            <a:t>console.log(found);</a:t>
          </a:r>
        </a:p>
      </dsp:txBody>
      <dsp:txXfrm>
        <a:off x="46834" y="2203834"/>
        <a:ext cx="9925044" cy="865732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F334BDF-DF8C-4D94-9FDD-5EB42D0535ED}">
      <dsp:nvSpPr>
        <dsp:cNvPr id="0" name=""/>
        <dsp:cNvSpPr/>
      </dsp:nvSpPr>
      <dsp:spPr>
        <a:xfrm>
          <a:off x="0" y="36960"/>
          <a:ext cx="10018712" cy="1471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/>
            <a:t>The forEach() method calls a function once for each element in an array, in order.</a:t>
          </a:r>
        </a:p>
      </dsp:txBody>
      <dsp:txXfrm>
        <a:off x="71850" y="108810"/>
        <a:ext cx="9875012" cy="1328160"/>
      </dsp:txXfrm>
    </dsp:sp>
    <dsp:sp modelId="{2EE9374E-3F18-491D-AB4E-68BCAC25E3D3}">
      <dsp:nvSpPr>
        <dsp:cNvPr id="0" name=""/>
        <dsp:cNvSpPr/>
      </dsp:nvSpPr>
      <dsp:spPr>
        <a:xfrm>
          <a:off x="0" y="1615380"/>
          <a:ext cx="10018712" cy="147186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0970" tIns="140970" rIns="140970" bIns="140970" numCol="1" spcCol="1270" anchor="ctr" anchorCtr="0">
          <a:noAutofit/>
        </a:bodyPr>
        <a:lstStyle/>
        <a:p>
          <a:pPr lvl="0" algn="l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3700" kern="1200"/>
            <a:t>forEach() is not executed for array elements without values.</a:t>
          </a:r>
        </a:p>
      </dsp:txBody>
      <dsp:txXfrm>
        <a:off x="71850" y="1687230"/>
        <a:ext cx="9875012" cy="1328160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D18E44B-8785-4E2C-B8F9-D5D30D064E85}">
      <dsp:nvSpPr>
        <dsp:cNvPr id="0" name=""/>
        <dsp:cNvSpPr/>
      </dsp:nvSpPr>
      <dsp:spPr>
        <a:xfrm>
          <a:off x="0" y="2492"/>
          <a:ext cx="6492875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CA4BD43-7A79-4866-B246-46AC2BB39A5C}">
      <dsp:nvSpPr>
        <dsp:cNvPr id="0" name=""/>
        <dsp:cNvSpPr/>
      </dsp:nvSpPr>
      <dsp:spPr>
        <a:xfrm>
          <a:off x="0" y="2492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 err="1"/>
            <a:t>const</a:t>
          </a:r>
          <a:r>
            <a:rPr lang="en-US" sz="2300" kern="1200" dirty="0"/>
            <a:t> animals = ['ant', 'owl', 'camel', 'duck', 'elephant'];</a:t>
          </a:r>
        </a:p>
      </dsp:txBody>
      <dsp:txXfrm>
        <a:off x="0" y="2492"/>
        <a:ext cx="6492875" cy="850069"/>
      </dsp:txXfrm>
    </dsp:sp>
    <dsp:sp modelId="{5163D773-94B9-4F2E-8120-A6A0B351FF19}">
      <dsp:nvSpPr>
        <dsp:cNvPr id="0" name=""/>
        <dsp:cNvSpPr/>
      </dsp:nvSpPr>
      <dsp:spPr>
        <a:xfrm>
          <a:off x="0" y="852561"/>
          <a:ext cx="6492875" cy="0"/>
        </a:xfrm>
        <a:prstGeom prst="line">
          <a:avLst/>
        </a:prstGeom>
        <a:solidFill>
          <a:schemeClr val="accent2">
            <a:hueOff val="-718792"/>
            <a:satOff val="4944"/>
            <a:lumOff val="549"/>
            <a:alphaOff val="0"/>
          </a:schemeClr>
        </a:solidFill>
        <a:ln w="15875" cap="rnd" cmpd="sng" algn="ctr">
          <a:solidFill>
            <a:schemeClr val="accent2">
              <a:hueOff val="-718792"/>
              <a:satOff val="4944"/>
              <a:lumOff val="549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1C16DB-9307-4AE5-8343-C23AA84CC36F}">
      <dsp:nvSpPr>
        <dsp:cNvPr id="0" name=""/>
        <dsp:cNvSpPr/>
      </dsp:nvSpPr>
      <dsp:spPr>
        <a:xfrm>
          <a:off x="0" y="852561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/>
            <a:t>console.log(</a:t>
          </a:r>
          <a:r>
            <a:rPr lang="en-US" sz="2300" kern="1200" dirty="0" err="1"/>
            <a:t>animals.slice</a:t>
          </a:r>
          <a:r>
            <a:rPr lang="en-US" sz="2300" kern="1200" dirty="0"/>
            <a:t>(2));</a:t>
          </a:r>
        </a:p>
      </dsp:txBody>
      <dsp:txXfrm>
        <a:off x="0" y="852561"/>
        <a:ext cx="6492875" cy="850069"/>
      </dsp:txXfrm>
    </dsp:sp>
    <dsp:sp modelId="{CE4568AE-31E0-4E69-8D39-92C845057AB3}">
      <dsp:nvSpPr>
        <dsp:cNvPr id="0" name=""/>
        <dsp:cNvSpPr/>
      </dsp:nvSpPr>
      <dsp:spPr>
        <a:xfrm>
          <a:off x="0" y="1702630"/>
          <a:ext cx="6492875" cy="0"/>
        </a:xfrm>
        <a:prstGeom prst="line">
          <a:avLst/>
        </a:prstGeom>
        <a:solidFill>
          <a:schemeClr val="accent2">
            <a:hueOff val="-1437584"/>
            <a:satOff val="9889"/>
            <a:lumOff val="1098"/>
            <a:alphaOff val="0"/>
          </a:schemeClr>
        </a:solidFill>
        <a:ln w="15875" cap="rnd" cmpd="sng" algn="ctr">
          <a:solidFill>
            <a:schemeClr val="accent2">
              <a:hueOff val="-1437584"/>
              <a:satOff val="9889"/>
              <a:lumOff val="1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23A24EE-4EAF-4676-8430-D1F7424BAED9}">
      <dsp:nvSpPr>
        <dsp:cNvPr id="0" name=""/>
        <dsp:cNvSpPr/>
      </dsp:nvSpPr>
      <dsp:spPr>
        <a:xfrm>
          <a:off x="0" y="1702630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/>
            <a:t>console.log(</a:t>
          </a:r>
          <a:r>
            <a:rPr lang="en-US" sz="2300" kern="1200" dirty="0" err="1"/>
            <a:t>animals.slice</a:t>
          </a:r>
          <a:r>
            <a:rPr lang="en-US" sz="2300" kern="1200" dirty="0"/>
            <a:t>(2, 4)); </a:t>
          </a:r>
        </a:p>
      </dsp:txBody>
      <dsp:txXfrm>
        <a:off x="0" y="1702630"/>
        <a:ext cx="6492875" cy="850069"/>
      </dsp:txXfrm>
    </dsp:sp>
    <dsp:sp modelId="{8C7901C3-B112-419E-AD93-A4293DBBC476}">
      <dsp:nvSpPr>
        <dsp:cNvPr id="0" name=""/>
        <dsp:cNvSpPr/>
      </dsp:nvSpPr>
      <dsp:spPr>
        <a:xfrm>
          <a:off x="0" y="2552699"/>
          <a:ext cx="6492875" cy="0"/>
        </a:xfrm>
        <a:prstGeom prst="line">
          <a:avLst/>
        </a:prstGeom>
        <a:solidFill>
          <a:schemeClr val="accent2">
            <a:hueOff val="-2156377"/>
            <a:satOff val="14833"/>
            <a:lumOff val="1646"/>
            <a:alphaOff val="0"/>
          </a:schemeClr>
        </a:solidFill>
        <a:ln w="15875" cap="rnd" cmpd="sng" algn="ctr">
          <a:solidFill>
            <a:schemeClr val="accent2">
              <a:hueOff val="-2156377"/>
              <a:satOff val="14833"/>
              <a:lumOff val="164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B33BAB-A284-4E93-948E-A2918955BD13}">
      <dsp:nvSpPr>
        <dsp:cNvPr id="0" name=""/>
        <dsp:cNvSpPr/>
      </dsp:nvSpPr>
      <dsp:spPr>
        <a:xfrm>
          <a:off x="0" y="2552699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/>
            <a:t>console.log(</a:t>
          </a:r>
          <a:r>
            <a:rPr lang="en-US" sz="2300" kern="1200" dirty="0" err="1"/>
            <a:t>animals.slice</a:t>
          </a:r>
          <a:r>
            <a:rPr lang="en-US" sz="2300" kern="1200" dirty="0"/>
            <a:t>(1, 5)); </a:t>
          </a:r>
        </a:p>
      </dsp:txBody>
      <dsp:txXfrm>
        <a:off x="0" y="2552699"/>
        <a:ext cx="6492875" cy="850069"/>
      </dsp:txXfrm>
    </dsp:sp>
    <dsp:sp modelId="{E7D77021-001F-4035-9698-F7158A8EAF59}">
      <dsp:nvSpPr>
        <dsp:cNvPr id="0" name=""/>
        <dsp:cNvSpPr/>
      </dsp:nvSpPr>
      <dsp:spPr>
        <a:xfrm>
          <a:off x="0" y="3402769"/>
          <a:ext cx="6492875" cy="0"/>
        </a:xfrm>
        <a:prstGeom prst="line">
          <a:avLst/>
        </a:prstGeom>
        <a:solidFill>
          <a:schemeClr val="accent2">
            <a:hueOff val="-2875169"/>
            <a:satOff val="19778"/>
            <a:lumOff val="2195"/>
            <a:alphaOff val="0"/>
          </a:schemeClr>
        </a:solidFill>
        <a:ln w="15875" cap="rnd" cmpd="sng" algn="ctr">
          <a:solidFill>
            <a:schemeClr val="accent2">
              <a:hueOff val="-2875169"/>
              <a:satOff val="19778"/>
              <a:lumOff val="219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3336EA-9C3C-4A2B-9110-AD46BCCF7805}">
      <dsp:nvSpPr>
        <dsp:cNvPr id="0" name=""/>
        <dsp:cNvSpPr/>
      </dsp:nvSpPr>
      <dsp:spPr>
        <a:xfrm>
          <a:off x="0" y="3402769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/>
            <a:t>console.log(</a:t>
          </a:r>
          <a:r>
            <a:rPr lang="en-US" sz="2300" kern="1200" dirty="0" err="1"/>
            <a:t>animals.slice</a:t>
          </a:r>
          <a:r>
            <a:rPr lang="en-US" sz="2300" kern="1200" dirty="0"/>
            <a:t>(-2)); </a:t>
          </a:r>
        </a:p>
      </dsp:txBody>
      <dsp:txXfrm>
        <a:off x="0" y="3402769"/>
        <a:ext cx="6492875" cy="850069"/>
      </dsp:txXfrm>
    </dsp:sp>
    <dsp:sp modelId="{3CCF4CEC-E8E5-40B8-A745-0764CD0A7FED}">
      <dsp:nvSpPr>
        <dsp:cNvPr id="0" name=""/>
        <dsp:cNvSpPr/>
      </dsp:nvSpPr>
      <dsp:spPr>
        <a:xfrm>
          <a:off x="0" y="4252838"/>
          <a:ext cx="6492875" cy="0"/>
        </a:xfrm>
        <a:prstGeom prst="line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B9A8EE-C7C6-417A-A4F4-F451ABA87B97}">
      <dsp:nvSpPr>
        <dsp:cNvPr id="0" name=""/>
        <dsp:cNvSpPr/>
      </dsp:nvSpPr>
      <dsp:spPr>
        <a:xfrm>
          <a:off x="0" y="4252838"/>
          <a:ext cx="6492875" cy="85006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87630" rIns="87630" bIns="87630" numCol="1" spcCol="1270" anchor="t" anchorCtr="0">
          <a:noAutofit/>
        </a:bodyPr>
        <a:lstStyle/>
        <a:p>
          <a:pPr lvl="0" algn="l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300" kern="1200" dirty="0"/>
            <a:t>console.log(</a:t>
          </a:r>
          <a:r>
            <a:rPr lang="en-US" sz="2300" kern="1200" dirty="0" err="1"/>
            <a:t>animals.slice</a:t>
          </a:r>
          <a:r>
            <a:rPr lang="en-US" sz="2300" kern="1200" dirty="0"/>
            <a:t>(2, -1));</a:t>
          </a:r>
        </a:p>
      </dsp:txBody>
      <dsp:txXfrm>
        <a:off x="0" y="4252838"/>
        <a:ext cx="6492875" cy="85006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0451CA-0C86-49FE-B85E-9CC283724F6E}">
      <dsp:nvSpPr>
        <dsp:cNvPr id="0" name=""/>
        <dsp:cNvSpPr/>
      </dsp:nvSpPr>
      <dsp:spPr>
        <a:xfrm>
          <a:off x="0" y="639"/>
          <a:ext cx="6749521" cy="14967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E6BAE52-5CDD-4F3C-8830-529B904AA65F}">
      <dsp:nvSpPr>
        <dsp:cNvPr id="0" name=""/>
        <dsp:cNvSpPr/>
      </dsp:nvSpPr>
      <dsp:spPr>
        <a:xfrm>
          <a:off x="452758" y="337402"/>
          <a:ext cx="823197" cy="8231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2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4C468F-C315-403E-BF3B-A6A5F4F15ED8}">
      <dsp:nvSpPr>
        <dsp:cNvPr id="0" name=""/>
        <dsp:cNvSpPr/>
      </dsp:nvSpPr>
      <dsp:spPr>
        <a:xfrm>
          <a:off x="1728714" y="639"/>
          <a:ext cx="5020806" cy="1496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403" tIns="158403" rIns="158403" bIns="158403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flat() method that creates a new array with all the elements of the subarrays concatenated to it recursively up to a specified depth.</a:t>
          </a:r>
        </a:p>
      </dsp:txBody>
      <dsp:txXfrm>
        <a:off x="1728714" y="639"/>
        <a:ext cx="5020806" cy="1496722"/>
      </dsp:txXfrm>
    </dsp:sp>
    <dsp:sp modelId="{91433EDA-B140-40F5-9953-258C6F109FD5}">
      <dsp:nvSpPr>
        <dsp:cNvPr id="0" name=""/>
        <dsp:cNvSpPr/>
      </dsp:nvSpPr>
      <dsp:spPr>
        <a:xfrm>
          <a:off x="0" y="1871542"/>
          <a:ext cx="6749521" cy="14967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9FBF525-210A-41C5-9F11-9FF3C56C8510}">
      <dsp:nvSpPr>
        <dsp:cNvPr id="0" name=""/>
        <dsp:cNvSpPr/>
      </dsp:nvSpPr>
      <dsp:spPr>
        <a:xfrm>
          <a:off x="452758" y="2208305"/>
          <a:ext cx="823197" cy="8231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4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E6E292-9DB0-49EF-9358-958F5A0C5AD9}">
      <dsp:nvSpPr>
        <dsp:cNvPr id="0" name=""/>
        <dsp:cNvSpPr/>
      </dsp:nvSpPr>
      <dsp:spPr>
        <a:xfrm>
          <a:off x="1728714" y="1871542"/>
          <a:ext cx="5020806" cy="1496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403" tIns="158403" rIns="158403" bIns="158403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By default, the depth is ‘1’.</a:t>
          </a:r>
        </a:p>
      </dsp:txBody>
      <dsp:txXfrm>
        <a:off x="1728714" y="1871542"/>
        <a:ext cx="5020806" cy="1496722"/>
      </dsp:txXfrm>
    </dsp:sp>
    <dsp:sp modelId="{4AAB546C-8136-4B5B-AC3C-9D35C1CEDC9A}">
      <dsp:nvSpPr>
        <dsp:cNvPr id="0" name=""/>
        <dsp:cNvSpPr/>
      </dsp:nvSpPr>
      <dsp:spPr>
        <a:xfrm>
          <a:off x="0" y="3742445"/>
          <a:ext cx="6749521" cy="149672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B78E486-9C68-4E30-9C40-DD70FCE0F738}">
      <dsp:nvSpPr>
        <dsp:cNvPr id="0" name=""/>
        <dsp:cNvSpPr/>
      </dsp:nvSpPr>
      <dsp:spPr>
        <a:xfrm>
          <a:off x="452758" y="4079208"/>
          <a:ext cx="823197" cy="823197"/>
        </a:xfrm>
        <a:prstGeom prst="rect">
          <a:avLst/>
        </a:prstGeom>
        <a:blipFill>
          <a:blip xmlns:r="http://schemas.openxmlformats.org/officeDocument/2006/relationships" r:embed="rId5" cstate="hq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="" xmlns:asvg="http://schemas.microsoft.com/office/drawing/2016/SVG/main" r:embed="rId6"/>
              </a:ext>
            </a:extLst>
          </a:blip>
          <a:stretch>
            <a:fillRect/>
          </a:stretch>
        </a:blipFill>
        <a:ln w="1587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48C83D-6462-4878-833F-EC77CC6DF43B}">
      <dsp:nvSpPr>
        <dsp:cNvPr id="0" name=""/>
        <dsp:cNvSpPr/>
      </dsp:nvSpPr>
      <dsp:spPr>
        <a:xfrm>
          <a:off x="1728714" y="3742445"/>
          <a:ext cx="5020806" cy="149672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8403" tIns="158403" rIns="158403" bIns="158403" numCol="1" spcCol="1270" anchor="ctr" anchorCtr="0">
          <a:noAutofit/>
        </a:bodyPr>
        <a:lstStyle/>
        <a:p>
          <a:pPr lvl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100" kern="1200"/>
            <a:t>We can also use ‘Infinity’ parameter for all sub arrays.</a:t>
          </a:r>
        </a:p>
      </dsp:txBody>
      <dsp:txXfrm>
        <a:off x="1728714" y="3742445"/>
        <a:ext cx="5020806" cy="1496722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C9D295-7E7F-4502-9EED-EE8FBAB064F7}">
      <dsp:nvSpPr>
        <dsp:cNvPr id="0" name=""/>
        <dsp:cNvSpPr/>
      </dsp:nvSpPr>
      <dsp:spPr>
        <a:xfrm>
          <a:off x="0" y="1507144"/>
          <a:ext cx="674952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6F8D180-93B0-4549-8EF1-1A454ACC617C}">
      <dsp:nvSpPr>
        <dsp:cNvPr id="0" name=""/>
        <dsp:cNvSpPr/>
      </dsp:nvSpPr>
      <dsp:spPr>
        <a:xfrm>
          <a:off x="337476" y="1182424"/>
          <a:ext cx="4724664" cy="6494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581" tIns="0" rIns="178581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err="1"/>
            <a:t>const</a:t>
          </a:r>
          <a:r>
            <a:rPr lang="en-US" sz="2200" kern="1200" dirty="0"/>
            <a:t> numbers = [1, 2, [3, 4, 5]];</a:t>
          </a:r>
        </a:p>
      </dsp:txBody>
      <dsp:txXfrm>
        <a:off x="369179" y="1214127"/>
        <a:ext cx="4661258" cy="586034"/>
      </dsp:txXfrm>
    </dsp:sp>
    <dsp:sp modelId="{6DC45083-3765-4071-98BB-58F9C5083312}">
      <dsp:nvSpPr>
        <dsp:cNvPr id="0" name=""/>
        <dsp:cNvSpPr/>
      </dsp:nvSpPr>
      <dsp:spPr>
        <a:xfrm>
          <a:off x="0" y="2505063"/>
          <a:ext cx="674952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1796981"/>
              <a:satOff val="12361"/>
              <a:lumOff val="137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300287-D400-4CAD-BD40-8E775B4FD609}">
      <dsp:nvSpPr>
        <dsp:cNvPr id="0" name=""/>
        <dsp:cNvSpPr/>
      </dsp:nvSpPr>
      <dsp:spPr>
        <a:xfrm>
          <a:off x="337476" y="2180344"/>
          <a:ext cx="4724664" cy="649440"/>
        </a:xfrm>
        <a:prstGeom prst="roundRect">
          <a:avLst/>
        </a:prstGeom>
        <a:solidFill>
          <a:schemeClr val="accent2">
            <a:hueOff val="-1796981"/>
            <a:satOff val="12361"/>
            <a:lumOff val="1372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581" tIns="0" rIns="178581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 err="1"/>
            <a:t>const</a:t>
          </a:r>
          <a:r>
            <a:rPr lang="en-US" sz="2200" kern="1200" dirty="0"/>
            <a:t> </a:t>
          </a:r>
          <a:r>
            <a:rPr lang="en-US" sz="2200" kern="1200" dirty="0" err="1"/>
            <a:t>flatNumbers</a:t>
          </a:r>
          <a:r>
            <a:rPr lang="en-US" sz="2200" kern="1200" dirty="0"/>
            <a:t> = </a:t>
          </a:r>
          <a:r>
            <a:rPr lang="en-US" sz="2200" kern="1200" dirty="0" err="1"/>
            <a:t>numbers.flat</a:t>
          </a:r>
          <a:r>
            <a:rPr lang="en-US" sz="2200" kern="1200" dirty="0"/>
            <a:t>();</a:t>
          </a:r>
        </a:p>
      </dsp:txBody>
      <dsp:txXfrm>
        <a:off x="369179" y="2212047"/>
        <a:ext cx="4661258" cy="586034"/>
      </dsp:txXfrm>
    </dsp:sp>
    <dsp:sp modelId="{3805CD31-36FD-4DF4-99A4-74C943995709}">
      <dsp:nvSpPr>
        <dsp:cNvPr id="0" name=""/>
        <dsp:cNvSpPr/>
      </dsp:nvSpPr>
      <dsp:spPr>
        <a:xfrm>
          <a:off x="0" y="3502984"/>
          <a:ext cx="6749521" cy="5544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hueOff val="-3593961"/>
              <a:satOff val="24722"/>
              <a:lumOff val="274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C97B5D-215A-4377-AFCE-A0E4CFD8D6A7}">
      <dsp:nvSpPr>
        <dsp:cNvPr id="0" name=""/>
        <dsp:cNvSpPr/>
      </dsp:nvSpPr>
      <dsp:spPr>
        <a:xfrm>
          <a:off x="337476" y="3178264"/>
          <a:ext cx="4724664" cy="649440"/>
        </a:xfrm>
        <a:prstGeom prst="roundRect">
          <a:avLst/>
        </a:prstGeom>
        <a:solidFill>
          <a:schemeClr val="accent2">
            <a:hueOff val="-3593961"/>
            <a:satOff val="24722"/>
            <a:lumOff val="2744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8581" tIns="0" rIns="178581" bIns="0" numCol="1" spcCol="1270" anchor="ctr" anchorCtr="0">
          <a:noAutofit/>
        </a:bodyPr>
        <a:lstStyle/>
        <a:p>
          <a:pPr lvl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200" kern="1200" dirty="0"/>
            <a:t>console.log(</a:t>
          </a:r>
          <a:r>
            <a:rPr lang="en-US" sz="2200" kern="1200" dirty="0" err="1"/>
            <a:t>flatNumbers</a:t>
          </a:r>
          <a:r>
            <a:rPr lang="en-US" sz="2200" kern="1200" dirty="0"/>
            <a:t>);</a:t>
          </a:r>
        </a:p>
      </dsp:txBody>
      <dsp:txXfrm>
        <a:off x="369179" y="3209967"/>
        <a:ext cx="4661258" cy="586034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A88AAB-8AA2-4D7F-A51A-E8E8842F72E9}">
      <dsp:nvSpPr>
        <dsp:cNvPr id="0" name=""/>
        <dsp:cNvSpPr/>
      </dsp:nvSpPr>
      <dsp:spPr>
        <a:xfrm>
          <a:off x="0" y="0"/>
          <a:ext cx="5518943" cy="153162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/>
            <a:t>The sort() method sorts an array alphabetically.</a:t>
          </a:r>
        </a:p>
      </dsp:txBody>
      <dsp:txXfrm>
        <a:off x="44860" y="44860"/>
        <a:ext cx="3866205" cy="1441900"/>
      </dsp:txXfrm>
    </dsp:sp>
    <dsp:sp modelId="{017641BF-4D79-48F3-AB1C-8281756C5B2B}">
      <dsp:nvSpPr>
        <dsp:cNvPr id="0" name=""/>
        <dsp:cNvSpPr/>
      </dsp:nvSpPr>
      <dsp:spPr>
        <a:xfrm>
          <a:off x="486965" y="1786890"/>
          <a:ext cx="5518943" cy="153162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/>
            <a:t>The reverse() method reverses the elements in an array.</a:t>
          </a:r>
        </a:p>
      </dsp:txBody>
      <dsp:txXfrm>
        <a:off x="531825" y="1831750"/>
        <a:ext cx="3946705" cy="1441900"/>
      </dsp:txXfrm>
    </dsp:sp>
    <dsp:sp modelId="{8B5EF73B-6C41-4676-B8AB-7B690392C708}">
      <dsp:nvSpPr>
        <dsp:cNvPr id="0" name=""/>
        <dsp:cNvSpPr/>
      </dsp:nvSpPr>
      <dsp:spPr>
        <a:xfrm>
          <a:off x="973931" y="3573780"/>
          <a:ext cx="5518943" cy="153162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0490" tIns="110490" rIns="110490" bIns="110490" numCol="1" spcCol="1270" anchor="ctr" anchorCtr="0">
          <a:noAutofit/>
        </a:bodyPr>
        <a:lstStyle/>
        <a:p>
          <a:pPr lvl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2900" kern="1200"/>
            <a:t>Both methods changes the original array.</a:t>
          </a:r>
        </a:p>
      </dsp:txBody>
      <dsp:txXfrm>
        <a:off x="1018791" y="3618640"/>
        <a:ext cx="3946705" cy="1441900"/>
      </dsp:txXfrm>
    </dsp:sp>
    <dsp:sp modelId="{C98F9AFB-C216-4252-AAC8-09EFF84917B7}">
      <dsp:nvSpPr>
        <dsp:cNvPr id="0" name=""/>
        <dsp:cNvSpPr/>
      </dsp:nvSpPr>
      <dsp:spPr>
        <a:xfrm>
          <a:off x="4523390" y="1161478"/>
          <a:ext cx="995553" cy="995553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4747389" y="1161478"/>
        <a:ext cx="547555" cy="749154"/>
      </dsp:txXfrm>
    </dsp:sp>
    <dsp:sp modelId="{E1AF33E8-0955-4503-9513-3A6EF1303493}">
      <dsp:nvSpPr>
        <dsp:cNvPr id="0" name=""/>
        <dsp:cNvSpPr/>
      </dsp:nvSpPr>
      <dsp:spPr>
        <a:xfrm>
          <a:off x="5010356" y="2938157"/>
          <a:ext cx="995553" cy="995553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15875" cap="rnd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lvl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en-US" sz="3600" kern="1200"/>
        </a:p>
      </dsp:txBody>
      <dsp:txXfrm>
        <a:off x="5234355" y="2938157"/>
        <a:ext cx="547555" cy="74915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=""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72EA5C-D740-4002-BD62-EFB758A7E6CB}" type="datetimeFigureOut">
              <a:rPr lang="en-US" smtClean="0"/>
              <a:t>17-Feb-25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991EE8-8E7A-416C-8F81-2C251D5DD3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6805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91EE8-8E7A-416C-8F81-2C251D5DD347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85887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Try it on 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91EE8-8E7A-416C-8F81-2C251D5DD347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1900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/>
              <a:t>Try it on IDE</a:t>
            </a:r>
          </a:p>
          <a:p>
            <a:pPr marL="0" indent="0">
              <a:buNone/>
            </a:pPr>
            <a:r>
              <a:rPr lang="en-US" dirty="0"/>
              <a:t>const item1 = [“</a:t>
            </a:r>
            <a:r>
              <a:rPr lang="en-US" dirty="0" err="1"/>
              <a:t>Apple",“Mango",“Orange</a:t>
            </a:r>
            <a:r>
              <a:rPr lang="en-US" dirty="0"/>
              <a:t>"];</a:t>
            </a:r>
          </a:p>
          <a:p>
            <a:pPr marL="0" indent="0">
              <a:buNone/>
            </a:pPr>
            <a:r>
              <a:rPr lang="en-US" dirty="0"/>
              <a:t>const item2 = [“Banana",“Grapes",“</a:t>
            </a:r>
            <a:r>
              <a:rPr lang="en-US" dirty="0" err="1"/>
              <a:t>PineApple</a:t>
            </a:r>
            <a:r>
              <a:rPr lang="en-US" dirty="0"/>
              <a:t>"];</a:t>
            </a:r>
          </a:p>
          <a:p>
            <a:pPr marL="0" indent="0">
              <a:buNone/>
            </a:pPr>
            <a:r>
              <a:rPr lang="en-US" dirty="0"/>
              <a:t>console.log(item1.concat(item2))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91EE8-8E7A-416C-8F81-2C251D5DD34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50898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//Third parameter is optional</a:t>
            </a:r>
          </a:p>
          <a:p>
            <a:endParaRPr lang="en-US" b="0" i="0" dirty="0">
              <a:solidFill>
                <a:srgbClr val="0000CD"/>
              </a:solidFill>
              <a:effectLst/>
              <a:latin typeface="Consolas" panose="020B0609020204030204" pitchFamily="49" charset="0"/>
            </a:endParaRPr>
          </a:p>
          <a:p>
            <a:r>
              <a:rPr lang="en-US" b="0" i="0" dirty="0">
                <a:solidFill>
                  <a:srgbClr val="0000CD"/>
                </a:solidFill>
                <a:effectLst/>
                <a:latin typeface="Consolas" panose="020B0609020204030204" pitchFamily="49" charset="0"/>
              </a:rPr>
              <a:t>const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 fruits = [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"Banana"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"Orange"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"Apple"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A52A2A"/>
                </a:solidFill>
                <a:effectLst/>
                <a:latin typeface="Consolas" panose="020B0609020204030204" pitchFamily="49" charset="0"/>
              </a:rPr>
              <a:t>"Mango"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];</a:t>
            </a:r>
            <a:r>
              <a:rPr lang="en-US" dirty="0"/>
              <a:t/>
            </a:r>
            <a:br>
              <a:rPr lang="en-US" dirty="0"/>
            </a:br>
            <a:r>
              <a:rPr lang="en-US" b="0" i="0" dirty="0" err="1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fruits.copyWithin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, </a:t>
            </a:r>
            <a:r>
              <a:rPr lang="en-US" b="0" i="0" dirty="0">
                <a:solidFill>
                  <a:srgbClr val="FF0000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b="0" i="0" dirty="0">
                <a:solidFill>
                  <a:srgbClr val="000000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91EE8-8E7A-416C-8F81-2C251D5DD34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62625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 fruits = ["Banana", "Orange", "Apple", "Mango"];</a:t>
            </a:r>
          </a:p>
          <a:p>
            <a:r>
              <a:rPr lang="en-US" dirty="0"/>
              <a:t>const iterator1 = </a:t>
            </a:r>
            <a:r>
              <a:rPr lang="en-US" dirty="0" err="1"/>
              <a:t>fruits.</a:t>
            </a:r>
            <a:r>
              <a:rPr lang="en-US" b="1" dirty="0" err="1"/>
              <a:t>entries</a:t>
            </a:r>
            <a:r>
              <a:rPr lang="en-US" dirty="0"/>
              <a:t>();</a:t>
            </a:r>
          </a:p>
          <a:p>
            <a:r>
              <a:rPr lang="en-US" dirty="0"/>
              <a:t>for (var e of iterator1) {</a:t>
            </a:r>
          </a:p>
          <a:p>
            <a:r>
              <a:rPr lang="en-US" dirty="0"/>
              <a:t>  console.log(e);</a:t>
            </a:r>
          </a:p>
          <a:p>
            <a:r>
              <a:rPr lang="en-US" dirty="0"/>
              <a:t>}</a:t>
            </a:r>
          </a:p>
          <a:p>
            <a:r>
              <a:rPr lang="en-US" dirty="0"/>
              <a:t>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91EE8-8E7A-416C-8F81-2C251D5DD34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412108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 array1 = [1, 2, 3, 4];</a:t>
            </a:r>
          </a:p>
          <a:p>
            <a:r>
              <a:rPr lang="en-US" dirty="0"/>
              <a:t>console.log(array1.</a:t>
            </a:r>
            <a:r>
              <a:rPr lang="en-US" b="1" dirty="0"/>
              <a:t>fill</a:t>
            </a:r>
            <a:r>
              <a:rPr lang="en-US" dirty="0"/>
              <a:t>(0, 2, 3));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91EE8-8E7A-416C-8F81-2C251D5DD34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0494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 words = ['spray', 'limit', 'elite', 'exuberant', 'destruction', 'present’];</a:t>
            </a:r>
          </a:p>
          <a:p>
            <a:r>
              <a:rPr lang="en-US" dirty="0"/>
              <a:t>const result = </a:t>
            </a:r>
            <a:r>
              <a:rPr lang="en-US" dirty="0" err="1"/>
              <a:t>words.</a:t>
            </a:r>
            <a:r>
              <a:rPr lang="en-US" b="1" dirty="0" err="1"/>
              <a:t>filter</a:t>
            </a:r>
            <a:r>
              <a:rPr lang="en-US" dirty="0"/>
              <a:t>(word =&gt; </a:t>
            </a:r>
            <a:r>
              <a:rPr lang="en-US" dirty="0" err="1"/>
              <a:t>word.length</a:t>
            </a:r>
            <a:r>
              <a:rPr lang="en-US" dirty="0"/>
              <a:t> &gt; 6);</a:t>
            </a:r>
          </a:p>
          <a:p>
            <a:r>
              <a:rPr lang="en-US" dirty="0"/>
              <a:t>console.log(result);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91EE8-8E7A-416C-8F81-2C251D5DD347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2174004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 array1 = [5, 12, 8, 130, 44];</a:t>
            </a:r>
          </a:p>
          <a:p>
            <a:r>
              <a:rPr lang="en-US" dirty="0"/>
              <a:t>const found = array1.</a:t>
            </a:r>
            <a:r>
              <a:rPr lang="en-US" b="1" dirty="0"/>
              <a:t>find</a:t>
            </a:r>
            <a:r>
              <a:rPr lang="en-US" dirty="0"/>
              <a:t>(element =&gt; element &gt; 10);</a:t>
            </a:r>
          </a:p>
          <a:p>
            <a:r>
              <a:rPr lang="en-US" dirty="0"/>
              <a:t>console.log(found);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91EE8-8E7A-416C-8F81-2C251D5DD34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0732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91EE8-8E7A-416C-8F81-2C251D5DD34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46232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 array1 = [1, 4, 9, 16];</a:t>
            </a:r>
          </a:p>
          <a:p>
            <a:r>
              <a:rPr lang="en-US" dirty="0"/>
              <a:t>const map1 = array1.map(x =&gt; x * 2);</a:t>
            </a:r>
          </a:p>
          <a:p>
            <a:r>
              <a:rPr lang="en-US" dirty="0"/>
              <a:t>console.log(map1);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91EE8-8E7A-416C-8F81-2C251D5DD34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853164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const array1 = ['a', '2', 'c’];</a:t>
            </a:r>
          </a:p>
          <a:p>
            <a:r>
              <a:rPr lang="en-US" dirty="0"/>
              <a:t>array1.forEach(element =&gt; console.log(element));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91EE8-8E7A-416C-8F81-2C251D5DD34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8573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8107433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09154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83348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7892716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505337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726877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41339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9550566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418552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617051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244273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669830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62288798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9040270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8130619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6069067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214653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E9AE240-3C45-46DC-AB26-1483C6204ECE}" type="datetimeFigureOut">
              <a:rPr lang="en-PK" smtClean="0"/>
              <a:t>02/17/2025</a:t>
            </a:fld>
            <a:endParaRPr lang="en-P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P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72541EE-6035-4FC0-86B5-9E4A48DAD70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467456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7.xml"/><Relationship Id="rId3" Type="http://schemas.openxmlformats.org/officeDocument/2006/relationships/diagramLayout" Target="../diagrams/layout6.xml"/><Relationship Id="rId7" Type="http://schemas.openxmlformats.org/officeDocument/2006/relationships/diagramData" Target="../diagrams/data7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11" Type="http://schemas.microsoft.com/office/2007/relationships/diagramDrawing" Target="../diagrams/drawing7.xml"/><Relationship Id="rId5" Type="http://schemas.openxmlformats.org/officeDocument/2006/relationships/diagramColors" Target="../diagrams/colors6.xml"/><Relationship Id="rId10" Type="http://schemas.openxmlformats.org/officeDocument/2006/relationships/diagramColors" Target="../diagrams/colors7.xml"/><Relationship Id="rId4" Type="http://schemas.openxmlformats.org/officeDocument/2006/relationships/diagramQuickStyle" Target="../diagrams/quickStyle6.xml"/><Relationship Id="rId9" Type="http://schemas.openxmlformats.org/officeDocument/2006/relationships/diagramQuickStyle" Target="../diagrams/quickStyle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9.xml"/><Relationship Id="rId7" Type="http://schemas.microsoft.com/office/2007/relationships/diagramDrawing" Target="../diagrams/drawing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9.xml"/><Relationship Id="rId5" Type="http://schemas.openxmlformats.org/officeDocument/2006/relationships/diagramQuickStyle" Target="../diagrams/quickStyle9.xml"/><Relationship Id="rId4" Type="http://schemas.openxmlformats.org/officeDocument/2006/relationships/diagramLayout" Target="../diagrams/layout9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7DE853-BCBC-430E-9E0E-0F6CF6FA17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928401" y="584617"/>
            <a:ext cx="8574622" cy="2844384"/>
          </a:xfrm>
        </p:spPr>
        <p:txBody>
          <a:bodyPr>
            <a:normAutofit/>
          </a:bodyPr>
          <a:lstStyle/>
          <a:p>
            <a:r>
              <a:rPr lang="en-GB" sz="6200" dirty="0"/>
              <a:t>JavaScript Arrays</a:t>
            </a:r>
            <a:endParaRPr lang="en-PK" sz="6200" dirty="0"/>
          </a:p>
        </p:txBody>
      </p:sp>
    </p:spTree>
    <p:extLst>
      <p:ext uri="{BB962C8B-B14F-4D97-AF65-F5344CB8AC3E}">
        <p14:creationId xmlns:p14="http://schemas.microsoft.com/office/powerpoint/2010/main" val="5914449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8">
            <a:extLst>
              <a:ext uri="{FF2B5EF4-FFF2-40B4-BE49-F238E27FC236}">
                <a16:creationId xmlns:a16="http://schemas.microsoft.com/office/drawing/2014/main" id="{9681DF40-19E9-44F1-A30A-33AC0A7047D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B5A56C18-147A-4566-B13D-C49A40E3D09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2FFEA641-7F0D-41D1-A13F-A5A8F7667CB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2" name="Freeform 8">
              <a:extLst>
                <a:ext uri="{FF2B5EF4-FFF2-40B4-BE49-F238E27FC236}">
                  <a16:creationId xmlns:a16="http://schemas.microsoft.com/office/drawing/2014/main" id="{4D7FF27C-9183-425B-8BAB-7FC5A5B4AB3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3" name="Freeform 9">
              <a:extLst>
                <a:ext uri="{FF2B5EF4-FFF2-40B4-BE49-F238E27FC236}">
                  <a16:creationId xmlns:a16="http://schemas.microsoft.com/office/drawing/2014/main" id="{A8EF86AB-80F9-40E7-8DC2-DB7FAB5AF8E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3BFC2A5D-0701-4890-A2EC-70C2CC28730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5" name="Freeform 11">
              <a:extLst>
                <a:ext uri="{FF2B5EF4-FFF2-40B4-BE49-F238E27FC236}">
                  <a16:creationId xmlns:a16="http://schemas.microsoft.com/office/drawing/2014/main" id="{AA343A51-8CD2-4C41-803E-B3604A310F7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AAD29B-E41B-454C-B6C9-49FA6E926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5781729" cy="1752599"/>
          </a:xfrm>
        </p:spPr>
        <p:txBody>
          <a:bodyPr>
            <a:normAutofit/>
          </a:bodyPr>
          <a:lstStyle/>
          <a:p>
            <a:r>
              <a:rPr lang="en-GB"/>
              <a:t>JS Arrays</a:t>
            </a:r>
            <a:endParaRPr lang="en-PK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83F82-94C4-4ED0-9771-0581F7A09D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5781730" cy="3124201"/>
          </a:xfrm>
        </p:spPr>
        <p:txBody>
          <a:bodyPr>
            <a:normAutofit/>
          </a:bodyPr>
          <a:lstStyle/>
          <a:p>
            <a:r>
              <a:rPr lang="en-US"/>
              <a:t>JavaScript arrays are used to store multiple values in a single variable.</a:t>
            </a:r>
          </a:p>
          <a:p>
            <a:pPr marL="0" indent="0">
              <a:buNone/>
            </a:pPr>
            <a:r>
              <a:rPr lang="en-US" b="0" i="0">
                <a:effectLst/>
                <a:latin typeface="Consolas" panose="020B0609020204030204" pitchFamily="49" charset="0"/>
              </a:rPr>
              <a:t>cars = ["Saab", "Volvo", "BMW"];</a:t>
            </a:r>
          </a:p>
          <a:p>
            <a:pPr marL="0" indent="0">
              <a:buNone/>
            </a:pPr>
            <a:endParaRPr lang="en-US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/>
              <a:t>//We can use Array with var, let and const</a:t>
            </a:r>
          </a:p>
          <a:p>
            <a:pPr marL="0" indent="0">
              <a:buNone/>
            </a:pPr>
            <a:endParaRPr lang="en-US" b="0" i="0">
              <a:effectLst/>
              <a:latin typeface="Consolas" panose="020B0609020204030204" pitchFamily="49" charset="0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DB4E7E40-6469-444C-A3D7-A32F553AA25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90503" y="648931"/>
            <a:ext cx="3912520" cy="5231964"/>
          </a:xfrm>
          <a:prstGeom prst="roundRect">
            <a:avLst>
              <a:gd name="adj" fmla="val 4834"/>
            </a:avLst>
          </a:prstGeom>
          <a:solidFill>
            <a:schemeClr val="bg1"/>
          </a:solidFill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8" descr="Image result for JavaScript png icon">
            <a:extLst>
              <a:ext uri="{FF2B5EF4-FFF2-40B4-BE49-F238E27FC236}">
                <a16:creationId xmlns:a16="http://schemas.microsoft.com/office/drawing/2014/main" id="{75E37E1B-7368-4B51-8C35-0EE7E69D509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951593" y="1671635"/>
            <a:ext cx="3226968" cy="3226968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2723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8B34CD-3866-43B1-8884-6FD65FB52C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b="0" i="0">
                <a:solidFill>
                  <a:srgbClr val="000000"/>
                </a:solidFill>
                <a:effectLst/>
                <a:latin typeface="Segoe UI" panose="020B0502040204020203" pitchFamily="34" charset="0"/>
              </a:rPr>
              <a:t>concat() function</a:t>
            </a:r>
            <a:endParaRPr lang="en-US" dirty="0"/>
          </a:p>
        </p:txBody>
      </p:sp>
      <p:graphicFrame>
        <p:nvGraphicFramePr>
          <p:cNvPr id="47" name="Content Placeholder 2">
            <a:extLst>
              <a:ext uri="{FF2B5EF4-FFF2-40B4-BE49-F238E27FC236}">
                <a16:creationId xmlns:a16="http://schemas.microsoft.com/office/drawing/2014/main" id="{6FD0DE2F-D54D-3561-8809-5A95A3B9199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9152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53C77C4-7FFA-4CDF-BC42-E9FBCAB0F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Example</a:t>
            </a:r>
          </a:p>
        </p:txBody>
      </p:sp>
      <p:grpSp>
        <p:nvGrpSpPr>
          <p:cNvPr id="34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35" name="Content Placeholder 2">
            <a:extLst>
              <a:ext uri="{FF2B5EF4-FFF2-40B4-BE49-F238E27FC236}">
                <a16:creationId xmlns:a16="http://schemas.microsoft.com/office/drawing/2014/main" id="{93B98D2D-A13B-777D-A7C7-9C4E1615FED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4020763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610088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4" descr="Hand with red strings">
            <a:extLst>
              <a:ext uri="{FF2B5EF4-FFF2-40B4-BE49-F238E27FC236}">
                <a16:creationId xmlns:a16="http://schemas.microsoft.com/office/drawing/2014/main" id="{A3CCE9DD-DB56-8B6C-50A9-6AB5E2C60BD5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26204" r="22218" b="-1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34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6F33A35-EDDD-4D56-9FAE-8FD632926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/>
              <a:t>copyWithin() function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B51312D3-AD9B-4E0B-BD85-D28F9C74BC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>
            <a:normAutofit/>
          </a:bodyPr>
          <a:lstStyle/>
          <a:p>
            <a:r>
              <a:rPr lang="en-US" sz="2000"/>
              <a:t>The copyWithin() method copies array elements to another position in an array, overwriting the existing values.</a:t>
            </a:r>
          </a:p>
          <a:p>
            <a:r>
              <a:rPr lang="en-US" sz="2000"/>
              <a:t>The copyWithin() does not add items to the array.</a:t>
            </a:r>
          </a:p>
          <a:p>
            <a:pPr marL="0" indent="0">
              <a:buNone/>
            </a:pPr>
            <a:endParaRPr lang="en-US" sz="2000"/>
          </a:p>
          <a:p>
            <a:pPr marL="0" indent="0">
              <a:buNone/>
            </a:pPr>
            <a:r>
              <a:rPr lang="en-US" sz="2000" b="0" i="1">
                <a:effectLst/>
                <a:latin typeface="Consolas" panose="020B0609020204030204" pitchFamily="49" charset="0"/>
              </a:rPr>
              <a:t>array</a:t>
            </a:r>
            <a:r>
              <a:rPr lang="en-US" sz="2000" b="0" i="0">
                <a:effectLst/>
                <a:latin typeface="Consolas" panose="020B0609020204030204" pitchFamily="49" charset="0"/>
              </a:rPr>
              <a:t>.copyWithin(</a:t>
            </a:r>
            <a:r>
              <a:rPr lang="en-US" sz="2000" b="0" i="1">
                <a:effectLst/>
                <a:latin typeface="Consolas" panose="020B0609020204030204" pitchFamily="49" charset="0"/>
              </a:rPr>
              <a:t>target, start, end</a:t>
            </a:r>
            <a:r>
              <a:rPr lang="en-US" sz="2000" b="0" i="0">
                <a:effectLst/>
                <a:latin typeface="Consolas" panose="020B0609020204030204" pitchFamily="49" charset="0"/>
              </a:rPr>
              <a:t>)</a:t>
            </a:r>
          </a:p>
          <a:p>
            <a:pPr marL="0" indent="0">
              <a:buNone/>
            </a:pP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15451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1" name="Rectangle 58">
            <a:extLst>
              <a:ext uri="{FF2B5EF4-FFF2-40B4-BE49-F238E27FC236}">
                <a16:creationId xmlns:a16="http://schemas.microsoft.com/office/drawing/2014/main" id="{99CAC3B1-4879-424D-8F15-20627719615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2" name="Group 60">
            <a:extLst>
              <a:ext uri="{FF2B5EF4-FFF2-40B4-BE49-F238E27FC236}">
                <a16:creationId xmlns:a16="http://schemas.microsoft.com/office/drawing/2014/main" id="{4B8492CB-DFBA-4A82-9778-F21493DA36C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H="1">
            <a:off x="6526211" y="0"/>
            <a:ext cx="5014912" cy="6862763"/>
            <a:chOff x="2928938" y="-4763"/>
            <a:chExt cx="5014912" cy="6862763"/>
          </a:xfrm>
        </p:grpSpPr>
        <p:sp>
          <p:nvSpPr>
            <p:cNvPr id="62" name="Freeform 6">
              <a:extLst>
                <a:ext uri="{FF2B5EF4-FFF2-40B4-BE49-F238E27FC236}">
                  <a16:creationId xmlns:a16="http://schemas.microsoft.com/office/drawing/2014/main" id="{E34CC1C8-EBDD-4AEA-83E6-B27575B62E2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83" name="Freeform 7">
              <a:extLst>
                <a:ext uri="{FF2B5EF4-FFF2-40B4-BE49-F238E27FC236}">
                  <a16:creationId xmlns:a16="http://schemas.microsoft.com/office/drawing/2014/main" id="{D6B38644-B85D-4211-9526-5B4C2A662BF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64" name="Freeform 12">
              <a:extLst>
                <a:ext uri="{FF2B5EF4-FFF2-40B4-BE49-F238E27FC236}">
                  <a16:creationId xmlns:a16="http://schemas.microsoft.com/office/drawing/2014/main" id="{8A8B2820-6B8F-4C19-BFC5-D28EE44E54C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84" name="Freeform 13">
              <a:extLst>
                <a:ext uri="{FF2B5EF4-FFF2-40B4-BE49-F238E27FC236}">
                  <a16:creationId xmlns:a16="http://schemas.microsoft.com/office/drawing/2014/main" id="{773528ED-4D37-4A77-A8CA-86B6221C5E8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66" name="Freeform 14">
              <a:extLst>
                <a:ext uri="{FF2B5EF4-FFF2-40B4-BE49-F238E27FC236}">
                  <a16:creationId xmlns:a16="http://schemas.microsoft.com/office/drawing/2014/main" id="{8A58A902-E944-4399-9A93-A91A6A82B16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85" name="Freeform 15">
              <a:extLst>
                <a:ext uri="{FF2B5EF4-FFF2-40B4-BE49-F238E27FC236}">
                  <a16:creationId xmlns:a16="http://schemas.microsoft.com/office/drawing/2014/main" id="{4EDB1155-2E8E-4FB8-AD42-101FE438323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3CA9F7CA-BF70-483D-9769-D4090E2C34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8191" y="685800"/>
            <a:ext cx="7411825" cy="1752599"/>
          </a:xfrm>
        </p:spPr>
        <p:txBody>
          <a:bodyPr>
            <a:normAutofit/>
          </a:bodyPr>
          <a:lstStyle/>
          <a:p>
            <a:pPr algn="l"/>
            <a:r>
              <a:rPr lang="en-US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C14F96-0EE7-4D34-8BEE-C026A1A03D6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8190" y="2666999"/>
            <a:ext cx="7243603" cy="2719193"/>
          </a:xfrm>
        </p:spPr>
        <p:txBody>
          <a:bodyPr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&lt;script&gt;</a:t>
            </a: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const</a:t>
            </a:r>
            <a:r>
              <a:rPr lang="en-US" sz="1800" dirty="0">
                <a:latin typeface="Consolas" panose="020B0609020204030204" pitchFamily="49" charset="0"/>
              </a:rPr>
              <a:t> fruits = ["Banana", "Orange", "Apple", "Mango", "Kiwi", "Papaya"];</a:t>
            </a: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fruits.copyWithin</a:t>
            </a:r>
            <a:r>
              <a:rPr lang="en-US" sz="1800" dirty="0">
                <a:latin typeface="Consolas" panose="020B0609020204030204" pitchFamily="49" charset="0"/>
              </a:rPr>
              <a:t>(5,0,2);</a:t>
            </a:r>
          </a:p>
          <a:p>
            <a:pPr marL="0" indent="0">
              <a:buNone/>
            </a:pPr>
            <a:r>
              <a:rPr lang="en-US" sz="1800" dirty="0" err="1">
                <a:latin typeface="Consolas" panose="020B0609020204030204" pitchFamily="49" charset="0"/>
              </a:rPr>
              <a:t>document.getElementById</a:t>
            </a:r>
            <a:r>
              <a:rPr lang="en-US" sz="1800" dirty="0">
                <a:latin typeface="Consolas" panose="020B0609020204030204" pitchFamily="49" charset="0"/>
              </a:rPr>
              <a:t>("demo").</a:t>
            </a:r>
            <a:r>
              <a:rPr lang="en-US" sz="1800" dirty="0" err="1">
                <a:latin typeface="Consolas" panose="020B0609020204030204" pitchFamily="49" charset="0"/>
              </a:rPr>
              <a:t>innerHTML</a:t>
            </a:r>
            <a:r>
              <a:rPr lang="en-US" sz="1800" dirty="0">
                <a:latin typeface="Consolas" panose="020B0609020204030204" pitchFamily="49" charset="0"/>
              </a:rPr>
              <a:t> = fruits;</a:t>
            </a:r>
          </a:p>
          <a:p>
            <a:pPr marL="0" indent="0">
              <a:buNone/>
            </a:pPr>
            <a:r>
              <a:rPr lang="en-US" sz="1800" dirty="0">
                <a:latin typeface="Consolas" panose="020B0609020204030204" pitchFamily="49" charset="0"/>
              </a:rPr>
              <a:t>&lt;/script</a:t>
            </a:r>
            <a:r>
              <a:rPr lang="en-US" sz="1800" dirty="0" smtClean="0">
                <a:latin typeface="Consolas" panose="020B0609020204030204" pitchFamily="49" charset="0"/>
              </a:rPr>
              <a:t>&gt;</a:t>
            </a:r>
          </a:p>
          <a:p>
            <a:pPr marL="0" indent="0">
              <a:buNone/>
            </a:pPr>
            <a:endParaRPr lang="en-US" sz="1800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r>
              <a:rPr lang="en-US" dirty="0" err="1"/>
              <a:t>Banana,Orange,Apple,Mango,Kiwi,Banana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5557828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2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73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74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75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76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77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 useBgFill="1">
        <p:nvSpPr>
          <p:cNvPr id="7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9005FDD-071D-42E6-A0EA-C1D075DAF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pPr algn="r"/>
            <a:r>
              <a:rPr lang="en-US" sz="3600" b="0" i="0">
                <a:effectLst/>
                <a:latin typeface="Segoe UI" panose="020B0502040204020203" pitchFamily="34" charset="0"/>
              </a:rPr>
              <a:t>entries() function</a:t>
            </a:r>
            <a:endParaRPr lang="en-US" sz="3600"/>
          </a:p>
        </p:txBody>
      </p:sp>
      <p:cxnSp>
        <p:nvCxnSpPr>
          <p:cNvPr id="79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Content Placeholder 2">
            <a:extLst>
              <a:ext uri="{FF2B5EF4-FFF2-40B4-BE49-F238E27FC236}">
                <a16:creationId xmlns:a16="http://schemas.microsoft.com/office/drawing/2014/main" id="{47AA6DC4-0D93-4F56-BF87-9AFCC6637D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900"/>
              <a:t>The entries() method returns an Array Iterator object with key/value pairs.</a:t>
            </a:r>
          </a:p>
          <a:p>
            <a:pPr>
              <a:lnSpc>
                <a:spcPct val="90000"/>
              </a:lnSpc>
            </a:pPr>
            <a:r>
              <a:rPr lang="en-US" sz="1900"/>
              <a:t>For each item in the original array, the new iteration object will contain an array with the index as the key, and the item value as the value: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/>
              <a:t>const fruits = ["Banana", "Orange", "Apple", "Mango"];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/>
              <a:t>[0, "Banana"]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/>
              <a:t>[1, "Orange"]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/>
              <a:t>[2, "Apple"]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1900"/>
              <a:t>[3, "Mango"]</a:t>
            </a:r>
          </a:p>
          <a:p>
            <a:pPr>
              <a:lnSpc>
                <a:spcPct val="90000"/>
              </a:lnSpc>
            </a:pPr>
            <a:endParaRPr lang="en-US" sz="1900"/>
          </a:p>
          <a:p>
            <a:pPr>
              <a:lnSpc>
                <a:spcPct val="90000"/>
              </a:lnSpc>
            </a:pPr>
            <a:r>
              <a:rPr lang="en-US" sz="1900"/>
              <a:t>entries() does not change the original array.</a:t>
            </a:r>
          </a:p>
          <a:p>
            <a:pPr marL="0" indent="0">
              <a:lnSpc>
                <a:spcPct val="90000"/>
              </a:lnSpc>
              <a:buNone/>
            </a:pPr>
            <a:endParaRPr lang="en-US" sz="1900"/>
          </a:p>
        </p:txBody>
      </p:sp>
    </p:spTree>
    <p:extLst>
      <p:ext uri="{BB962C8B-B14F-4D97-AF65-F5344CB8AC3E}">
        <p14:creationId xmlns:p14="http://schemas.microsoft.com/office/powerpoint/2010/main" val="33744381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24C41CF4-4A13-4AA9-9300-CB7A2E37C86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39C14A3-1886-4BF0-AEA4-D5D7D408B1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3609" y="764372"/>
            <a:ext cx="3173688" cy="5216013"/>
          </a:xfrm>
        </p:spPr>
        <p:txBody>
          <a:bodyPr>
            <a:normAutofit/>
          </a:bodyPr>
          <a:lstStyle/>
          <a:p>
            <a:pPr algn="l"/>
            <a:r>
              <a:rPr lang="en-US" dirty="0" smtClean="0"/>
              <a:t>Example</a:t>
            </a:r>
            <a:endParaRPr lang="en-US" dirty="0"/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7A77B115-9FF3-46AE-AE08-826DEB9A624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127197" y="1923563"/>
            <a:ext cx="0" cy="3017520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Content Placeholder 2">
            <a:extLst>
              <a:ext uri="{FF2B5EF4-FFF2-40B4-BE49-F238E27FC236}">
                <a16:creationId xmlns:a16="http://schemas.microsoft.com/office/drawing/2014/main" id="{8CDF178F-9689-42D0-ACD7-0BE886FC7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70138" y="764372"/>
            <a:ext cx="7086600" cy="521601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const fruits = ["Banana", "Orange", "Apple", "Mango"];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 err="1"/>
              <a:t>const</a:t>
            </a:r>
            <a:r>
              <a:rPr lang="en-US" sz="2000" dirty="0"/>
              <a:t> </a:t>
            </a:r>
            <a:r>
              <a:rPr lang="en-US" sz="2000" dirty="0" smtClean="0"/>
              <a:t>f </a:t>
            </a:r>
            <a:r>
              <a:rPr lang="en-US" sz="2000" dirty="0"/>
              <a:t>= </a:t>
            </a:r>
            <a:r>
              <a:rPr lang="en-US" sz="2000" dirty="0" err="1"/>
              <a:t>fruits.</a:t>
            </a:r>
            <a:r>
              <a:rPr lang="en-US" sz="2000" b="1" dirty="0" err="1"/>
              <a:t>entries</a:t>
            </a:r>
            <a:r>
              <a:rPr lang="en-US" sz="2000" dirty="0"/>
              <a:t>();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for </a:t>
            </a:r>
            <a:r>
              <a:rPr lang="en-US" sz="2000" dirty="0" smtClean="0"/>
              <a:t>(let   </a:t>
            </a:r>
            <a:r>
              <a:rPr lang="en-US" sz="2000" dirty="0"/>
              <a:t>x</a:t>
            </a:r>
            <a:r>
              <a:rPr lang="en-US" sz="2000" dirty="0" smtClean="0"/>
              <a:t> of   f) </a:t>
            </a:r>
            <a:r>
              <a:rPr lang="en-US" sz="2000" dirty="0"/>
              <a:t>{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  </a:t>
            </a:r>
            <a:r>
              <a:rPr lang="en-US" sz="2000" dirty="0" smtClean="0"/>
              <a:t>console.log(x);</a:t>
            </a:r>
            <a:endParaRPr lang="en-US" sz="2000" dirty="0"/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/>
              <a:t>}</a:t>
            </a:r>
          </a:p>
          <a:p>
            <a:pPr marL="0" indent="0">
              <a:lnSpc>
                <a:spcPct val="90000"/>
              </a:lnSpc>
              <a:buNone/>
            </a:pPr>
            <a:r>
              <a:rPr lang="en-US" sz="2000" dirty="0" smtClean="0"/>
              <a:t>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705517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B43ECB9-D2EA-4B29-A7D1-F9DB8975E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fill() function</a:t>
            </a:r>
          </a:p>
        </p:txBody>
      </p:sp>
      <p:grpSp>
        <p:nvGrpSpPr>
          <p:cNvPr id="35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50D3C8A0-A4AA-DB33-B461-A375CF8818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5349611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1603864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B5A7D-9D24-410E-8B1A-A61329BB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en-US" dirty="0"/>
          </a:p>
        </p:txBody>
      </p:sp>
      <p:graphicFrame>
        <p:nvGraphicFramePr>
          <p:cNvPr id="36" name="Content Placeholder 2">
            <a:extLst>
              <a:ext uri="{FF2B5EF4-FFF2-40B4-BE49-F238E27FC236}">
                <a16:creationId xmlns:a16="http://schemas.microsoft.com/office/drawing/2014/main" id="{30A95A38-8C45-FE6A-F2FF-059E9D9A9F4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37084496"/>
              </p:ext>
            </p:extLst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665583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C5F86D-0BEB-4C01-9529-8492A61BC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filter() function</a:t>
            </a:r>
          </a:p>
        </p:txBody>
      </p:sp>
      <p:grpSp>
        <p:nvGrpSpPr>
          <p:cNvPr id="38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CE8C68A3-C61A-879E-8C9E-69888C5316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09691723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69461390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B5A7D-9D24-410E-8B1A-A61329BBE2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411" y="1"/>
            <a:ext cx="10018713" cy="787400"/>
          </a:xfrm>
        </p:spPr>
        <p:txBody>
          <a:bodyPr/>
          <a:lstStyle/>
          <a:p>
            <a:r>
              <a:rPr lang="en-US" dirty="0"/>
              <a:t>Example</a:t>
            </a:r>
          </a:p>
        </p:txBody>
      </p:sp>
      <p:graphicFrame>
        <p:nvGraphicFramePr>
          <p:cNvPr id="78" name="Content Placeholder 2">
            <a:extLst>
              <a:ext uri="{FF2B5EF4-FFF2-40B4-BE49-F238E27FC236}">
                <a16:creationId xmlns:a16="http://schemas.microsoft.com/office/drawing/2014/main" id="{44F04734-3C6A-4EB2-8206-7C25149C5B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5647117"/>
              </p:ext>
            </p:extLst>
          </p:nvPr>
        </p:nvGraphicFramePr>
        <p:xfrm>
          <a:off x="1370010" y="787401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44F04734-3C6A-4EB2-8206-7C25149C5B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00342581"/>
              </p:ext>
            </p:extLst>
          </p:nvPr>
        </p:nvGraphicFramePr>
        <p:xfrm>
          <a:off x="1370010" y="3784600"/>
          <a:ext cx="10018713" cy="1981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  <p:extLst>
      <p:ext uri="{BB962C8B-B14F-4D97-AF65-F5344CB8AC3E}">
        <p14:creationId xmlns:p14="http://schemas.microsoft.com/office/powerpoint/2010/main" val="28769979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8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90265" y="-12875"/>
            <a:ext cx="2604396" cy="6890194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3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3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32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FF712C49-07BE-4285-A024-BD5F83B35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399" y="685800"/>
            <a:ext cx="7345891" cy="1413933"/>
          </a:xfrm>
        </p:spPr>
        <p:txBody>
          <a:bodyPr>
            <a:normAutofit/>
          </a:bodyPr>
          <a:lstStyle/>
          <a:p>
            <a:r>
              <a:rPr lang="en-US"/>
              <a:t>find() function </a:t>
            </a:r>
          </a:p>
        </p:txBody>
      </p:sp>
      <p:pic>
        <p:nvPicPr>
          <p:cNvPr id="33" name="Picture 4" descr="Silver metal newtons cradle">
            <a:extLst>
              <a:ext uri="{FF2B5EF4-FFF2-40B4-BE49-F238E27FC236}">
                <a16:creationId xmlns:a16="http://schemas.microsoft.com/office/drawing/2014/main" id="{6DBBBB6C-1891-9C97-BDE3-200436DBF156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3175" r="31138" b="-1"/>
          <a:stretch/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59A6AB-9B8C-4E57-83DB-1FDE4ACAFB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867" y="2048933"/>
            <a:ext cx="7659156" cy="3742267"/>
          </a:xfrm>
        </p:spPr>
        <p:txBody>
          <a:bodyPr>
            <a:normAutofit/>
          </a:bodyPr>
          <a:lstStyle/>
          <a:p>
            <a:r>
              <a:rPr lang="en-US"/>
              <a:t>The find() method returns the value of the array element that passes a test.</a:t>
            </a:r>
          </a:p>
          <a:p>
            <a:r>
              <a:rPr lang="en-US"/>
              <a:t>The method executes the function once for each element present in the array:</a:t>
            </a:r>
          </a:p>
          <a:p>
            <a:endParaRPr lang="en-US"/>
          </a:p>
          <a:p>
            <a:pPr lvl="1"/>
            <a:r>
              <a:rPr lang="en-US"/>
              <a:t>If it finds an array element where the function returns a true value, find() returns the value of that array element (and does not check the remaining values)</a:t>
            </a:r>
          </a:p>
          <a:p>
            <a:pPr lvl="1"/>
            <a:r>
              <a:rPr lang="en-US"/>
              <a:t>Other wise it returns undefined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7338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7B5A7D-9D24-410E-8B1A-A61329BBE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Example</a:t>
            </a:r>
            <a:endParaRPr lang="en-US" dirty="0"/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8A286D3D-2BCF-46AD-70BF-AA743D0950D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0297686"/>
              </p:ext>
            </p:extLst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4649082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tint val="90000"/>
                <a:lumMod val="110000"/>
              </a:schemeClr>
            </a:gs>
            <a:gs pos="100000">
              <a:schemeClr val="bg1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1355D4F-439D-46D1-9007-6D39B8422A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BAACB4EA-FD87-4345-AC16-8265F959677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91CE3EAB-07A7-4263-8D91-D1D36B4A6B3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rgbClr val="B2B2B2"/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E0A91B66-B6C6-48D2-8559-1B010D31C9E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/>
            </a:solidFill>
            <a:ln>
              <a:noFill/>
            </a:ln>
          </p:spPr>
        </p:sp>
        <p:sp>
          <p:nvSpPr>
            <p:cNvPr id="13" name="Freeform 8">
              <a:extLst>
                <a:ext uri="{FF2B5EF4-FFF2-40B4-BE49-F238E27FC236}">
                  <a16:creationId xmlns:a16="http://schemas.microsoft.com/office/drawing/2014/main" id="{B61816F4-67FD-4DFC-949B-8BB3492974B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A3C8AD5-353F-44A3-8D9C-B2879484CD5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  <p:sp>
          <p:nvSpPr>
            <p:cNvPr id="15" name="Freeform 10">
              <a:extLst>
                <a:ext uri="{FF2B5EF4-FFF2-40B4-BE49-F238E27FC236}">
                  <a16:creationId xmlns:a16="http://schemas.microsoft.com/office/drawing/2014/main" id="{45C8C8DD-D701-477C-BDEB-A11E77CBEE1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rgbClr val="969696"/>
            </a:solidFill>
            <a:ln>
              <a:noFill/>
            </a:ln>
          </p:spPr>
        </p:sp>
        <p:sp>
          <p:nvSpPr>
            <p:cNvPr id="16" name="Freeform 11">
              <a:extLst>
                <a:ext uri="{FF2B5EF4-FFF2-40B4-BE49-F238E27FC236}">
                  <a16:creationId xmlns:a16="http://schemas.microsoft.com/office/drawing/2014/main" id="{785FD395-5D8A-4EEC-9DFE-41A84A5831E3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387BFE9-44FC-4A02-B56D-4626D6FCB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>
            <a:normAutofit/>
          </a:bodyPr>
          <a:lstStyle/>
          <a:p>
            <a:r>
              <a:rPr lang="en-US" dirty="0"/>
              <a:t>map() function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ED5DB5-F99F-46C4-ADC0-E2CECC5294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84310" y="2666999"/>
            <a:ext cx="10018713" cy="3124201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/>
              <a:t>map() </a:t>
            </a:r>
            <a:r>
              <a:rPr lang="en-US" dirty="0"/>
              <a:t>method creates a new array with the results of calling a function for every array element.</a:t>
            </a:r>
          </a:p>
          <a:p>
            <a:r>
              <a:rPr lang="en-US" dirty="0"/>
              <a:t>The </a:t>
            </a:r>
            <a:r>
              <a:rPr lang="en-US"/>
              <a:t>map() </a:t>
            </a:r>
            <a:r>
              <a:rPr lang="en-US" dirty="0"/>
              <a:t>method calls the provided function once for each element in an array, in order.</a:t>
            </a:r>
          </a:p>
          <a:p>
            <a:r>
              <a:rPr lang="en-US"/>
              <a:t>map() </a:t>
            </a:r>
            <a:r>
              <a:rPr lang="en-US" dirty="0"/>
              <a:t>does not execute the function for empty elements.</a:t>
            </a:r>
          </a:p>
          <a:p>
            <a:r>
              <a:rPr lang="en-US"/>
              <a:t>map() </a:t>
            </a:r>
            <a:r>
              <a:rPr lang="en-US" dirty="0"/>
              <a:t>does not change the original array.</a:t>
            </a:r>
          </a:p>
        </p:txBody>
      </p:sp>
    </p:spTree>
    <p:extLst>
      <p:ext uri="{BB962C8B-B14F-4D97-AF65-F5344CB8AC3E}">
        <p14:creationId xmlns:p14="http://schemas.microsoft.com/office/powerpoint/2010/main" val="18592707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7">
            <a:extLst>
              <a:ext uri="{FF2B5EF4-FFF2-40B4-BE49-F238E27FC236}">
                <a16:creationId xmlns:a16="http://schemas.microsoft.com/office/drawing/2014/main" id="{24DFAAE7-061D-4086-99EC-872CB305082A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C291C2-EB3E-4DC9-8829-9B191843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54451" y="685800"/>
            <a:ext cx="7648573" cy="1752599"/>
          </a:xfrm>
        </p:spPr>
        <p:txBody>
          <a:bodyPr>
            <a:normAutofit/>
          </a:bodyPr>
          <a:lstStyle/>
          <a:p>
            <a:r>
              <a:rPr lang="en-US"/>
              <a:t>Example</a:t>
            </a:r>
            <a:endParaRPr lang="en-US" dirty="0"/>
          </a:p>
        </p:txBody>
      </p:sp>
      <p:sp>
        <p:nvSpPr>
          <p:cNvPr id="31" name="Rectangle 9">
            <a:extLst>
              <a:ext uri="{FF2B5EF4-FFF2-40B4-BE49-F238E27FC236}">
                <a16:creationId xmlns:a16="http://schemas.microsoft.com/office/drawing/2014/main" id="{E7570099-A243-48DD-9EAE-36F4AC095B9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406393" cy="6858000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+mn-ea"/>
              <a:cs typeface="+mn-cs"/>
            </a:endParaRPr>
          </a:p>
        </p:txBody>
      </p:sp>
      <p:sp>
        <p:nvSpPr>
          <p:cNvPr id="12" name="Freeform 6">
            <a:extLst>
              <a:ext uri="{FF2B5EF4-FFF2-40B4-BE49-F238E27FC236}">
                <a16:creationId xmlns:a16="http://schemas.microsoft.com/office/drawing/2014/main" id="{45E4A74B-6514-424A-ADFA-C232FA6B9018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5233" y="1"/>
            <a:ext cx="858884" cy="2780957"/>
          </a:xfrm>
          <a:custGeom>
            <a:avLst/>
            <a:gdLst/>
            <a:ahLst/>
            <a:cxnLst/>
            <a:rect l="0" t="0" r="r" b="b"/>
            <a:pathLst>
              <a:path w="670" h="1753">
                <a:moveTo>
                  <a:pt x="0" y="1696"/>
                </a:moveTo>
                <a:lnTo>
                  <a:pt x="225" y="1753"/>
                </a:lnTo>
                <a:lnTo>
                  <a:pt x="670" y="0"/>
                </a:lnTo>
                <a:lnTo>
                  <a:pt x="430" y="0"/>
                </a:lnTo>
                <a:lnTo>
                  <a:pt x="0" y="1696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14" name="Freeform 7">
            <a:extLst>
              <a:ext uri="{FF2B5EF4-FFF2-40B4-BE49-F238E27FC236}">
                <a16:creationId xmlns:a16="http://schemas.microsoft.com/office/drawing/2014/main" id="{F61C5C86-C785-4B92-9F2D-133B8B8C24F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41424" y="1"/>
            <a:ext cx="835810" cy="2671495"/>
          </a:xfrm>
          <a:custGeom>
            <a:avLst/>
            <a:gdLst/>
            <a:ahLst/>
            <a:cxnLst/>
            <a:rect l="0" t="0" r="r" b="b"/>
            <a:pathLst>
              <a:path w="652" h="1684">
                <a:moveTo>
                  <a:pt x="225" y="1684"/>
                </a:moveTo>
                <a:lnTo>
                  <a:pt x="652" y="0"/>
                </a:lnTo>
                <a:lnTo>
                  <a:pt x="411" y="0"/>
                </a:lnTo>
                <a:lnTo>
                  <a:pt x="0" y="1627"/>
                </a:lnTo>
                <a:lnTo>
                  <a:pt x="219" y="1681"/>
                </a:lnTo>
                <a:lnTo>
                  <a:pt x="225" y="1684"/>
                </a:lnTo>
                <a:close/>
              </a:path>
            </a:pathLst>
          </a:custGeom>
          <a:solidFill>
            <a:srgbClr val="595959"/>
          </a:solidFill>
          <a:ln>
            <a:noFill/>
          </a:ln>
        </p:spPr>
      </p:sp>
      <p:sp>
        <p:nvSpPr>
          <p:cNvPr id="16" name="Freeform 12">
            <a:extLst>
              <a:ext uri="{FF2B5EF4-FFF2-40B4-BE49-F238E27FC236}">
                <a16:creationId xmlns:a16="http://schemas.microsoft.com/office/drawing/2014/main" id="{954D0BF9-002C-4D3A-A222-C166094A5D1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41424" y="2585830"/>
            <a:ext cx="2175413" cy="4272171"/>
          </a:xfrm>
          <a:custGeom>
            <a:avLst/>
            <a:gdLst/>
            <a:ahLst/>
            <a:cxnLst/>
            <a:rect l="0" t="0" r="r" b="b"/>
            <a:pathLst>
              <a:path w="1697" h="2693">
                <a:moveTo>
                  <a:pt x="0" y="0"/>
                </a:moveTo>
                <a:lnTo>
                  <a:pt x="1622" y="2693"/>
                </a:lnTo>
                <a:lnTo>
                  <a:pt x="1697" y="2693"/>
                </a:lnTo>
                <a:lnTo>
                  <a:pt x="0" y="0"/>
                </a:lnTo>
                <a:close/>
              </a:path>
            </a:pathLst>
          </a:custGeom>
          <a:solidFill>
            <a:srgbClr val="262626"/>
          </a:solidFill>
          <a:ln>
            <a:noFill/>
          </a:ln>
        </p:spPr>
      </p:sp>
      <p:sp>
        <p:nvSpPr>
          <p:cNvPr id="32" name="Freeform 13">
            <a:extLst>
              <a:ext uri="{FF2B5EF4-FFF2-40B4-BE49-F238E27FC236}">
                <a16:creationId xmlns:a16="http://schemas.microsoft.com/office/drawing/2014/main" id="{6080EB6E-D69F-43B1-91EC-75C30334258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9078" y="2695292"/>
            <a:ext cx="2690743" cy="4162709"/>
          </a:xfrm>
          <a:custGeom>
            <a:avLst/>
            <a:gdLst/>
            <a:ahLst/>
            <a:cxnLst/>
            <a:rect l="0" t="0" r="r" b="b"/>
            <a:pathLst>
              <a:path w="2099" h="2624">
                <a:moveTo>
                  <a:pt x="2099" y="2624"/>
                </a:moveTo>
                <a:lnTo>
                  <a:pt x="0" y="0"/>
                </a:lnTo>
                <a:lnTo>
                  <a:pt x="2021" y="2624"/>
                </a:lnTo>
                <a:lnTo>
                  <a:pt x="2099" y="2624"/>
                </a:lnTo>
                <a:close/>
              </a:path>
            </a:pathLst>
          </a:custGeom>
          <a:solidFill>
            <a:schemeClr val="accent1">
              <a:lumMod val="50000"/>
            </a:schemeClr>
          </a:solidFill>
          <a:ln>
            <a:noFill/>
          </a:ln>
        </p:spPr>
      </p:sp>
      <p:sp>
        <p:nvSpPr>
          <p:cNvPr id="33" name="Freeform: Shape 19">
            <a:extLst>
              <a:ext uri="{FF2B5EF4-FFF2-40B4-BE49-F238E27FC236}">
                <a16:creationId xmlns:a16="http://schemas.microsoft.com/office/drawing/2014/main" id="{21BA816A-EE68-4A96-BA05-73303B2F4FE7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495233" y="2690532"/>
            <a:ext cx="2904320" cy="4167469"/>
          </a:xfrm>
          <a:custGeom>
            <a:avLst/>
            <a:gdLst>
              <a:gd name="connsiteX0" fmla="*/ 0 w 2904320"/>
              <a:gd name="connsiteY0" fmla="*/ 0 h 4167469"/>
              <a:gd name="connsiteX1" fmla="*/ 288431 w 2904320"/>
              <a:gd name="connsiteY1" fmla="*/ 90425 h 4167469"/>
              <a:gd name="connsiteX2" fmla="*/ 2904320 w 2904320"/>
              <a:gd name="connsiteY2" fmla="*/ 3220465 h 4167469"/>
              <a:gd name="connsiteX3" fmla="*/ 2904320 w 2904320"/>
              <a:gd name="connsiteY3" fmla="*/ 4167469 h 4167469"/>
              <a:gd name="connsiteX4" fmla="*/ 2694589 w 2904320"/>
              <a:gd name="connsiteY4" fmla="*/ 4167469 h 4167469"/>
              <a:gd name="connsiteX5" fmla="*/ 3846 w 2904320"/>
              <a:gd name="connsiteY5" fmla="*/ 4759 h 4167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904320" h="4167469">
                <a:moveTo>
                  <a:pt x="0" y="0"/>
                </a:moveTo>
                <a:lnTo>
                  <a:pt x="288431" y="90425"/>
                </a:lnTo>
                <a:lnTo>
                  <a:pt x="2904320" y="3220465"/>
                </a:lnTo>
                <a:lnTo>
                  <a:pt x="2904320" y="4167469"/>
                </a:lnTo>
                <a:lnTo>
                  <a:pt x="2694589" y="4167469"/>
                </a:lnTo>
                <a:lnTo>
                  <a:pt x="3846" y="475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</p:sp>
      <p:sp>
        <p:nvSpPr>
          <p:cNvPr id="34" name="Freeform 15">
            <a:extLst>
              <a:ext uri="{FF2B5EF4-FFF2-40B4-BE49-F238E27FC236}">
                <a16:creationId xmlns:a16="http://schemas.microsoft.com/office/drawing/2014/main" id="{22A94CDB-5D63-4C75-9CB6-6C18CDF372F0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>
            <a:off x="141424" y="2581071"/>
            <a:ext cx="2894568" cy="4276930"/>
          </a:xfrm>
          <a:custGeom>
            <a:avLst/>
            <a:gdLst/>
            <a:ahLst/>
            <a:cxnLst/>
            <a:rect l="0" t="0" r="r" b="b"/>
            <a:pathLst>
              <a:path w="2258" h="2696">
                <a:moveTo>
                  <a:pt x="2258" y="2696"/>
                </a:moveTo>
                <a:lnTo>
                  <a:pt x="264" y="111"/>
                </a:lnTo>
                <a:lnTo>
                  <a:pt x="228" y="60"/>
                </a:lnTo>
                <a:lnTo>
                  <a:pt x="225" y="57"/>
                </a:lnTo>
                <a:lnTo>
                  <a:pt x="0" y="0"/>
                </a:lnTo>
                <a:lnTo>
                  <a:pt x="0" y="3"/>
                </a:lnTo>
                <a:lnTo>
                  <a:pt x="1697" y="2696"/>
                </a:lnTo>
                <a:lnTo>
                  <a:pt x="2258" y="2696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</p:sp>
      <p:sp>
        <p:nvSpPr>
          <p:cNvPr id="35" name="Content Placeholder 2">
            <a:extLst>
              <a:ext uri="{FF2B5EF4-FFF2-40B4-BE49-F238E27FC236}">
                <a16:creationId xmlns:a16="http://schemas.microsoft.com/office/drawing/2014/main" id="{2562DC23-B933-47C5-8F55-3D6A61D09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4451" y="2666999"/>
            <a:ext cx="7648572" cy="3124201"/>
          </a:xfrm>
        </p:spPr>
        <p:txBody>
          <a:bodyPr anchor="t"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const</a:t>
            </a:r>
            <a:r>
              <a:rPr lang="en-US" sz="2000" dirty="0"/>
              <a:t> array1 = [1, 4, 9, 16];</a:t>
            </a:r>
          </a:p>
          <a:p>
            <a:pPr marL="0" indent="0">
              <a:buNone/>
            </a:pPr>
            <a:r>
              <a:rPr lang="en-US" sz="2000" dirty="0" err="1"/>
              <a:t>const</a:t>
            </a:r>
            <a:r>
              <a:rPr lang="en-US" sz="2000" dirty="0"/>
              <a:t> map1 = array1.map(x =&gt; x * 2);</a:t>
            </a:r>
          </a:p>
          <a:p>
            <a:pPr marL="0" indent="0">
              <a:buNone/>
            </a:pPr>
            <a:r>
              <a:rPr lang="en-US" sz="2000" dirty="0"/>
              <a:t>console.log(map1</a:t>
            </a:r>
            <a:r>
              <a:rPr lang="en-US" sz="2000" dirty="0" smtClean="0"/>
              <a:t>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dirty="0"/>
              <a:t>2,8,18,32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9105034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86C39F-07C4-4A6D-B04A-1E606022DE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/>
              <a:t>forEach() function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93B293E-3E37-C07A-0637-C44EC2EBC47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484310" y="2666999"/>
          <a:ext cx="10018713" cy="31242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0479383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C291C2-EB3E-4DC9-8829-9B1918434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en-US" sz="3200">
                <a:solidFill>
                  <a:srgbClr val="FFFFFF"/>
                </a:solidFill>
              </a:rPr>
              <a:t>Example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26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2562DC23-B933-47C5-8F55-3D6A61D0919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106" y="685801"/>
            <a:ext cx="6385918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/>
              <a:t>const array1 = ['a', '2', 'c'];</a:t>
            </a:r>
          </a:p>
          <a:p>
            <a:pPr marL="0" indent="0">
              <a:buNone/>
            </a:pPr>
            <a:r>
              <a:rPr lang="en-US" sz="2000"/>
              <a:t>array1.forEach(element =&gt; console.log(element));</a:t>
            </a:r>
          </a:p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406780269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Map vs </a:t>
            </a:r>
            <a:r>
              <a:rPr lang="en-US" dirty="0" err="1" smtClean="0"/>
              <a:t>forEach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forEach</a:t>
            </a:r>
            <a:r>
              <a:rPr lang="en-US" dirty="0"/>
              <a:t>: This iterates over a list and applies some operation with side effects to each list member (example: saving every list item to the database) and does not return anything.</a:t>
            </a:r>
          </a:p>
          <a:p>
            <a:endParaRPr lang="en-US" dirty="0"/>
          </a:p>
          <a:p>
            <a:r>
              <a:rPr lang="en-US" dirty="0"/>
              <a:t>map: This iterates over a list, transforms each member of that list, and returns another list of the same size with the transformed members (example: transforming list of strings </a:t>
            </a:r>
            <a:r>
              <a:rPr lang="en-US"/>
              <a:t>to </a:t>
            </a:r>
            <a:r>
              <a:rPr lang="en-US" smtClean="0"/>
              <a:t>uppercase).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1915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85428F22-76B3-4107-AADE-3F9EC95FD3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346FBCF-5353-4172-96F5-4B7EB07777C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290265" y="-12875"/>
            <a:ext cx="2604396" cy="6890194"/>
            <a:chOff x="2199787" y="-12875"/>
            <a:chExt cx="2679011" cy="6890194"/>
          </a:xfrm>
        </p:grpSpPr>
        <p:sp useBgFill="1">
          <p:nvSpPr>
            <p:cNvPr id="12" name="Rectangle 19">
              <a:extLst>
                <a:ext uri="{FF2B5EF4-FFF2-40B4-BE49-F238E27FC236}">
                  <a16:creationId xmlns:a16="http://schemas.microsoft.com/office/drawing/2014/main" id="{343F3E6D-808D-43AD-9485-AD0014BEAE2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199787" y="-12875"/>
              <a:ext cx="2679011" cy="5301468"/>
            </a:xfrm>
            <a:custGeom>
              <a:avLst/>
              <a:gdLst>
                <a:gd name="connsiteX0" fmla="*/ 0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0 w 2570017"/>
                <a:gd name="connsiteY4" fmla="*/ 0 h 2554287"/>
                <a:gd name="connsiteX0" fmla="*/ 904009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904009 w 2570017"/>
                <a:gd name="connsiteY4" fmla="*/ 0 h 2554287"/>
                <a:gd name="connsiteX0" fmla="*/ 644236 w 2570017"/>
                <a:gd name="connsiteY0" fmla="*/ 10391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44236 w 2570017"/>
                <a:gd name="connsiteY4" fmla="*/ 10391 h 2554287"/>
                <a:gd name="connsiteX0" fmla="*/ 633845 w 2570017"/>
                <a:gd name="connsiteY0" fmla="*/ 0 h 2554287"/>
                <a:gd name="connsiteX1" fmla="*/ 2570017 w 2570017"/>
                <a:gd name="connsiteY1" fmla="*/ 0 h 2554287"/>
                <a:gd name="connsiteX2" fmla="*/ 2570017 w 2570017"/>
                <a:gd name="connsiteY2" fmla="*/ 2554287 h 2554287"/>
                <a:gd name="connsiteX3" fmla="*/ 0 w 2570017"/>
                <a:gd name="connsiteY3" fmla="*/ 2554287 h 2554287"/>
                <a:gd name="connsiteX4" fmla="*/ 633845 w 2570017"/>
                <a:gd name="connsiteY4" fmla="*/ 0 h 2554287"/>
                <a:gd name="connsiteX0" fmla="*/ 675409 w 2611581"/>
                <a:gd name="connsiteY0" fmla="*/ 0 h 2554287"/>
                <a:gd name="connsiteX1" fmla="*/ 2611581 w 2611581"/>
                <a:gd name="connsiteY1" fmla="*/ 0 h 2554287"/>
                <a:gd name="connsiteX2" fmla="*/ 2611581 w 2611581"/>
                <a:gd name="connsiteY2" fmla="*/ 2554287 h 2554287"/>
                <a:gd name="connsiteX3" fmla="*/ 0 w 2611581"/>
                <a:gd name="connsiteY3" fmla="*/ 2554287 h 2554287"/>
                <a:gd name="connsiteX4" fmla="*/ 675409 w 2611581"/>
                <a:gd name="connsiteY4" fmla="*/ 0 h 2554287"/>
                <a:gd name="connsiteX0" fmla="*/ 650979 w 2587151"/>
                <a:gd name="connsiteY0" fmla="*/ 0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650979 w 2587151"/>
                <a:gd name="connsiteY4" fmla="*/ 0 h 2554287"/>
                <a:gd name="connsiteX0" fmla="*/ 730379 w 2587151"/>
                <a:gd name="connsiteY0" fmla="*/ 5692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730379 w 2587151"/>
                <a:gd name="connsiteY4" fmla="*/ 5692 h 2554287"/>
                <a:gd name="connsiteX0" fmla="*/ 864750 w 2587151"/>
                <a:gd name="connsiteY0" fmla="*/ 2847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64750 w 2587151"/>
                <a:gd name="connsiteY4" fmla="*/ 2847 h 2554287"/>
                <a:gd name="connsiteX0" fmla="*/ 883073 w 2587151"/>
                <a:gd name="connsiteY0" fmla="*/ 1 h 2554287"/>
                <a:gd name="connsiteX1" fmla="*/ 2587151 w 2587151"/>
                <a:gd name="connsiteY1" fmla="*/ 0 h 2554287"/>
                <a:gd name="connsiteX2" fmla="*/ 2587151 w 2587151"/>
                <a:gd name="connsiteY2" fmla="*/ 2554287 h 2554287"/>
                <a:gd name="connsiteX3" fmla="*/ 0 w 2587151"/>
                <a:gd name="connsiteY3" fmla="*/ 2548595 h 2554287"/>
                <a:gd name="connsiteX4" fmla="*/ 883073 w 2587151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599366"/>
                <a:gd name="connsiteY0" fmla="*/ 1 h 2554287"/>
                <a:gd name="connsiteX1" fmla="*/ 2599366 w 2599366"/>
                <a:gd name="connsiteY1" fmla="*/ 0 h 2554287"/>
                <a:gd name="connsiteX2" fmla="*/ 2599366 w 2599366"/>
                <a:gd name="connsiteY2" fmla="*/ 2554287 h 2554287"/>
                <a:gd name="connsiteX3" fmla="*/ 0 w 2599366"/>
                <a:gd name="connsiteY3" fmla="*/ 2542904 h 2554287"/>
                <a:gd name="connsiteX4" fmla="*/ 895288 w 2599366"/>
                <a:gd name="connsiteY4" fmla="*/ 1 h 2554287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2904 h 2565670"/>
                <a:gd name="connsiteX4" fmla="*/ 895288 w 2611581"/>
                <a:gd name="connsiteY4" fmla="*/ 1 h 2565670"/>
                <a:gd name="connsiteX0" fmla="*/ 895288 w 2611581"/>
                <a:gd name="connsiteY0" fmla="*/ 1 h 2565670"/>
                <a:gd name="connsiteX1" fmla="*/ 2599366 w 2611581"/>
                <a:gd name="connsiteY1" fmla="*/ 0 h 2565670"/>
                <a:gd name="connsiteX2" fmla="*/ 2611581 w 2611581"/>
                <a:gd name="connsiteY2" fmla="*/ 2565670 h 2565670"/>
                <a:gd name="connsiteX3" fmla="*/ 0 w 2611581"/>
                <a:gd name="connsiteY3" fmla="*/ 2545750 h 2565670"/>
                <a:gd name="connsiteX4" fmla="*/ 895288 w 2611581"/>
                <a:gd name="connsiteY4" fmla="*/ 1 h 2565670"/>
                <a:gd name="connsiteX0" fmla="*/ 1544433 w 3260726"/>
                <a:gd name="connsiteY0" fmla="*/ 1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1544433 w 3260726"/>
                <a:gd name="connsiteY4" fmla="*/ 1 h 2565670"/>
                <a:gd name="connsiteX0" fmla="*/ 921784 w 3260726"/>
                <a:gd name="connsiteY0" fmla="*/ 12347 h 2565670"/>
                <a:gd name="connsiteX1" fmla="*/ 3248511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3260726"/>
                <a:gd name="connsiteY0" fmla="*/ 12347 h 2565670"/>
                <a:gd name="connsiteX1" fmla="*/ 2321160 w 3260726"/>
                <a:gd name="connsiteY1" fmla="*/ 0 h 2565670"/>
                <a:gd name="connsiteX2" fmla="*/ 3260726 w 3260726"/>
                <a:gd name="connsiteY2" fmla="*/ 2565670 h 2565670"/>
                <a:gd name="connsiteX3" fmla="*/ 0 w 3260726"/>
                <a:gd name="connsiteY3" fmla="*/ 2521058 h 2565670"/>
                <a:gd name="connsiteX4" fmla="*/ 921784 w 3260726"/>
                <a:gd name="connsiteY4" fmla="*/ 12347 h 2565670"/>
                <a:gd name="connsiteX0" fmla="*/ 921784 w 2322228"/>
                <a:gd name="connsiteY0" fmla="*/ 12347 h 2565670"/>
                <a:gd name="connsiteX1" fmla="*/ 2321160 w 2322228"/>
                <a:gd name="connsiteY1" fmla="*/ 0 h 2565670"/>
                <a:gd name="connsiteX2" fmla="*/ 2320129 w 2322228"/>
                <a:gd name="connsiteY2" fmla="*/ 2565670 h 2565670"/>
                <a:gd name="connsiteX3" fmla="*/ 0 w 2322228"/>
                <a:gd name="connsiteY3" fmla="*/ 2521058 h 2565670"/>
                <a:gd name="connsiteX4" fmla="*/ 921784 w 2322228"/>
                <a:gd name="connsiteY4" fmla="*/ 12347 h 2565670"/>
                <a:gd name="connsiteX0" fmla="*/ 921784 w 2322228"/>
                <a:gd name="connsiteY0" fmla="*/ 0 h 2571841"/>
                <a:gd name="connsiteX1" fmla="*/ 2321160 w 2322228"/>
                <a:gd name="connsiteY1" fmla="*/ 6171 h 2571841"/>
                <a:gd name="connsiteX2" fmla="*/ 2320129 w 2322228"/>
                <a:gd name="connsiteY2" fmla="*/ 2571841 h 2571841"/>
                <a:gd name="connsiteX3" fmla="*/ 0 w 2322228"/>
                <a:gd name="connsiteY3" fmla="*/ 2527229 h 2571841"/>
                <a:gd name="connsiteX4" fmla="*/ 921784 w 2322228"/>
                <a:gd name="connsiteY4" fmla="*/ 0 h 2571841"/>
                <a:gd name="connsiteX0" fmla="*/ 921784 w 2611583"/>
                <a:gd name="connsiteY0" fmla="*/ 0 h 2540977"/>
                <a:gd name="connsiteX1" fmla="*/ 2321160 w 2611583"/>
                <a:gd name="connsiteY1" fmla="*/ 6171 h 2540977"/>
                <a:gd name="connsiteX2" fmla="*/ 2611583 w 2611583"/>
                <a:gd name="connsiteY2" fmla="*/ 2540977 h 2540977"/>
                <a:gd name="connsiteX3" fmla="*/ 0 w 2611583"/>
                <a:gd name="connsiteY3" fmla="*/ 2527229 h 2540977"/>
                <a:gd name="connsiteX4" fmla="*/ 921784 w 2611583"/>
                <a:gd name="connsiteY4" fmla="*/ 0 h 2540977"/>
                <a:gd name="connsiteX0" fmla="*/ 921784 w 2611583"/>
                <a:gd name="connsiteY0" fmla="*/ 2 h 2540979"/>
                <a:gd name="connsiteX1" fmla="*/ 2572870 w 2611583"/>
                <a:gd name="connsiteY1" fmla="*/ 0 h 2540979"/>
                <a:gd name="connsiteX2" fmla="*/ 2611583 w 2611583"/>
                <a:gd name="connsiteY2" fmla="*/ 2540979 h 2540979"/>
                <a:gd name="connsiteX3" fmla="*/ 0 w 2611583"/>
                <a:gd name="connsiteY3" fmla="*/ 2527231 h 2540979"/>
                <a:gd name="connsiteX4" fmla="*/ 921784 w 2611583"/>
                <a:gd name="connsiteY4" fmla="*/ 2 h 2540979"/>
                <a:gd name="connsiteX0" fmla="*/ 921784 w 2705467"/>
                <a:gd name="connsiteY0" fmla="*/ 0 h 2540977"/>
                <a:gd name="connsiteX1" fmla="*/ 2705349 w 2705467"/>
                <a:gd name="connsiteY1" fmla="*/ 6171 h 2540977"/>
                <a:gd name="connsiteX2" fmla="*/ 2611583 w 2705467"/>
                <a:gd name="connsiteY2" fmla="*/ 2540977 h 2540977"/>
                <a:gd name="connsiteX3" fmla="*/ 0 w 2705467"/>
                <a:gd name="connsiteY3" fmla="*/ 2527229 h 2540977"/>
                <a:gd name="connsiteX4" fmla="*/ 921784 w 2705467"/>
                <a:gd name="connsiteY4" fmla="*/ 0 h 2540977"/>
                <a:gd name="connsiteX0" fmla="*/ 921784 w 2718702"/>
                <a:gd name="connsiteY0" fmla="*/ 2 h 2540979"/>
                <a:gd name="connsiteX1" fmla="*/ 2718597 w 2718702"/>
                <a:gd name="connsiteY1" fmla="*/ 0 h 2540979"/>
                <a:gd name="connsiteX2" fmla="*/ 2611583 w 2718702"/>
                <a:gd name="connsiteY2" fmla="*/ 2540979 h 2540979"/>
                <a:gd name="connsiteX3" fmla="*/ 0 w 2718702"/>
                <a:gd name="connsiteY3" fmla="*/ 2527231 h 2540979"/>
                <a:gd name="connsiteX4" fmla="*/ 921784 w 2718702"/>
                <a:gd name="connsiteY4" fmla="*/ 2 h 2540979"/>
                <a:gd name="connsiteX0" fmla="*/ 921784 w 2679012"/>
                <a:gd name="connsiteY0" fmla="*/ 0 h 2540977"/>
                <a:gd name="connsiteX1" fmla="*/ 2678853 w 2679012"/>
                <a:gd name="connsiteY1" fmla="*/ 6171 h 2540977"/>
                <a:gd name="connsiteX2" fmla="*/ 2611583 w 2679012"/>
                <a:gd name="connsiteY2" fmla="*/ 2540977 h 2540977"/>
                <a:gd name="connsiteX3" fmla="*/ 0 w 2679012"/>
                <a:gd name="connsiteY3" fmla="*/ 2527229 h 2540977"/>
                <a:gd name="connsiteX4" fmla="*/ 921784 w 2679012"/>
                <a:gd name="connsiteY4" fmla="*/ 0 h 2540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679012" h="2540977">
                  <a:moveTo>
                    <a:pt x="921784" y="0"/>
                  </a:moveTo>
                  <a:lnTo>
                    <a:pt x="2678853" y="6171"/>
                  </a:lnTo>
                  <a:cubicBezTo>
                    <a:pt x="2682925" y="861394"/>
                    <a:pt x="2607511" y="1685754"/>
                    <a:pt x="2611583" y="2540977"/>
                  </a:cubicBezTo>
                  <a:lnTo>
                    <a:pt x="0" y="2527229"/>
                  </a:lnTo>
                  <a:lnTo>
                    <a:pt x="921784" y="0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14598" r="-265621" b="-28686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 useBgFill="1">
          <p:nvSpPr>
            <p:cNvPr id="13" name="Rectangle 20">
              <a:extLst>
                <a:ext uri="{FF2B5EF4-FFF2-40B4-BE49-F238E27FC236}">
                  <a16:creationId xmlns:a16="http://schemas.microsoft.com/office/drawing/2014/main" id="{03DB1AC6-5430-4CD3-BD83-86E675A11A3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white">
            <a:xfrm>
              <a:off x="2211875" y="5257482"/>
              <a:ext cx="2586931" cy="1619837"/>
            </a:xfrm>
            <a:custGeom>
              <a:avLst/>
              <a:gdLst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0 w 2611581"/>
                <a:gd name="connsiteY3" fmla="*/ 4303713 h 4303713"/>
                <a:gd name="connsiteX4" fmla="*/ 0 w 2611581"/>
                <a:gd name="connsiteY4" fmla="*/ 0 h 4303713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693718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14104"/>
                <a:gd name="connsiteX1" fmla="*/ 2611581 w 2611581"/>
                <a:gd name="connsiteY1" fmla="*/ 0 h 4314104"/>
                <a:gd name="connsiteX2" fmla="*/ 2611581 w 2611581"/>
                <a:gd name="connsiteY2" fmla="*/ 4303713 h 4314104"/>
                <a:gd name="connsiteX3" fmla="*/ 1963882 w 2611581"/>
                <a:gd name="connsiteY3" fmla="*/ 4314104 h 4314104"/>
                <a:gd name="connsiteX4" fmla="*/ 0 w 2611581"/>
                <a:gd name="connsiteY4" fmla="*/ 0 h 4314104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213264 w 2611581"/>
                <a:gd name="connsiteY3" fmla="*/ 4293322 h 4303713"/>
                <a:gd name="connsiteX4" fmla="*/ 0 w 2611581"/>
                <a:gd name="connsiteY4" fmla="*/ 0 h 4303713"/>
                <a:gd name="connsiteX0" fmla="*/ 0 w 2611581"/>
                <a:gd name="connsiteY0" fmla="*/ 0 h 4303713"/>
                <a:gd name="connsiteX1" fmla="*/ 2611581 w 2611581"/>
                <a:gd name="connsiteY1" fmla="*/ 0 h 4303713"/>
                <a:gd name="connsiteX2" fmla="*/ 2611581 w 2611581"/>
                <a:gd name="connsiteY2" fmla="*/ 4303713 h 4303713"/>
                <a:gd name="connsiteX3" fmla="*/ 2171701 w 2611581"/>
                <a:gd name="connsiteY3" fmla="*/ 3638695 h 4303713"/>
                <a:gd name="connsiteX4" fmla="*/ 0 w 2611581"/>
                <a:gd name="connsiteY4" fmla="*/ 0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81054 w 2720934"/>
                <a:gd name="connsiteY3" fmla="*/ 3638695 h 4303713"/>
                <a:gd name="connsiteX4" fmla="*/ 0 w 2720934"/>
                <a:gd name="connsiteY4" fmla="*/ 268283 h 4303713"/>
                <a:gd name="connsiteX0" fmla="*/ 0 w 2720934"/>
                <a:gd name="connsiteY0" fmla="*/ 268283 h 4303713"/>
                <a:gd name="connsiteX1" fmla="*/ 2720934 w 2720934"/>
                <a:gd name="connsiteY1" fmla="*/ 0 h 4303713"/>
                <a:gd name="connsiteX2" fmla="*/ 2720934 w 2720934"/>
                <a:gd name="connsiteY2" fmla="*/ 4303713 h 4303713"/>
                <a:gd name="connsiteX3" fmla="*/ 2264231 w 2720934"/>
                <a:gd name="connsiteY3" fmla="*/ 3717600 h 4303713"/>
                <a:gd name="connsiteX4" fmla="*/ 0 w 2720934"/>
                <a:gd name="connsiteY4" fmla="*/ 268283 h 4303713"/>
                <a:gd name="connsiteX0" fmla="*/ 0 w 2720934"/>
                <a:gd name="connsiteY0" fmla="*/ 268283 h 4335275"/>
                <a:gd name="connsiteX1" fmla="*/ 2720934 w 2720934"/>
                <a:gd name="connsiteY1" fmla="*/ 0 h 4335275"/>
                <a:gd name="connsiteX2" fmla="*/ 2653639 w 2720934"/>
                <a:gd name="connsiteY2" fmla="*/ 4335275 h 4335275"/>
                <a:gd name="connsiteX3" fmla="*/ 2264231 w 2720934"/>
                <a:gd name="connsiteY3" fmla="*/ 3717600 h 4335275"/>
                <a:gd name="connsiteX4" fmla="*/ 0 w 2720934"/>
                <a:gd name="connsiteY4" fmla="*/ 268283 h 4335275"/>
                <a:gd name="connsiteX0" fmla="*/ 0 w 2737757"/>
                <a:gd name="connsiteY0" fmla="*/ 236721 h 4335275"/>
                <a:gd name="connsiteX1" fmla="*/ 2737757 w 2737757"/>
                <a:gd name="connsiteY1" fmla="*/ 0 h 4335275"/>
                <a:gd name="connsiteX2" fmla="*/ 2670462 w 2737757"/>
                <a:gd name="connsiteY2" fmla="*/ 4335275 h 4335275"/>
                <a:gd name="connsiteX3" fmla="*/ 2281054 w 2737757"/>
                <a:gd name="connsiteY3" fmla="*/ 3717600 h 4335275"/>
                <a:gd name="connsiteX4" fmla="*/ 0 w 2737757"/>
                <a:gd name="connsiteY4" fmla="*/ 236721 h 4335275"/>
                <a:gd name="connsiteX0" fmla="*/ 0 w 2729346"/>
                <a:gd name="connsiteY0" fmla="*/ 0 h 4098554"/>
                <a:gd name="connsiteX1" fmla="*/ 2729346 w 2729346"/>
                <a:gd name="connsiteY1" fmla="*/ 126250 h 4098554"/>
                <a:gd name="connsiteX2" fmla="*/ 2670462 w 2729346"/>
                <a:gd name="connsiteY2" fmla="*/ 4098554 h 4098554"/>
                <a:gd name="connsiteX3" fmla="*/ 2281054 w 2729346"/>
                <a:gd name="connsiteY3" fmla="*/ 3480879 h 4098554"/>
                <a:gd name="connsiteX4" fmla="*/ 0 w 2729346"/>
                <a:gd name="connsiteY4" fmla="*/ 0 h 4098554"/>
                <a:gd name="connsiteX0" fmla="*/ 0 w 2720934"/>
                <a:gd name="connsiteY0" fmla="*/ 0 h 4098554"/>
                <a:gd name="connsiteX1" fmla="*/ 2720934 w 2720934"/>
                <a:gd name="connsiteY1" fmla="*/ 31562 h 4098554"/>
                <a:gd name="connsiteX2" fmla="*/ 2670462 w 2720934"/>
                <a:gd name="connsiteY2" fmla="*/ 4098554 h 4098554"/>
                <a:gd name="connsiteX3" fmla="*/ 2281054 w 2720934"/>
                <a:gd name="connsiteY3" fmla="*/ 3480879 h 4098554"/>
                <a:gd name="connsiteX4" fmla="*/ 0 w 2720934"/>
                <a:gd name="connsiteY4" fmla="*/ 0 h 4098554"/>
                <a:gd name="connsiteX0" fmla="*/ 0 w 2720934"/>
                <a:gd name="connsiteY0" fmla="*/ 15782 h 4114336"/>
                <a:gd name="connsiteX1" fmla="*/ 2720934 w 2720934"/>
                <a:gd name="connsiteY1" fmla="*/ 0 h 4114336"/>
                <a:gd name="connsiteX2" fmla="*/ 2670462 w 2720934"/>
                <a:gd name="connsiteY2" fmla="*/ 4114336 h 4114336"/>
                <a:gd name="connsiteX3" fmla="*/ 2281054 w 2720934"/>
                <a:gd name="connsiteY3" fmla="*/ 3496661 h 4114336"/>
                <a:gd name="connsiteX4" fmla="*/ 0 w 2720934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80409 w 2820289"/>
                <a:gd name="connsiteY3" fmla="*/ 3496661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9817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2820289"/>
                <a:gd name="connsiteY0" fmla="*/ 15782 h 4114336"/>
                <a:gd name="connsiteX1" fmla="*/ 2820289 w 2820289"/>
                <a:gd name="connsiteY1" fmla="*/ 0 h 4114336"/>
                <a:gd name="connsiteX2" fmla="*/ 2763972 w 2820289"/>
                <a:gd name="connsiteY2" fmla="*/ 4114336 h 4114336"/>
                <a:gd name="connsiteX3" fmla="*/ 2362876 w 2820289"/>
                <a:gd name="connsiteY3" fmla="*/ 3517980 h 4114336"/>
                <a:gd name="connsiteX4" fmla="*/ 0 w 2820289"/>
                <a:gd name="connsiteY4" fmla="*/ 15782 h 4114336"/>
                <a:gd name="connsiteX0" fmla="*/ 0 w 3721149"/>
                <a:gd name="connsiteY0" fmla="*/ 0 h 4269703"/>
                <a:gd name="connsiteX1" fmla="*/ 3721149 w 3721149"/>
                <a:gd name="connsiteY1" fmla="*/ 155367 h 4269703"/>
                <a:gd name="connsiteX2" fmla="*/ 3664832 w 3721149"/>
                <a:gd name="connsiteY2" fmla="*/ 4269703 h 4269703"/>
                <a:gd name="connsiteX3" fmla="*/ 3263736 w 3721149"/>
                <a:gd name="connsiteY3" fmla="*/ 3673347 h 4269703"/>
                <a:gd name="connsiteX4" fmla="*/ 0 w 3721149"/>
                <a:gd name="connsiteY4" fmla="*/ 0 h 4269703"/>
                <a:gd name="connsiteX0" fmla="*/ 0 w 3721149"/>
                <a:gd name="connsiteY0" fmla="*/ 0 h 4289488"/>
                <a:gd name="connsiteX1" fmla="*/ 3721149 w 3721149"/>
                <a:gd name="connsiteY1" fmla="*/ 155367 h 4289488"/>
                <a:gd name="connsiteX2" fmla="*/ 3664832 w 3721149"/>
                <a:gd name="connsiteY2" fmla="*/ 4269703 h 4289488"/>
                <a:gd name="connsiteX3" fmla="*/ 1705997 w 3721149"/>
                <a:gd name="connsiteY3" fmla="*/ 4289488 h 4289488"/>
                <a:gd name="connsiteX4" fmla="*/ 0 w 3721149"/>
                <a:gd name="connsiteY4" fmla="*/ 0 h 4289488"/>
                <a:gd name="connsiteX0" fmla="*/ 0 w 3664846"/>
                <a:gd name="connsiteY0" fmla="*/ 15785 h 4305273"/>
                <a:gd name="connsiteX1" fmla="*/ 3664846 w 3664846"/>
                <a:gd name="connsiteY1" fmla="*/ 0 h 4305273"/>
                <a:gd name="connsiteX2" fmla="*/ 3664832 w 3664846"/>
                <a:gd name="connsiteY2" fmla="*/ 4285488 h 4305273"/>
                <a:gd name="connsiteX3" fmla="*/ 1705997 w 3664846"/>
                <a:gd name="connsiteY3" fmla="*/ 4305273 h 4305273"/>
                <a:gd name="connsiteX4" fmla="*/ 0 w 3664846"/>
                <a:gd name="connsiteY4" fmla="*/ 15785 h 43052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64846" h="4305273">
                  <a:moveTo>
                    <a:pt x="0" y="15785"/>
                  </a:moveTo>
                  <a:lnTo>
                    <a:pt x="3664846" y="0"/>
                  </a:lnTo>
                  <a:cubicBezTo>
                    <a:pt x="3664841" y="1428496"/>
                    <a:pt x="3664837" y="2856992"/>
                    <a:pt x="3664832" y="4285488"/>
                  </a:cubicBezTo>
                  <a:lnTo>
                    <a:pt x="1705997" y="4305273"/>
                  </a:lnTo>
                  <a:lnTo>
                    <a:pt x="0" y="15785"/>
                  </a:lnTo>
                  <a:close/>
                </a:path>
              </a:pathLst>
            </a:custGeom>
            <a:blipFill rotWithShape="0">
              <a:blip r:embed="rId2">
                <a:duotone>
                  <a:schemeClr val="bg2">
                    <a:shade val="76000"/>
                    <a:satMod val="180000"/>
                  </a:schemeClr>
                  <a:schemeClr val="bg2">
                    <a:tint val="80000"/>
                    <a:satMod val="120000"/>
                    <a:lumMod val="180000"/>
                  </a:schemeClr>
                </a:duotone>
              </a:blip>
              <a:stretch>
                <a:fillRect l="-163116" t="-323529" r="-398251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8326E10-C8CB-487F-A110-F861268DE61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360612" y="0"/>
            <a:ext cx="2436813" cy="6858001"/>
            <a:chOff x="1320800" y="0"/>
            <a:chExt cx="2436813" cy="6858001"/>
          </a:xfrm>
        </p:grpSpPr>
        <p:sp>
          <p:nvSpPr>
            <p:cNvPr id="16" name="Freeform 6">
              <a:extLst>
                <a:ext uri="{FF2B5EF4-FFF2-40B4-BE49-F238E27FC236}">
                  <a16:creationId xmlns:a16="http://schemas.microsoft.com/office/drawing/2014/main" id="{3279962B-46D2-4E19-B632-39B80D1E80A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7" name="Freeform 7">
              <a:extLst>
                <a:ext uri="{FF2B5EF4-FFF2-40B4-BE49-F238E27FC236}">
                  <a16:creationId xmlns:a16="http://schemas.microsoft.com/office/drawing/2014/main" id="{321A335A-53CB-4C17-AB51-5D9C2DCB45E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8" name="Freeform 8">
              <a:extLst>
                <a:ext uri="{FF2B5EF4-FFF2-40B4-BE49-F238E27FC236}">
                  <a16:creationId xmlns:a16="http://schemas.microsoft.com/office/drawing/2014/main" id="{A0E0D557-405B-469F-AEDE-4E3404AA416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9" name="Freeform 9">
              <a:extLst>
                <a:ext uri="{FF2B5EF4-FFF2-40B4-BE49-F238E27FC236}">
                  <a16:creationId xmlns:a16="http://schemas.microsoft.com/office/drawing/2014/main" id="{D8D4E62F-9393-40A6-9E85-9F3B59C4628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0" name="Freeform 10">
              <a:extLst>
                <a:ext uri="{FF2B5EF4-FFF2-40B4-BE49-F238E27FC236}">
                  <a16:creationId xmlns:a16="http://schemas.microsoft.com/office/drawing/2014/main" id="{FABD11B1-DE89-45BC-8204-968C88AADC3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1" name="Freeform 11">
              <a:extLst>
                <a:ext uri="{FF2B5EF4-FFF2-40B4-BE49-F238E27FC236}">
                  <a16:creationId xmlns:a16="http://schemas.microsoft.com/office/drawing/2014/main" id="{AFA4965A-1FBC-44B8-B96A-3F5275C3AEF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849E55B-4965-4C77-BE9A-7A037E6AD6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62399" y="685800"/>
            <a:ext cx="7345891" cy="1413933"/>
          </a:xfrm>
        </p:spPr>
        <p:txBody>
          <a:bodyPr>
            <a:normAutofit/>
          </a:bodyPr>
          <a:lstStyle/>
          <a:p>
            <a:r>
              <a:rPr lang="en-US" dirty="0"/>
              <a:t>slice() function</a:t>
            </a:r>
            <a:endParaRPr lang="en-US"/>
          </a:p>
        </p:txBody>
      </p:sp>
      <p:pic>
        <p:nvPicPr>
          <p:cNvPr id="5" name="Picture 4" descr="Pins pinned on a white surface and connecting a black thread">
            <a:extLst>
              <a:ext uri="{FF2B5EF4-FFF2-40B4-BE49-F238E27FC236}">
                <a16:creationId xmlns:a16="http://schemas.microsoft.com/office/drawing/2014/main" id="{9D38D986-99DF-C332-F354-98D178AFB25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207" r="48124" b="-1"/>
          <a:stretch/>
        </p:blipFill>
        <p:spPr>
          <a:xfrm>
            <a:off x="20" y="10"/>
            <a:ext cx="3459143" cy="6857990"/>
          </a:xfrm>
          <a:custGeom>
            <a:avLst/>
            <a:gdLst/>
            <a:ahLst/>
            <a:cxnLst/>
            <a:rect l="l" t="t" r="r" b="b"/>
            <a:pathLst>
              <a:path w="3458633" h="6858000">
                <a:moveTo>
                  <a:pt x="0" y="0"/>
                </a:moveTo>
                <a:lnTo>
                  <a:pt x="3174999" y="0"/>
                </a:lnTo>
                <a:lnTo>
                  <a:pt x="2294466" y="5223932"/>
                </a:lnTo>
                <a:lnTo>
                  <a:pt x="3458633" y="6853767"/>
                </a:lnTo>
                <a:lnTo>
                  <a:pt x="0" y="6858000"/>
                </a:lnTo>
                <a:lnTo>
                  <a:pt x="0" y="0"/>
                </a:lnTo>
                <a:close/>
              </a:path>
            </a:pathLst>
          </a:custGeom>
          <a:ln w="38100">
            <a:noFill/>
          </a:ln>
          <a:effectLst/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913AB4-7CA8-4759-B4E3-D11E6CF3F7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43867" y="2048933"/>
            <a:ext cx="7659156" cy="3742267"/>
          </a:xfrm>
        </p:spPr>
        <p:txBody>
          <a:bodyPr>
            <a:normAutofit/>
          </a:bodyPr>
          <a:lstStyle/>
          <a:p>
            <a:r>
              <a:rPr lang="en-US" dirty="0"/>
              <a:t>The </a:t>
            </a:r>
            <a:r>
              <a:rPr lang="en-US"/>
              <a:t>slice() </a:t>
            </a:r>
            <a:r>
              <a:rPr lang="en-US" dirty="0"/>
              <a:t>method returns selected elements in an array, as a new array.</a:t>
            </a:r>
          </a:p>
          <a:p>
            <a:r>
              <a:rPr lang="en-US"/>
              <a:t>slice() </a:t>
            </a:r>
            <a:r>
              <a:rPr lang="en-US" dirty="0"/>
              <a:t>selects the elements starting at the given start argument, and ends at, but does not include, the given end argument.</a:t>
            </a:r>
          </a:p>
          <a:p>
            <a:r>
              <a:rPr lang="en-US"/>
              <a:t>slice() </a:t>
            </a:r>
            <a:r>
              <a:rPr lang="en-US" dirty="0"/>
              <a:t>does not change the original array.</a:t>
            </a:r>
          </a:p>
          <a:p>
            <a:pPr marL="0" indent="0">
              <a:buNone/>
            </a:pPr>
            <a:r>
              <a:rPr lang="en-US" b="0" i="1" err="1">
                <a:effectLst/>
                <a:latin typeface="Consolas" panose="020B0609020204030204" pitchFamily="49" charset="0"/>
              </a:rPr>
              <a:t>array</a:t>
            </a:r>
            <a:r>
              <a:rPr lang="en-US" b="0" i="0" err="1">
                <a:effectLst/>
                <a:latin typeface="Consolas" panose="020B0609020204030204" pitchFamily="49" charset="0"/>
              </a:rPr>
              <a:t>.slice</a:t>
            </a:r>
            <a:r>
              <a:rPr lang="en-US" b="0" i="0">
                <a:effectLst/>
                <a:latin typeface="Consolas" panose="020B0609020204030204" pitchFamily="49" charset="0"/>
              </a:rPr>
              <a:t>(</a:t>
            </a:r>
            <a:r>
              <a:rPr lang="en-US" b="0" i="1">
                <a:effectLst/>
                <a:latin typeface="Consolas" panose="020B0609020204030204" pitchFamily="49" charset="0"/>
              </a:rPr>
              <a:t>start</a:t>
            </a:r>
            <a:r>
              <a:rPr lang="en-US" b="0" i="0">
                <a:effectLst/>
                <a:latin typeface="Consolas" panose="020B0609020204030204" pitchFamily="49" charset="0"/>
              </a:rPr>
              <a:t>,</a:t>
            </a:r>
            <a:r>
              <a:rPr lang="en-US" b="0" i="1">
                <a:effectLst/>
                <a:latin typeface="Consolas" panose="020B0609020204030204" pitchFamily="49" charset="0"/>
              </a:rPr>
              <a:t> end</a:t>
            </a:r>
            <a:r>
              <a:rPr lang="en-US" b="0" i="0">
                <a:effectLst/>
                <a:latin typeface="Consolas" panose="020B0609020204030204" pitchFamily="49" charset="0"/>
              </a:rPr>
              <a:t>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368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911BCD6-6DC9-44CE-B015-12DC25807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Example</a:t>
            </a:r>
          </a:p>
        </p:txBody>
      </p:sp>
      <p:grpSp>
        <p:nvGrpSpPr>
          <p:cNvPr id="47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48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49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50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51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52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53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54" name="Content Placeholder 2">
            <a:extLst>
              <a:ext uri="{FF2B5EF4-FFF2-40B4-BE49-F238E27FC236}">
                <a16:creationId xmlns:a16="http://schemas.microsoft.com/office/drawing/2014/main" id="{160C6CF1-08E6-9FB7-7469-FDB17D958BE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6538342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5036647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Picture 4" descr="Chairs in a circle">
            <a:extLst>
              <a:ext uri="{FF2B5EF4-FFF2-40B4-BE49-F238E27FC236}">
                <a16:creationId xmlns:a16="http://schemas.microsoft.com/office/drawing/2014/main" id="{FA7CFE45-D280-47DD-F79F-6581A9D91E5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1522" r="12220" b="-1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34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35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9B10BD5-23F0-4316-B2E7-9CFEE09A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/>
              <a:t>pop() function</a:t>
            </a:r>
            <a:endParaRPr lang="en-US" dirty="0"/>
          </a:p>
        </p:txBody>
      </p:sp>
      <p:sp>
        <p:nvSpPr>
          <p:cNvPr id="36" name="Content Placeholder 2">
            <a:extLst>
              <a:ext uri="{FF2B5EF4-FFF2-40B4-BE49-F238E27FC236}">
                <a16:creationId xmlns:a16="http://schemas.microsoft.com/office/drawing/2014/main" id="{64E0EE83-1A97-4014-B37D-239383EE4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6049430" cy="3124201"/>
          </a:xfrm>
        </p:spPr>
        <p:txBody>
          <a:bodyPr>
            <a:normAutofit/>
          </a:bodyPr>
          <a:lstStyle/>
          <a:p>
            <a:r>
              <a:rPr lang="en-US" sz="2000" dirty="0"/>
              <a:t>The pop() method removes the last element of an array.</a:t>
            </a:r>
          </a:p>
          <a:p>
            <a:r>
              <a:rPr lang="en-US" sz="2000" dirty="0"/>
              <a:t>pop() returns the element it removes.</a:t>
            </a:r>
          </a:p>
          <a:p>
            <a:r>
              <a:rPr lang="en-US" sz="2000" dirty="0"/>
              <a:t>pop() changes the length of the array.</a:t>
            </a:r>
          </a:p>
          <a:p>
            <a:pPr marL="0" indent="0">
              <a:buNone/>
            </a:pPr>
            <a:r>
              <a:rPr lang="en-US" sz="2000" b="0" i="1" dirty="0">
                <a:effectLst/>
                <a:latin typeface="Consolas" panose="020B0609020204030204" pitchFamily="49" charset="0"/>
              </a:rPr>
              <a:t>	</a:t>
            </a:r>
            <a:r>
              <a:rPr lang="en-US" sz="2000" b="0" i="1" dirty="0" err="1">
                <a:effectLst/>
                <a:latin typeface="Consolas" panose="020B0609020204030204" pitchFamily="49" charset="0"/>
              </a:rPr>
              <a:t>array</a:t>
            </a:r>
            <a:r>
              <a:rPr lang="en-US" sz="2000" b="0" i="0" dirty="0" err="1">
                <a:effectLst/>
                <a:latin typeface="Consolas" panose="020B0609020204030204" pitchFamily="49" charset="0"/>
              </a:rPr>
              <a:t>.pop</a:t>
            </a:r>
            <a:r>
              <a:rPr lang="en-US" sz="2000" b="0" i="0" dirty="0">
                <a:effectLst/>
                <a:latin typeface="Consolas" panose="020B0609020204030204" pitchFamily="49" charset="0"/>
              </a:rPr>
              <a:t>()</a:t>
            </a:r>
          </a:p>
          <a:p>
            <a:r>
              <a:rPr lang="en-US" sz="2000" dirty="0">
                <a:latin typeface="Corbel (Body)"/>
              </a:rPr>
              <a:t>Use</a:t>
            </a:r>
            <a:r>
              <a:rPr lang="en-US" sz="2000" b="0" i="0" dirty="0">
                <a:effectLst/>
                <a:latin typeface="Corbel (Body)"/>
              </a:rPr>
              <a:t> shift() to remove element from first position.</a:t>
            </a:r>
          </a:p>
        </p:txBody>
      </p:sp>
    </p:spTree>
    <p:extLst>
      <p:ext uri="{BB962C8B-B14F-4D97-AF65-F5344CB8AC3E}">
        <p14:creationId xmlns:p14="http://schemas.microsoft.com/office/powerpoint/2010/main" val="86585810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7">
            <a:extLst>
              <a:ext uri="{FF2B5EF4-FFF2-40B4-BE49-F238E27FC236}">
                <a16:creationId xmlns:a16="http://schemas.microsoft.com/office/drawing/2014/main" id="{E03BF673-8C68-4092-BF1B-53C57EFEC21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82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 useBgFill="1">
        <p:nvSpPr>
          <p:cNvPr id="21" name="Freeform: Shape 9">
            <a:extLst>
              <a:ext uri="{FF2B5EF4-FFF2-40B4-BE49-F238E27FC236}">
                <a16:creationId xmlns:a16="http://schemas.microsoft.com/office/drawing/2014/main" id="{B1BDB70B-F0E6-4867-818F-C582494FB6D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57083" y="0"/>
            <a:ext cx="11134917" cy="6858000"/>
          </a:xfrm>
          <a:custGeom>
            <a:avLst/>
            <a:gdLst>
              <a:gd name="connsiteX0" fmla="*/ 7627977 w 11134917"/>
              <a:gd name="connsiteY0" fmla="*/ 0 h 6858000"/>
              <a:gd name="connsiteX1" fmla="*/ 8129873 w 11134917"/>
              <a:gd name="connsiteY1" fmla="*/ 0 h 6858000"/>
              <a:gd name="connsiteX2" fmla="*/ 11134917 w 11134917"/>
              <a:gd name="connsiteY2" fmla="*/ 0 h 6858000"/>
              <a:gd name="connsiteX3" fmla="*/ 11134917 w 11134917"/>
              <a:gd name="connsiteY3" fmla="*/ 6858000 h 6858000"/>
              <a:gd name="connsiteX4" fmla="*/ 8129873 w 11134917"/>
              <a:gd name="connsiteY4" fmla="*/ 6858000 h 6858000"/>
              <a:gd name="connsiteX5" fmla="*/ 7627977 w 11134917"/>
              <a:gd name="connsiteY5" fmla="*/ 6858000 h 6858000"/>
              <a:gd name="connsiteX6" fmla="*/ 7627977 w 11134917"/>
              <a:gd name="connsiteY6" fmla="*/ 6857419 h 6858000"/>
              <a:gd name="connsiteX7" fmla="*/ 1921931 w 11134917"/>
              <a:gd name="connsiteY7" fmla="*/ 6850814 h 6858000"/>
              <a:gd name="connsiteX8" fmla="*/ 0 w 11134917"/>
              <a:gd name="connsiteY8" fmla="*/ 5325357 h 6858000"/>
              <a:gd name="connsiteX9" fmla="*/ 838199 w 11134917"/>
              <a:gd name="connsiteY9" fmla="*/ 7331 h 6858000"/>
              <a:gd name="connsiteX10" fmla="*/ 7627977 w 11134917"/>
              <a:gd name="connsiteY10" fmla="*/ 505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134917" h="6858000">
                <a:moveTo>
                  <a:pt x="7627977" y="0"/>
                </a:moveTo>
                <a:lnTo>
                  <a:pt x="8129873" y="0"/>
                </a:lnTo>
                <a:lnTo>
                  <a:pt x="11134917" y="0"/>
                </a:lnTo>
                <a:lnTo>
                  <a:pt x="11134917" y="6858000"/>
                </a:lnTo>
                <a:lnTo>
                  <a:pt x="8129873" y="6858000"/>
                </a:lnTo>
                <a:lnTo>
                  <a:pt x="7627977" y="6858000"/>
                </a:lnTo>
                <a:lnTo>
                  <a:pt x="7627977" y="6857419"/>
                </a:lnTo>
                <a:lnTo>
                  <a:pt x="1921931" y="6850814"/>
                </a:lnTo>
                <a:lnTo>
                  <a:pt x="0" y="5325357"/>
                </a:lnTo>
                <a:lnTo>
                  <a:pt x="838199" y="7331"/>
                </a:lnTo>
                <a:lnTo>
                  <a:pt x="7627977" y="50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11">
            <a:extLst>
              <a:ext uri="{FF2B5EF4-FFF2-40B4-BE49-F238E27FC236}">
                <a16:creationId xmlns:a16="http://schemas.microsoft.com/office/drawing/2014/main" id="{1E52C707-F508-47B5-8864-8CC3EE0F030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12025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066B5DD9-1C9B-4957-AF7C-8E11C7E88BB9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8DF9D480-2CEE-4037-8C1B-6380686300D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EBF6F7B8-E51D-495D-B944-B8E2E84C574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F43BB0F7-F9F4-4CFA-9277-2B671DC701C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D51F18A6-D926-4462-B110-63097184FBAE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ED77B4F5-55D8-444A-9EFF-CAAA8CD69F4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4C3CBC3B-7B81-4ABD-B737-BA1CA84AA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36013" y="1072609"/>
            <a:ext cx="3041557" cy="4522647"/>
          </a:xfrm>
          <a:effectLst/>
        </p:spPr>
        <p:txBody>
          <a:bodyPr anchor="ctr">
            <a:normAutofit/>
          </a:bodyPr>
          <a:lstStyle/>
          <a:p>
            <a:pPr algn="l"/>
            <a:r>
              <a:rPr lang="en-US" sz="3200">
                <a:solidFill>
                  <a:schemeClr val="tx2"/>
                </a:solidFill>
              </a:rPr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64C45B3-7520-4F8B-85FB-A4FF72ADA4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49032" y="1072609"/>
            <a:ext cx="6383207" cy="4522647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const</a:t>
            </a:r>
            <a:r>
              <a:rPr lang="en-US" sz="2000" dirty="0"/>
              <a:t> plants = ['broccoli', 'onion', 'cabbage', 'tomato’];</a:t>
            </a:r>
          </a:p>
          <a:p>
            <a:pPr marL="0" indent="0">
              <a:buNone/>
            </a:pPr>
            <a:r>
              <a:rPr lang="en-US" sz="2000" dirty="0"/>
              <a:t>console.log(</a:t>
            </a:r>
            <a:r>
              <a:rPr lang="en-US" sz="2000" dirty="0" err="1"/>
              <a:t>plants.pop</a:t>
            </a:r>
            <a:r>
              <a:rPr lang="en-US" sz="2000" dirty="0"/>
              <a:t>()); </a:t>
            </a:r>
          </a:p>
          <a:p>
            <a:pPr marL="0" indent="0">
              <a:buNone/>
            </a:pPr>
            <a:r>
              <a:rPr lang="en-US" sz="2000" dirty="0"/>
              <a:t>console.log(plants);</a:t>
            </a:r>
          </a:p>
          <a:p>
            <a:pPr marL="0" indent="0">
              <a:buNone/>
            </a:pPr>
            <a:r>
              <a:rPr lang="en-US" sz="2000" dirty="0"/>
              <a:t>console.log(</a:t>
            </a:r>
            <a:r>
              <a:rPr lang="en-US" sz="2000" dirty="0" err="1"/>
              <a:t>plants.shift</a:t>
            </a:r>
            <a:r>
              <a:rPr lang="en-US" sz="2000" dirty="0"/>
              <a:t>()); </a:t>
            </a:r>
          </a:p>
          <a:p>
            <a:pPr marL="0" indent="0">
              <a:buNone/>
            </a:pPr>
            <a:r>
              <a:rPr lang="en-US" sz="2000" dirty="0"/>
              <a:t>console.log(plants);</a:t>
            </a:r>
          </a:p>
        </p:txBody>
      </p:sp>
    </p:spTree>
    <p:extLst>
      <p:ext uri="{BB962C8B-B14F-4D97-AF65-F5344CB8AC3E}">
        <p14:creationId xmlns:p14="http://schemas.microsoft.com/office/powerpoint/2010/main" val="157184813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AD30037-67ED-4367-9BE0-45787510BF13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Colourful pins linked with threads">
            <a:extLst>
              <a:ext uri="{FF2B5EF4-FFF2-40B4-BE49-F238E27FC236}">
                <a16:creationId xmlns:a16="http://schemas.microsoft.com/office/drawing/2014/main" id="{7BBE3AAB-BF4A-B06D-1D7D-7DD19BAAD17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7326" r="21291"/>
          <a:stretch/>
        </p:blipFill>
        <p:spPr>
          <a:xfrm>
            <a:off x="6892924" y="10"/>
            <a:ext cx="5299077" cy="6857990"/>
          </a:xfrm>
          <a:custGeom>
            <a:avLst/>
            <a:gdLst/>
            <a:ahLst/>
            <a:cxnLst/>
            <a:rect l="l" t="t" r="r" b="b"/>
            <a:pathLst>
              <a:path w="5299077" h="6858000">
                <a:moveTo>
                  <a:pt x="836871" y="0"/>
                </a:moveTo>
                <a:lnTo>
                  <a:pt x="5299077" y="0"/>
                </a:lnTo>
                <a:lnTo>
                  <a:pt x="5299077" y="6858000"/>
                </a:lnTo>
                <a:lnTo>
                  <a:pt x="1911312" y="6858000"/>
                </a:lnTo>
                <a:lnTo>
                  <a:pt x="0" y="5333999"/>
                </a:lnTo>
                <a:close/>
              </a:path>
            </a:pathLst>
          </a:custGeom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50841A4E-5BC1-44B4-83CF-D524E8AEAD64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232760" y="0"/>
            <a:ext cx="2436813" cy="6858001"/>
            <a:chOff x="1320800" y="0"/>
            <a:chExt cx="2436813" cy="6858001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BF371BCC-8954-44E2-8C4F-29DC188727A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D3505BE-B420-41C5-BE34-3E7652D37A5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4B68A05B-A78B-4D59-8CF9-1900731A218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5" name="Freeform 9">
              <a:extLst>
                <a:ext uri="{FF2B5EF4-FFF2-40B4-BE49-F238E27FC236}">
                  <a16:creationId xmlns:a16="http://schemas.microsoft.com/office/drawing/2014/main" id="{84D57A01-C112-4FF2-B5ED-0B762AAD9CE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6CCCCDF1-5D4F-4CA1-8400-DFBB96BB011D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20A090B2-5344-43CD-BC70-A6D44F15E800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A9B10BD5-23F0-4316-B2E7-9CFEE09A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080" y="685800"/>
            <a:ext cx="5260680" cy="1752599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push() function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E0EE83-1A97-4014-B37D-239383EE42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66999"/>
            <a:ext cx="5260680" cy="3124201"/>
          </a:xfrm>
        </p:spPr>
        <p:txBody>
          <a:bodyPr>
            <a:normAutofit/>
          </a:bodyPr>
          <a:lstStyle/>
          <a:p>
            <a:r>
              <a:rPr lang="en-US" sz="2000"/>
              <a:t>The push() method adds new items to the end of an array.</a:t>
            </a:r>
          </a:p>
          <a:p>
            <a:r>
              <a:rPr lang="en-US" sz="2000"/>
              <a:t>push() changes the length of the array and returns the new length.</a:t>
            </a:r>
          </a:p>
          <a:p>
            <a:r>
              <a:rPr lang="en-US" sz="2000"/>
              <a:t>To add items at the beginning of an array, use unshift().</a:t>
            </a:r>
          </a:p>
          <a:p>
            <a:endParaRPr lang="en-US" sz="2000"/>
          </a:p>
          <a:p>
            <a:pPr marL="0" indent="0">
              <a:buNone/>
            </a:pPr>
            <a:r>
              <a:rPr lang="en-US" sz="2000" b="0" i="1">
                <a:effectLst/>
                <a:latin typeface="Consolas" panose="020B0609020204030204" pitchFamily="49" charset="0"/>
              </a:rPr>
              <a:t>array</a:t>
            </a:r>
            <a:r>
              <a:rPr lang="en-US" sz="2000" b="0" i="0">
                <a:effectLst/>
                <a:latin typeface="Consolas" panose="020B0609020204030204" pitchFamily="49" charset="0"/>
              </a:rPr>
              <a:t>.push(</a:t>
            </a:r>
            <a:r>
              <a:rPr lang="en-US" sz="2000" b="0" i="1">
                <a:effectLst/>
                <a:latin typeface="Consolas" panose="020B0609020204030204" pitchFamily="49" charset="0"/>
              </a:rPr>
              <a:t>item1</a:t>
            </a:r>
            <a:r>
              <a:rPr lang="en-US" sz="2000" b="0" i="0">
                <a:effectLst/>
                <a:latin typeface="Consolas" panose="020B0609020204030204" pitchFamily="49" charset="0"/>
              </a:rPr>
              <a:t>, </a:t>
            </a:r>
            <a:r>
              <a:rPr lang="en-US" sz="2000" b="0" i="1">
                <a:effectLst/>
                <a:latin typeface="Consolas" panose="020B0609020204030204" pitchFamily="49" charset="0"/>
              </a:rPr>
              <a:t>item2</a:t>
            </a:r>
            <a:r>
              <a:rPr lang="en-US" sz="2000" b="0" i="0">
                <a:effectLst/>
                <a:latin typeface="Consolas" panose="020B0609020204030204" pitchFamily="49" charset="0"/>
              </a:rPr>
              <a:t>, ..., </a:t>
            </a:r>
            <a:r>
              <a:rPr lang="en-US" sz="2000" b="0" i="1">
                <a:effectLst/>
                <a:latin typeface="Consolas" panose="020B0609020204030204" pitchFamily="49" charset="0"/>
              </a:rPr>
              <a:t>itemX</a:t>
            </a:r>
            <a:r>
              <a:rPr lang="en-US" sz="2000" b="0" i="0">
                <a:effectLst/>
                <a:latin typeface="Consolas" panose="020B0609020204030204" pitchFamily="49" charset="0"/>
              </a:rPr>
              <a:t>)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1439588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10912C-1948-4F94-BC26-0704B9AB5B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pPr algn="r"/>
            <a:r>
              <a:rPr lang="en-US" sz="3600" dirty="0"/>
              <a:t>Example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9F28A-7A22-4CD3-B628-4247C917D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const</a:t>
            </a:r>
            <a:r>
              <a:rPr lang="en-US" sz="2000" dirty="0"/>
              <a:t> animals = </a:t>
            </a:r>
            <a:r>
              <a:rPr lang="en-US" sz="2000" dirty="0" smtClean="0"/>
              <a:t>[‘elephants', </a:t>
            </a:r>
            <a:r>
              <a:rPr lang="en-US" sz="2000" dirty="0"/>
              <a:t>'goats', 'sheep’];</a:t>
            </a:r>
          </a:p>
          <a:p>
            <a:pPr marL="0" indent="0">
              <a:buNone/>
            </a:pPr>
            <a:r>
              <a:rPr lang="en-US" sz="2000" dirty="0" err="1"/>
              <a:t>const</a:t>
            </a:r>
            <a:r>
              <a:rPr lang="en-US" sz="2000" dirty="0"/>
              <a:t> count = </a:t>
            </a:r>
            <a:r>
              <a:rPr lang="en-US" sz="2000" dirty="0" err="1"/>
              <a:t>animals.push</a:t>
            </a:r>
            <a:r>
              <a:rPr lang="en-US" sz="2000" dirty="0"/>
              <a:t>('cows’);</a:t>
            </a:r>
          </a:p>
          <a:p>
            <a:pPr marL="0" indent="0">
              <a:buNone/>
            </a:pPr>
            <a:r>
              <a:rPr lang="en-US" sz="2000" dirty="0"/>
              <a:t>console.log(count);</a:t>
            </a:r>
          </a:p>
          <a:p>
            <a:pPr marL="0" indent="0">
              <a:buNone/>
            </a:pPr>
            <a:r>
              <a:rPr lang="en-US" sz="2000" dirty="0"/>
              <a:t>console.log(animals);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animals.push</a:t>
            </a:r>
            <a:r>
              <a:rPr lang="en-US" sz="2000" dirty="0"/>
              <a:t>('chickens', 'cats', 'dogs’);</a:t>
            </a:r>
          </a:p>
          <a:p>
            <a:pPr marL="0" indent="0">
              <a:buNone/>
            </a:pPr>
            <a:r>
              <a:rPr lang="en-US" sz="2000" dirty="0"/>
              <a:t>console.log(animals);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animals.unshift</a:t>
            </a:r>
            <a:r>
              <a:rPr lang="en-US" sz="2000" dirty="0"/>
              <a:t>(‘</a:t>
            </a:r>
            <a:r>
              <a:rPr lang="en-US" sz="2000" dirty="0" err="1"/>
              <a:t>FirstAnimal</a:t>
            </a:r>
            <a:r>
              <a:rPr lang="en-US" sz="2000" dirty="0"/>
              <a:t>’);</a:t>
            </a:r>
          </a:p>
          <a:p>
            <a:pPr marL="0" indent="0">
              <a:buNone/>
            </a:pPr>
            <a:r>
              <a:rPr lang="en-US" sz="2000" dirty="0"/>
              <a:t>console.log(animals);</a:t>
            </a:r>
          </a:p>
        </p:txBody>
      </p:sp>
    </p:spTree>
    <p:extLst>
      <p:ext uri="{BB962C8B-B14F-4D97-AF65-F5344CB8AC3E}">
        <p14:creationId xmlns:p14="http://schemas.microsoft.com/office/powerpoint/2010/main" val="250122802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8">
            <a:extLst>
              <a:ext uri="{FF2B5EF4-FFF2-40B4-BE49-F238E27FC236}">
                <a16:creationId xmlns:a16="http://schemas.microsoft.com/office/drawing/2014/main" id="{63336871-0118-4F6E-8DBD-20AEFC62A9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6306" y="1"/>
            <a:ext cx="445569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10BD5-23F0-4316-B2E7-9CFEE09A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1392" y="1074392"/>
            <a:ext cx="2443433" cy="437796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flat() function</a:t>
            </a:r>
          </a:p>
        </p:txBody>
      </p:sp>
      <p:sp useBgFill="1">
        <p:nvSpPr>
          <p:cNvPr id="21" name="Freeform: Shape 10">
            <a:extLst>
              <a:ext uri="{FF2B5EF4-FFF2-40B4-BE49-F238E27FC236}">
                <a16:creationId xmlns:a16="http://schemas.microsoft.com/office/drawing/2014/main" id="{F03CC8D0-33AF-417F-8454-1FDB6C22DD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9032100" cy="6858000"/>
          </a:xfrm>
          <a:custGeom>
            <a:avLst/>
            <a:gdLst>
              <a:gd name="connsiteX0" fmla="*/ 7891921 w 9032100"/>
              <a:gd name="connsiteY0" fmla="*/ 1602751 h 6858000"/>
              <a:gd name="connsiteX1" fmla="*/ 9032100 w 9032100"/>
              <a:gd name="connsiteY1" fmla="*/ 0 h 6858000"/>
              <a:gd name="connsiteX2" fmla="*/ 7880182 w 9032100"/>
              <a:gd name="connsiteY2" fmla="*/ 0 h 6858000"/>
              <a:gd name="connsiteX3" fmla="*/ 7880182 w 9032100"/>
              <a:gd name="connsiteY3" fmla="*/ 1528762 h 6858000"/>
              <a:gd name="connsiteX4" fmla="*/ 7880182 w 9032100"/>
              <a:gd name="connsiteY4" fmla="*/ 6858000 h 6858000"/>
              <a:gd name="connsiteX5" fmla="*/ 8725712 w 9032100"/>
              <a:gd name="connsiteY5" fmla="*/ 6858000 h 6858000"/>
              <a:gd name="connsiteX6" fmla="*/ 7891921 w 9032100"/>
              <a:gd name="connsiteY6" fmla="*/ 1602751 h 6858000"/>
              <a:gd name="connsiteX7" fmla="*/ 7880182 w 9032100"/>
              <a:gd name="connsiteY7" fmla="*/ 1619252 h 6858000"/>
              <a:gd name="connsiteX8" fmla="*/ 0 w 9032100"/>
              <a:gd name="connsiteY8" fmla="*/ 6858000 h 6858000"/>
              <a:gd name="connsiteX9" fmla="*/ 7880181 w 9032100"/>
              <a:gd name="connsiteY9" fmla="*/ 6858000 h 6858000"/>
              <a:gd name="connsiteX10" fmla="*/ 7880181 w 9032100"/>
              <a:gd name="connsiteY10" fmla="*/ 0 h 6858000"/>
              <a:gd name="connsiteX11" fmla="*/ 0 w 9032100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32100" h="6858000">
                <a:moveTo>
                  <a:pt x="7891921" y="1602751"/>
                </a:moveTo>
                <a:lnTo>
                  <a:pt x="9032100" y="0"/>
                </a:lnTo>
                <a:lnTo>
                  <a:pt x="7880182" y="0"/>
                </a:lnTo>
                <a:lnTo>
                  <a:pt x="7880182" y="1528762"/>
                </a:lnTo>
                <a:close/>
                <a:moveTo>
                  <a:pt x="7880182" y="6858000"/>
                </a:moveTo>
                <a:lnTo>
                  <a:pt x="8725712" y="6858000"/>
                </a:lnTo>
                <a:lnTo>
                  <a:pt x="7891921" y="1602751"/>
                </a:lnTo>
                <a:lnTo>
                  <a:pt x="7880182" y="1619252"/>
                </a:lnTo>
                <a:close/>
                <a:moveTo>
                  <a:pt x="0" y="6858000"/>
                </a:moveTo>
                <a:lnTo>
                  <a:pt x="7880181" y="6858000"/>
                </a:lnTo>
                <a:lnTo>
                  <a:pt x="7880181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B5A08A69-9EE1-4A9E-96B6-D769D87C2F9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42667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E4F433A-15D2-423F-8739-13AEA4E47C3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4021F900-DEF3-4537-92E5-C37ECB7AE9D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53620E7-B03C-48E2-8561-FCA918F8D0D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108701B4-8FEE-43D1-9954-9C064D75C4A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99E0FE54-1668-4AD5-9242-892A6323B9D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5498FE5-B57D-4FD9-81E0-4E1CB65C0E1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22" name="Content Placeholder 2">
            <a:extLst>
              <a:ext uri="{FF2B5EF4-FFF2-40B4-BE49-F238E27FC236}">
                <a16:creationId xmlns:a16="http://schemas.microsoft.com/office/drawing/2014/main" id="{E0CAABE4-EC87-7EE2-54ED-46CF541C1AF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07352755"/>
              </p:ext>
            </p:extLst>
          </p:nvPr>
        </p:nvGraphicFramePr>
        <p:xfrm>
          <a:off x="643467" y="643468"/>
          <a:ext cx="6749521" cy="5239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8976873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ectangle 8">
            <a:extLst>
              <a:ext uri="{FF2B5EF4-FFF2-40B4-BE49-F238E27FC236}">
                <a16:creationId xmlns:a16="http://schemas.microsoft.com/office/drawing/2014/main" id="{63336871-0118-4F6E-8DBD-20AEFC62A9AD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736306" y="1"/>
            <a:ext cx="445569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658B48-6412-45B3-B077-275FE9B454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1392" y="1074392"/>
            <a:ext cx="2443433" cy="4377961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Example (1)</a:t>
            </a:r>
          </a:p>
        </p:txBody>
      </p:sp>
      <p:sp useBgFill="1">
        <p:nvSpPr>
          <p:cNvPr id="37" name="Freeform: Shape 10">
            <a:extLst>
              <a:ext uri="{FF2B5EF4-FFF2-40B4-BE49-F238E27FC236}">
                <a16:creationId xmlns:a16="http://schemas.microsoft.com/office/drawing/2014/main" id="{F03CC8D0-33AF-417F-8454-1FDB6C22DD25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0" y="0"/>
            <a:ext cx="9032100" cy="6858000"/>
          </a:xfrm>
          <a:custGeom>
            <a:avLst/>
            <a:gdLst>
              <a:gd name="connsiteX0" fmla="*/ 7891921 w 9032100"/>
              <a:gd name="connsiteY0" fmla="*/ 1602751 h 6858000"/>
              <a:gd name="connsiteX1" fmla="*/ 9032100 w 9032100"/>
              <a:gd name="connsiteY1" fmla="*/ 0 h 6858000"/>
              <a:gd name="connsiteX2" fmla="*/ 7880182 w 9032100"/>
              <a:gd name="connsiteY2" fmla="*/ 0 h 6858000"/>
              <a:gd name="connsiteX3" fmla="*/ 7880182 w 9032100"/>
              <a:gd name="connsiteY3" fmla="*/ 1528762 h 6858000"/>
              <a:gd name="connsiteX4" fmla="*/ 7880182 w 9032100"/>
              <a:gd name="connsiteY4" fmla="*/ 6858000 h 6858000"/>
              <a:gd name="connsiteX5" fmla="*/ 8725712 w 9032100"/>
              <a:gd name="connsiteY5" fmla="*/ 6858000 h 6858000"/>
              <a:gd name="connsiteX6" fmla="*/ 7891921 w 9032100"/>
              <a:gd name="connsiteY6" fmla="*/ 1602751 h 6858000"/>
              <a:gd name="connsiteX7" fmla="*/ 7880182 w 9032100"/>
              <a:gd name="connsiteY7" fmla="*/ 1619252 h 6858000"/>
              <a:gd name="connsiteX8" fmla="*/ 0 w 9032100"/>
              <a:gd name="connsiteY8" fmla="*/ 6858000 h 6858000"/>
              <a:gd name="connsiteX9" fmla="*/ 7880181 w 9032100"/>
              <a:gd name="connsiteY9" fmla="*/ 6858000 h 6858000"/>
              <a:gd name="connsiteX10" fmla="*/ 7880181 w 9032100"/>
              <a:gd name="connsiteY10" fmla="*/ 0 h 6858000"/>
              <a:gd name="connsiteX11" fmla="*/ 0 w 9032100"/>
              <a:gd name="connsiteY11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032100" h="6858000">
                <a:moveTo>
                  <a:pt x="7891921" y="1602751"/>
                </a:moveTo>
                <a:lnTo>
                  <a:pt x="9032100" y="0"/>
                </a:lnTo>
                <a:lnTo>
                  <a:pt x="7880182" y="0"/>
                </a:lnTo>
                <a:lnTo>
                  <a:pt x="7880182" y="1528762"/>
                </a:lnTo>
                <a:close/>
                <a:moveTo>
                  <a:pt x="7880182" y="6858000"/>
                </a:moveTo>
                <a:lnTo>
                  <a:pt x="8725712" y="6858000"/>
                </a:lnTo>
                <a:lnTo>
                  <a:pt x="7891921" y="1602751"/>
                </a:lnTo>
                <a:lnTo>
                  <a:pt x="7880182" y="1619252"/>
                </a:lnTo>
                <a:close/>
                <a:moveTo>
                  <a:pt x="0" y="6858000"/>
                </a:moveTo>
                <a:lnTo>
                  <a:pt x="7880181" y="6858000"/>
                </a:lnTo>
                <a:lnTo>
                  <a:pt x="7880181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grpSp>
        <p:nvGrpSpPr>
          <p:cNvPr id="38" name="Group 12">
            <a:extLst>
              <a:ext uri="{FF2B5EF4-FFF2-40B4-BE49-F238E27FC236}">
                <a16:creationId xmlns:a16="http://schemas.microsoft.com/office/drawing/2014/main" id="{B5A08A69-9EE1-4A9E-96B6-D769D87C2F9E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942667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4E4F433A-15D2-423F-8739-13AEA4E47C3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4021F900-DEF3-4537-92E5-C37ECB7AE9D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653620E7-B03C-48E2-8561-FCA918F8D0DF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108701B4-8FEE-43D1-9954-9C064D75C4A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8" name="Freeform 10">
              <a:extLst>
                <a:ext uri="{FF2B5EF4-FFF2-40B4-BE49-F238E27FC236}">
                  <a16:creationId xmlns:a16="http://schemas.microsoft.com/office/drawing/2014/main" id="{99E0FE54-1668-4AD5-9242-892A6323B9D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75498FE5-B57D-4FD9-81E0-4E1CB65C0E1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39" name="Content Placeholder 2">
            <a:extLst>
              <a:ext uri="{FF2B5EF4-FFF2-40B4-BE49-F238E27FC236}">
                <a16:creationId xmlns:a16="http://schemas.microsoft.com/office/drawing/2014/main" id="{636DE6F5-E6A9-9775-59C1-B34E57B654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22343112"/>
              </p:ext>
            </p:extLst>
          </p:nvPr>
        </p:nvGraphicFramePr>
        <p:xfrm>
          <a:off x="643467" y="643468"/>
          <a:ext cx="6749521" cy="523980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95800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659138C-74A1-445B-848C-3608AE871A9F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7DFD7409-66D7-4C9C-B528-E79EB64A4D3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087455" y="0"/>
            <a:ext cx="5014912" cy="6862763"/>
            <a:chOff x="2928938" y="-4763"/>
            <a:chExt cx="5014912" cy="6862763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87990EF0-5F6F-4FE3-AA65-8968AF2DF8A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D78F7598-94C7-46E9-8B2A-CB44A0F2526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rgbClr val="595959"/>
            </a:solidFill>
            <a:ln>
              <a:noFill/>
            </a:ln>
          </p:spPr>
        </p:sp>
        <p:sp>
          <p:nvSpPr>
            <p:cNvPr id="13" name="Freeform 12">
              <a:extLst>
                <a:ext uri="{FF2B5EF4-FFF2-40B4-BE49-F238E27FC236}">
                  <a16:creationId xmlns:a16="http://schemas.microsoft.com/office/drawing/2014/main" id="{99D2CBB1-072D-4875-B7D7-CADB0ABF30E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262626"/>
            </a:solidFill>
            <a:ln>
              <a:noFill/>
            </a:ln>
          </p:spPr>
        </p:sp>
        <p:sp>
          <p:nvSpPr>
            <p:cNvPr id="14" name="Freeform 13">
              <a:extLst>
                <a:ext uri="{FF2B5EF4-FFF2-40B4-BE49-F238E27FC236}">
                  <a16:creationId xmlns:a16="http://schemas.microsoft.com/office/drawing/2014/main" id="{58F600B4-EE22-4BA5-A764-9D80C335C3A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1E8DAD02-2B30-48A9-ACE0-2E919309187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6" name="Freeform 15">
              <a:extLst>
                <a:ext uri="{FF2B5EF4-FFF2-40B4-BE49-F238E27FC236}">
                  <a16:creationId xmlns:a16="http://schemas.microsoft.com/office/drawing/2014/main" id="{F8F76B12-142C-41AF-B239-F414ABCFA26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rgbClr val="404040"/>
            </a:solidFill>
            <a:ln>
              <a:noFill/>
            </a:ln>
          </p:spPr>
        </p:sp>
      </p:grp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25F4217-4021-45A0-812B-398F9A7A93F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8929" y="667808"/>
            <a:ext cx="10894142" cy="5580592"/>
          </a:xfrm>
          <a:prstGeom prst="rect">
            <a:avLst/>
          </a:prstGeom>
          <a:ln w="3175" cap="sq">
            <a:solidFill>
              <a:schemeClr val="bg1">
                <a:lumMod val="65000"/>
              </a:schemeClr>
            </a:solidFill>
            <a:miter lim="800000"/>
          </a:ln>
          <a:effectLst>
            <a:outerShdw blurRad="635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07C535-8325-42D6-8E8C-7EA32A711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89702" y="1261872"/>
            <a:ext cx="3145536" cy="4334256"/>
          </a:xfrm>
        </p:spPr>
        <p:txBody>
          <a:bodyPr>
            <a:normAutofit/>
          </a:bodyPr>
          <a:lstStyle/>
          <a:p>
            <a:pPr algn="r"/>
            <a:r>
              <a:rPr lang="en-US" sz="3600"/>
              <a:t>Example (2)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486F4EBC-E415-40E4-A8BA-BA66F0B632CB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5" y="1920240"/>
            <a:ext cx="0" cy="3017520"/>
          </a:xfrm>
          <a:prstGeom prst="line">
            <a:avLst/>
          </a:prstGeom>
          <a:ln w="158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361BC8-985C-4A86-895D-E3978BFA0A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7932" y="1261873"/>
            <a:ext cx="5951013" cy="444942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const</a:t>
            </a:r>
            <a:r>
              <a:rPr lang="en-US" sz="2000" dirty="0"/>
              <a:t> numbers = [1, 2, [3, 4, 5, [6, 7]]];</a:t>
            </a:r>
          </a:p>
          <a:p>
            <a:pPr marL="0" indent="0">
              <a:buNone/>
            </a:pPr>
            <a:r>
              <a:rPr lang="en-US" sz="2000" dirty="0" err="1"/>
              <a:t>const</a:t>
            </a:r>
            <a:r>
              <a:rPr lang="en-US" sz="2000" dirty="0"/>
              <a:t> </a:t>
            </a:r>
            <a:r>
              <a:rPr lang="en-US" sz="2000" dirty="0" err="1"/>
              <a:t>flatNumbers</a:t>
            </a:r>
            <a:r>
              <a:rPr lang="en-US" sz="2000" dirty="0"/>
              <a:t> = </a:t>
            </a:r>
            <a:r>
              <a:rPr lang="en-US" sz="2000" dirty="0" err="1"/>
              <a:t>numbers.flat</a:t>
            </a:r>
            <a:r>
              <a:rPr lang="en-US" sz="2000" dirty="0"/>
              <a:t>(2);</a:t>
            </a:r>
          </a:p>
          <a:p>
            <a:pPr marL="0" indent="0">
              <a:buNone/>
            </a:pPr>
            <a:r>
              <a:rPr lang="en-US" sz="2000" dirty="0"/>
              <a:t>console.log(</a:t>
            </a:r>
            <a:r>
              <a:rPr lang="en-US" sz="2000" dirty="0" err="1"/>
              <a:t>flatNumbers</a:t>
            </a:r>
            <a:r>
              <a:rPr lang="en-US" sz="2000" dirty="0"/>
              <a:t>);</a:t>
            </a:r>
          </a:p>
          <a:p>
            <a:pPr marL="0" indent="0">
              <a:buNone/>
            </a:pPr>
            <a:endParaRPr lang="en-US" sz="2000" dirty="0"/>
          </a:p>
          <a:p>
            <a:pPr marL="0" indent="0">
              <a:buNone/>
            </a:pPr>
            <a:r>
              <a:rPr lang="en-US" sz="2000" dirty="0" err="1"/>
              <a:t>const</a:t>
            </a:r>
            <a:r>
              <a:rPr lang="en-US" sz="2000" dirty="0"/>
              <a:t> numbers1 = [1, 2, [3, 4, 5, [6, 7, [8, 9]]]];</a:t>
            </a:r>
          </a:p>
          <a:p>
            <a:pPr marL="0" indent="0">
              <a:buNone/>
            </a:pPr>
            <a:r>
              <a:rPr lang="en-US" sz="2000" dirty="0" err="1"/>
              <a:t>const</a:t>
            </a:r>
            <a:r>
              <a:rPr lang="en-US" sz="2000" dirty="0"/>
              <a:t> flatNumbers1 = numbers1.flat(Infinity);</a:t>
            </a:r>
          </a:p>
          <a:p>
            <a:pPr marL="0" indent="0">
              <a:buNone/>
            </a:pPr>
            <a:r>
              <a:rPr lang="en-US" sz="2000" dirty="0"/>
              <a:t>console.log(flatNumbers1);</a:t>
            </a:r>
          </a:p>
        </p:txBody>
      </p:sp>
    </p:spTree>
    <p:extLst>
      <p:ext uri="{BB962C8B-B14F-4D97-AF65-F5344CB8AC3E}">
        <p14:creationId xmlns:p14="http://schemas.microsoft.com/office/powerpoint/2010/main" val="32022254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lumMod val="110000"/>
              </a:schemeClr>
            </a:gs>
            <a:gs pos="100000">
              <a:schemeClr val="bg2">
                <a:shade val="64000"/>
                <a:lumMod val="9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8">
            <a:extLst>
              <a:ext uri="{FF2B5EF4-FFF2-40B4-BE49-F238E27FC236}">
                <a16:creationId xmlns:a16="http://schemas.microsoft.com/office/drawing/2014/main" id="{94C52C56-BEF2-4E22-8C8E-A7AC96B03A72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Freeform: Shape 10">
            <a:extLst>
              <a:ext uri="{FF2B5EF4-FFF2-40B4-BE49-F238E27FC236}">
                <a16:creationId xmlns:a16="http://schemas.microsoft.com/office/drawing/2014/main" id="{42285737-90EE-47DC-AC80-8AE156B1196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B10BD5-23F0-4316-B2E7-9CFEE09A58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5021" y="685800"/>
            <a:ext cx="2639962" cy="5105400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sort() function</a:t>
            </a:r>
          </a:p>
        </p:txBody>
      </p:sp>
      <p:grpSp>
        <p:nvGrpSpPr>
          <p:cNvPr id="26" name="Group 12">
            <a:extLst>
              <a:ext uri="{FF2B5EF4-FFF2-40B4-BE49-F238E27FC236}">
                <a16:creationId xmlns:a16="http://schemas.microsoft.com/office/drawing/2014/main" id="{B57BDC17-F1B3-455F-BBF1-680AA1F25C0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64E2FA9A-FEF7-4501-B0EB-5E45EDD2177A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5" name="Freeform 7">
              <a:extLst>
                <a:ext uri="{FF2B5EF4-FFF2-40B4-BE49-F238E27FC236}">
                  <a16:creationId xmlns:a16="http://schemas.microsoft.com/office/drawing/2014/main" id="{BC38192B-B4CB-47D4-A3B1-10010247F158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6" name="Freeform 8">
              <a:extLst>
                <a:ext uri="{FF2B5EF4-FFF2-40B4-BE49-F238E27FC236}">
                  <a16:creationId xmlns:a16="http://schemas.microsoft.com/office/drawing/2014/main" id="{96330E33-E171-4B0F-82B5-AF7230399B5C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332B1723-69BF-42D7-B757-0FA059E15256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7" name="Freeform 10">
              <a:extLst>
                <a:ext uri="{FF2B5EF4-FFF2-40B4-BE49-F238E27FC236}">
                  <a16:creationId xmlns:a16="http://schemas.microsoft.com/office/drawing/2014/main" id="{F115D62D-1E96-48D1-A78D-D370A0BFB9B5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9" name="Freeform 11">
              <a:extLst>
                <a:ext uri="{FF2B5EF4-FFF2-40B4-BE49-F238E27FC236}">
                  <a16:creationId xmlns:a16="http://schemas.microsoft.com/office/drawing/2014/main" id="{91C2876A-169D-4822-A766-C00578C88B4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graphicFrame>
        <p:nvGraphicFramePr>
          <p:cNvPr id="28" name="Content Placeholder 2">
            <a:extLst>
              <a:ext uri="{FF2B5EF4-FFF2-40B4-BE49-F238E27FC236}">
                <a16:creationId xmlns:a16="http://schemas.microsoft.com/office/drawing/2014/main" id="{EB4DBFF3-35C1-6681-E49E-9B8EB796D85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599617"/>
              </p:ext>
            </p:extLst>
          </p:nvPr>
        </p:nvGraphicFramePr>
        <p:xfrm>
          <a:off x="5010150" y="685800"/>
          <a:ext cx="6492875" cy="5105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780394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76000"/>
                <a:satMod val="180000"/>
              </a:schemeClr>
              <a:schemeClr val="bg2">
                <a:tint val="80000"/>
                <a:satMod val="120000"/>
                <a:lumMod val="18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C8643778-7F6C-4E8D-84D1-D5CDB9928191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1D22F88D-6907-48AF-B024-346E855E0D9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-1" y="-1"/>
            <a:ext cx="4403709" cy="6858001"/>
          </a:xfrm>
          <a:custGeom>
            <a:avLst/>
            <a:gdLst>
              <a:gd name="connsiteX0" fmla="*/ 3223890 w 4403709"/>
              <a:gd name="connsiteY0" fmla="*/ 6858001 h 6858001"/>
              <a:gd name="connsiteX1" fmla="*/ 4101908 w 4403709"/>
              <a:gd name="connsiteY1" fmla="*/ 6858001 h 6858001"/>
              <a:gd name="connsiteX2" fmla="*/ 3254950 w 4403709"/>
              <a:gd name="connsiteY2" fmla="*/ 1599356 h 6858001"/>
              <a:gd name="connsiteX3" fmla="*/ 3254950 w 4403709"/>
              <a:gd name="connsiteY3" fmla="*/ 1594062 h 6858001"/>
              <a:gd name="connsiteX4" fmla="*/ 4403709 w 4403709"/>
              <a:gd name="connsiteY4" fmla="*/ 0 h 6858001"/>
              <a:gd name="connsiteX5" fmla="*/ 3254950 w 4403709"/>
              <a:gd name="connsiteY5" fmla="*/ 0 h 6858001"/>
              <a:gd name="connsiteX6" fmla="*/ 2903520 w 4403709"/>
              <a:gd name="connsiteY6" fmla="*/ 0 h 6858001"/>
              <a:gd name="connsiteX7" fmla="*/ 0 w 4403709"/>
              <a:gd name="connsiteY7" fmla="*/ 0 h 6858001"/>
              <a:gd name="connsiteX8" fmla="*/ 0 w 4403709"/>
              <a:gd name="connsiteY8" fmla="*/ 6858000 h 6858001"/>
              <a:gd name="connsiteX9" fmla="*/ 3223890 w 4403709"/>
              <a:gd name="connsiteY9" fmla="*/ 6858000 h 6858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4403709" h="6858001">
                <a:moveTo>
                  <a:pt x="3223890" y="6858001"/>
                </a:moveTo>
                <a:lnTo>
                  <a:pt x="4101908" y="6858001"/>
                </a:lnTo>
                <a:lnTo>
                  <a:pt x="3254950" y="1599356"/>
                </a:lnTo>
                <a:lnTo>
                  <a:pt x="3254950" y="1594062"/>
                </a:lnTo>
                <a:lnTo>
                  <a:pt x="4403709" y="0"/>
                </a:lnTo>
                <a:lnTo>
                  <a:pt x="3254950" y="0"/>
                </a:lnTo>
                <a:lnTo>
                  <a:pt x="2903520" y="0"/>
                </a:lnTo>
                <a:lnTo>
                  <a:pt x="0" y="0"/>
                </a:lnTo>
                <a:lnTo>
                  <a:pt x="0" y="6858000"/>
                </a:lnTo>
                <a:lnTo>
                  <a:pt x="3223890" y="6858000"/>
                </a:lnTo>
                <a:close/>
              </a:path>
            </a:pathLst>
          </a:custGeom>
          <a:gradFill flip="none" rotWithShape="1">
            <a:gsLst>
              <a:gs pos="0">
                <a:schemeClr val="accent1">
                  <a:lumMod val="89000"/>
                </a:schemeClr>
              </a:gs>
              <a:gs pos="23000">
                <a:schemeClr val="accent1">
                  <a:lumMod val="89000"/>
                </a:schemeClr>
              </a:gs>
              <a:gs pos="69000">
                <a:schemeClr val="accent1">
                  <a:lumMod val="75000"/>
                </a:schemeClr>
              </a:gs>
              <a:gs pos="97000">
                <a:schemeClr val="accent1">
                  <a:lumMod val="7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002">
            <a:schemeClr val="dk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67C854-6644-4599-AF30-C136A64A2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6112" y="685801"/>
            <a:ext cx="2743200" cy="5105400"/>
          </a:xfrm>
        </p:spPr>
        <p:txBody>
          <a:bodyPr>
            <a:normAutofit/>
          </a:bodyPr>
          <a:lstStyle/>
          <a:p>
            <a:pPr algn="l"/>
            <a:r>
              <a:rPr lang="en-US" sz="3200" dirty="0">
                <a:solidFill>
                  <a:srgbClr val="FFFFFF"/>
                </a:solidFill>
              </a:rPr>
              <a:t>Example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3842748-48B5-4DD0-A06A-A31C74024A99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315292" y="0"/>
            <a:ext cx="2436813" cy="6858001"/>
            <a:chOff x="1320800" y="0"/>
            <a:chExt cx="2436813" cy="6858001"/>
          </a:xfrm>
        </p:grpSpPr>
        <p:sp>
          <p:nvSpPr>
            <p:cNvPr id="13" name="Freeform 6">
              <a:extLst>
                <a:ext uri="{FF2B5EF4-FFF2-40B4-BE49-F238E27FC236}">
                  <a16:creationId xmlns:a16="http://schemas.microsoft.com/office/drawing/2014/main" id="{548E99BE-1071-4690-9B9C-07926CEE5557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14" name="Freeform 7">
              <a:extLst>
                <a:ext uri="{FF2B5EF4-FFF2-40B4-BE49-F238E27FC236}">
                  <a16:creationId xmlns:a16="http://schemas.microsoft.com/office/drawing/2014/main" id="{9301F039-B467-413A-B25C-770E51069D42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5" name="Freeform 8">
              <a:extLst>
                <a:ext uri="{FF2B5EF4-FFF2-40B4-BE49-F238E27FC236}">
                  <a16:creationId xmlns:a16="http://schemas.microsoft.com/office/drawing/2014/main" id="{9F06AEC1-5558-49E8-8CAC-FEBD00DF0031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6" name="Freeform 9">
              <a:extLst>
                <a:ext uri="{FF2B5EF4-FFF2-40B4-BE49-F238E27FC236}">
                  <a16:creationId xmlns:a16="http://schemas.microsoft.com/office/drawing/2014/main" id="{D10B76B9-BA68-471E-B58C-ED91198A9FA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7" name="Freeform 10">
              <a:extLst>
                <a:ext uri="{FF2B5EF4-FFF2-40B4-BE49-F238E27FC236}">
                  <a16:creationId xmlns:a16="http://schemas.microsoft.com/office/drawing/2014/main" id="{FEB3913B-54A3-490E-BA4B-5D0330990FCB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8" name="Freeform 11">
              <a:extLst>
                <a:ext uri="{FF2B5EF4-FFF2-40B4-BE49-F238E27FC236}">
                  <a16:creationId xmlns:a16="http://schemas.microsoft.com/office/drawing/2014/main" id="{F75DC961-08A4-46F8-8A80-2E1FB977E1F4}"/>
                </a:ext>
                <a:ext uri="{C183D7F6-B498-43B3-948B-1728B52AA6E4}">
                  <adec:decorative xmlns=""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BC878A-F386-4E0C-B160-535D9D3124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17106" y="685801"/>
            <a:ext cx="6385918" cy="51054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000" dirty="0" err="1"/>
              <a:t>const</a:t>
            </a:r>
            <a:r>
              <a:rPr lang="en-US" sz="2000" dirty="0"/>
              <a:t> fruits = ["Banana", "Orange", "Apple", "Mango"];</a:t>
            </a:r>
          </a:p>
          <a:p>
            <a:pPr marL="0" indent="0">
              <a:buNone/>
            </a:pPr>
            <a:r>
              <a:rPr lang="en-US" sz="2000" dirty="0"/>
              <a:t>console.log(</a:t>
            </a:r>
            <a:r>
              <a:rPr lang="en-US" sz="2000" dirty="0" err="1"/>
              <a:t>fruits.sort</a:t>
            </a:r>
            <a:r>
              <a:rPr lang="en-US" sz="2000" dirty="0"/>
              <a:t>()); </a:t>
            </a:r>
          </a:p>
          <a:p>
            <a:pPr marL="0" indent="0">
              <a:buNone/>
            </a:pPr>
            <a:r>
              <a:rPr lang="en-US" sz="2000" dirty="0"/>
              <a:t>console.log(</a:t>
            </a:r>
            <a:r>
              <a:rPr lang="en-US" sz="2000" dirty="0" err="1"/>
              <a:t>fruits.reverse</a:t>
            </a:r>
            <a:r>
              <a:rPr lang="en-US" sz="2000" dirty="0"/>
              <a:t>());</a:t>
            </a:r>
          </a:p>
        </p:txBody>
      </p:sp>
    </p:spTree>
    <p:extLst>
      <p:ext uri="{BB962C8B-B14F-4D97-AF65-F5344CB8AC3E}">
        <p14:creationId xmlns:p14="http://schemas.microsoft.com/office/powerpoint/2010/main" val="40843832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2522</TotalTime>
  <Words>1369</Words>
  <Application>Microsoft Office PowerPoint</Application>
  <PresentationFormat>Widescreen</PresentationFormat>
  <Paragraphs>199</Paragraphs>
  <Slides>30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8" baseType="lpstr">
      <vt:lpstr>Arial</vt:lpstr>
      <vt:lpstr>Calibri</vt:lpstr>
      <vt:lpstr>Century Gothic</vt:lpstr>
      <vt:lpstr>Consolas</vt:lpstr>
      <vt:lpstr>Corbel</vt:lpstr>
      <vt:lpstr>Corbel (Body)</vt:lpstr>
      <vt:lpstr>Segoe UI</vt:lpstr>
      <vt:lpstr>Parallax</vt:lpstr>
      <vt:lpstr>JavaScript Arrays</vt:lpstr>
      <vt:lpstr>JS Arrays</vt:lpstr>
      <vt:lpstr>concat() function</vt:lpstr>
      <vt:lpstr>Example</vt:lpstr>
      <vt:lpstr>copyWithin() function</vt:lpstr>
      <vt:lpstr>Example</vt:lpstr>
      <vt:lpstr>entries() function</vt:lpstr>
      <vt:lpstr>Example</vt:lpstr>
      <vt:lpstr>fill() function</vt:lpstr>
      <vt:lpstr>Example</vt:lpstr>
      <vt:lpstr>filter() function</vt:lpstr>
      <vt:lpstr>Example</vt:lpstr>
      <vt:lpstr>find() function </vt:lpstr>
      <vt:lpstr>Example</vt:lpstr>
      <vt:lpstr>map() function</vt:lpstr>
      <vt:lpstr>Example</vt:lpstr>
      <vt:lpstr>forEach() function</vt:lpstr>
      <vt:lpstr>Example</vt:lpstr>
      <vt:lpstr>Map vs forEach</vt:lpstr>
      <vt:lpstr>slice() function</vt:lpstr>
      <vt:lpstr>Example</vt:lpstr>
      <vt:lpstr>pop() function</vt:lpstr>
      <vt:lpstr>Example</vt:lpstr>
      <vt:lpstr>push() function</vt:lpstr>
      <vt:lpstr>Example</vt:lpstr>
      <vt:lpstr>flat() function</vt:lpstr>
      <vt:lpstr>Example (1)</vt:lpstr>
      <vt:lpstr>Example (2)</vt:lpstr>
      <vt:lpstr>sort() function</vt:lpstr>
      <vt:lpstr>Example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Development</dc:title>
  <dc:creator>Zaheer ul Hussain Sani</dc:creator>
  <cp:lastModifiedBy>Aqib Rehman</cp:lastModifiedBy>
  <cp:revision>174</cp:revision>
  <dcterms:created xsi:type="dcterms:W3CDTF">2019-09-18T08:02:07Z</dcterms:created>
  <dcterms:modified xsi:type="dcterms:W3CDTF">2025-02-17T12:01:39Z</dcterms:modified>
</cp:coreProperties>
</file>