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92" r:id="rId1"/>
    <p:sldMasterId id="2147483709" r:id="rId2"/>
  </p:sldMasterIdLst>
  <p:notesMasterIdLst>
    <p:notesMasterId r:id="rId14"/>
  </p:notesMasterIdLst>
  <p:sldIdLst>
    <p:sldId id="261" r:id="rId3"/>
    <p:sldId id="291" r:id="rId4"/>
    <p:sldId id="293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7E9CE-AE25-4394-9078-1B7E83859237}" v="1" dt="2023-02-13T07:46:52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Muhammad" userId="6b0af2cb-2f76-400b-94d9-178b55ef4f85" providerId="ADAL" clId="{5337E9CE-AE25-4394-9078-1B7E83859237}"/>
    <pc:docChg chg="custSel delSld modSld modMainMaster">
      <pc:chgData name="Asif Muhammad" userId="6b0af2cb-2f76-400b-94d9-178b55ef4f85" providerId="ADAL" clId="{5337E9CE-AE25-4394-9078-1B7E83859237}" dt="2023-03-09T07:31:13.065" v="65" actId="20577"/>
      <pc:docMkLst>
        <pc:docMk/>
      </pc:docMkLst>
      <pc:sldChg chg="addSp delSp modSp mod">
        <pc:chgData name="Asif Muhammad" userId="6b0af2cb-2f76-400b-94d9-178b55ef4f85" providerId="ADAL" clId="{5337E9CE-AE25-4394-9078-1B7E83859237}" dt="2023-03-09T07:31:13.065" v="65" actId="20577"/>
        <pc:sldMkLst>
          <pc:docMk/>
          <pc:sldMk cId="0" sldId="256"/>
        </pc:sldMkLst>
        <pc:spChg chg="add mod">
          <ac:chgData name="Asif Muhammad" userId="6b0af2cb-2f76-400b-94d9-178b55ef4f85" providerId="ADAL" clId="{5337E9CE-AE25-4394-9078-1B7E83859237}" dt="2023-03-09T07:31:13.065" v="65" actId="20577"/>
          <ac:spMkLst>
            <pc:docMk/>
            <pc:sldMk cId="0" sldId="256"/>
            <ac:spMk id="3" creationId="{EC330D7A-739A-CDB2-5916-CD721AB182FC}"/>
          </ac:spMkLst>
        </pc:spChg>
        <pc:spChg chg="mod">
          <ac:chgData name="Asif Muhammad" userId="6b0af2cb-2f76-400b-94d9-178b55ef4f85" providerId="ADAL" clId="{5337E9CE-AE25-4394-9078-1B7E83859237}" dt="2023-02-13T07:47:21.356" v="30" actId="313"/>
          <ac:spMkLst>
            <pc:docMk/>
            <pc:sldMk cId="0" sldId="256"/>
            <ac:spMk id="149" creationId="{00000000-0000-0000-0000-000000000000}"/>
          </ac:spMkLst>
        </pc:spChg>
        <pc:spChg chg="del mod">
          <ac:chgData name="Asif Muhammad" userId="6b0af2cb-2f76-400b-94d9-178b55ef4f85" providerId="ADAL" clId="{5337E9CE-AE25-4394-9078-1B7E83859237}" dt="2023-02-13T07:47:17.838" v="29" actId="478"/>
          <ac:spMkLst>
            <pc:docMk/>
            <pc:sldMk cId="0" sldId="256"/>
            <ac:spMk id="150" creationId="{00000000-0000-0000-0000-000000000000}"/>
          </ac:spMkLst>
        </pc:spChg>
      </pc:sldChg>
      <pc:sldChg chg="modSp del">
        <pc:chgData name="Asif Muhammad" userId="6b0af2cb-2f76-400b-94d9-178b55ef4f85" providerId="ADAL" clId="{5337E9CE-AE25-4394-9078-1B7E83859237}" dt="2023-02-13T07:47:24.062" v="31" actId="47"/>
        <pc:sldMkLst>
          <pc:docMk/>
          <pc:sldMk cId="0" sldId="257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57"/>
            <ac:spMk id="155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57"/>
            <ac:spMk id="156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57"/>
            <ac:spMk id="157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58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58"/>
            <ac:spMk id="162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58"/>
            <ac:spMk id="163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58"/>
            <ac:spMk id="164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58"/>
            <ac:spMk id="165" creationId="{00000000-0000-0000-0000-000000000000}"/>
          </ac:spMkLst>
        </pc:spChg>
      </pc:sldChg>
      <pc:sldChg chg="modSp del">
        <pc:chgData name="Asif Muhammad" userId="6b0af2cb-2f76-400b-94d9-178b55ef4f85" providerId="ADAL" clId="{5337E9CE-AE25-4394-9078-1B7E83859237}" dt="2023-02-13T07:47:27.944" v="32" actId="47"/>
        <pc:sldMkLst>
          <pc:docMk/>
          <pc:sldMk cId="0" sldId="259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59"/>
            <ac:spMk id="170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59"/>
            <ac:spMk id="171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59"/>
            <ac:spMk id="172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60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0"/>
            <ac:spMk id="177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0"/>
            <ac:spMk id="178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0"/>
            <ac:spMk id="179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61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1"/>
            <ac:spMk id="188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1"/>
            <ac:spMk id="189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1"/>
            <ac:spMk id="190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62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2"/>
            <ac:spMk id="199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2"/>
            <ac:spMk id="200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2"/>
            <ac:spMk id="201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63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3"/>
            <ac:spMk id="213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3"/>
            <ac:spMk id="214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3"/>
            <ac:spMk id="215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64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4"/>
            <ac:spMk id="226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4"/>
            <ac:spMk id="227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4"/>
            <ac:spMk id="228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65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5"/>
            <ac:spMk id="237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5"/>
            <ac:spMk id="238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5"/>
            <ac:spMk id="239" creationId="{00000000-0000-0000-0000-000000000000}"/>
          </ac:spMkLst>
        </pc:spChg>
      </pc:sldChg>
      <pc:sldChg chg="modSp mod">
        <pc:chgData name="Asif Muhammad" userId="6b0af2cb-2f76-400b-94d9-178b55ef4f85" providerId="ADAL" clId="{5337E9CE-AE25-4394-9078-1B7E83859237}" dt="2023-02-13T07:48:54.422" v="33" actId="20577"/>
        <pc:sldMkLst>
          <pc:docMk/>
          <pc:sldMk cId="0" sldId="266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6"/>
            <ac:spMk id="245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6"/>
            <ac:spMk id="246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6"/>
            <ac:spMk id="247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8:54.422" v="33" actId="20577"/>
          <ac:spMkLst>
            <pc:docMk/>
            <pc:sldMk cId="0" sldId="266"/>
            <ac:spMk id="249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67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7"/>
            <ac:spMk id="255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7"/>
            <ac:spMk id="256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7"/>
            <ac:spMk id="257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68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8"/>
            <ac:spMk id="263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8"/>
            <ac:spMk id="264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8"/>
            <ac:spMk id="265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69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9"/>
            <ac:spMk id="274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9"/>
            <ac:spMk id="275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69"/>
            <ac:spMk id="276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70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0"/>
            <ac:spMk id="282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0"/>
            <ac:spMk id="283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0"/>
            <ac:spMk id="284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71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1"/>
            <ac:spMk id="291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1"/>
            <ac:spMk id="292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1"/>
            <ac:spMk id="293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72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2"/>
            <ac:spMk id="301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2"/>
            <ac:spMk id="302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2"/>
            <ac:spMk id="303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73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3"/>
            <ac:spMk id="311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3"/>
            <ac:spMk id="312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3"/>
            <ac:spMk id="313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74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4"/>
            <ac:spMk id="322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4"/>
            <ac:spMk id="323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4"/>
            <ac:spMk id="324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75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5"/>
            <ac:spMk id="333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5"/>
            <ac:spMk id="334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5"/>
            <ac:spMk id="335" creationId="{00000000-0000-0000-0000-000000000000}"/>
          </ac:spMkLst>
        </pc:spChg>
      </pc:sldChg>
      <pc:sldChg chg="modSp">
        <pc:chgData name="Asif Muhammad" userId="6b0af2cb-2f76-400b-94d9-178b55ef4f85" providerId="ADAL" clId="{5337E9CE-AE25-4394-9078-1B7E83859237}" dt="2023-02-13T07:46:52.826" v="0"/>
        <pc:sldMkLst>
          <pc:docMk/>
          <pc:sldMk cId="0" sldId="276"/>
        </pc:sldMkLst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6"/>
            <ac:spMk id="342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6"/>
            <ac:spMk id="343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6"/>
            <ac:spMk id="344" creationId="{00000000-0000-0000-0000-000000000000}"/>
          </ac:spMkLst>
        </pc:spChg>
      </pc:sldChg>
      <pc:sldChg chg="modSp mod">
        <pc:chgData name="Asif Muhammad" userId="6b0af2cb-2f76-400b-94d9-178b55ef4f85" providerId="ADAL" clId="{5337E9CE-AE25-4394-9078-1B7E83859237}" dt="2023-02-13T07:50:27.502" v="47" actId="20577"/>
        <pc:sldMkLst>
          <pc:docMk/>
          <pc:sldMk cId="0" sldId="277"/>
        </pc:sldMkLst>
        <pc:spChg chg="mod">
          <ac:chgData name="Asif Muhammad" userId="6b0af2cb-2f76-400b-94d9-178b55ef4f85" providerId="ADAL" clId="{5337E9CE-AE25-4394-9078-1B7E83859237}" dt="2023-02-13T07:50:27.502" v="47" actId="20577"/>
          <ac:spMkLst>
            <pc:docMk/>
            <pc:sldMk cId="0" sldId="277"/>
            <ac:spMk id="351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7"/>
            <ac:spMk id="352" creationId="{00000000-0000-0000-0000-000000000000}"/>
          </ac:spMkLst>
        </pc:spChg>
        <pc:spChg chg="mod">
          <ac:chgData name="Asif Muhammad" userId="6b0af2cb-2f76-400b-94d9-178b55ef4f85" providerId="ADAL" clId="{5337E9CE-AE25-4394-9078-1B7E83859237}" dt="2023-02-13T07:46:52.826" v="0"/>
          <ac:spMkLst>
            <pc:docMk/>
            <pc:sldMk cId="0" sldId="277"/>
            <ac:spMk id="353" creationId="{00000000-0000-0000-0000-000000000000}"/>
          </ac:spMkLst>
        </pc:spChg>
      </pc:sldChg>
      <pc:sldMasterChg chg="modSldLayout">
        <pc:chgData name="Asif Muhammad" userId="6b0af2cb-2f76-400b-94d9-178b55ef4f85" providerId="ADAL" clId="{5337E9CE-AE25-4394-9078-1B7E83859237}" dt="2023-02-13T07:46:52.826" v="0"/>
        <pc:sldMasterMkLst>
          <pc:docMk/>
          <pc:sldMasterMk cId="3787780042" sldId="2147483667"/>
        </pc:sldMasterMkLst>
        <pc:sldLayoutChg chg="delSp">
          <pc:chgData name="Asif Muhammad" userId="6b0af2cb-2f76-400b-94d9-178b55ef4f85" providerId="ADAL" clId="{5337E9CE-AE25-4394-9078-1B7E83859237}" dt="2023-02-13T07:46:52.826" v="0"/>
          <pc:sldLayoutMkLst>
            <pc:docMk/>
            <pc:sldMasterMk cId="3787780042" sldId="2147483667"/>
            <pc:sldLayoutMk cId="2507979519" sldId="2147483679"/>
          </pc:sldLayoutMkLst>
          <pc:picChg chg="del">
            <ac:chgData name="Asif Muhammad" userId="6b0af2cb-2f76-400b-94d9-178b55ef4f85" providerId="ADAL" clId="{5337E9CE-AE25-4394-9078-1B7E83859237}" dt="2023-02-13T07:46:52.826" v="0"/>
            <ac:picMkLst>
              <pc:docMk/>
              <pc:sldMasterMk cId="3787780042" sldId="2147483667"/>
              <pc:sldLayoutMk cId="2507979519" sldId="2147483679"/>
              <ac:picMk id="25" creationId="{00000000-0000-0000-0000-000000000000}"/>
            </ac:picMkLst>
          </pc:picChg>
          <pc:picChg chg="del">
            <ac:chgData name="Asif Muhammad" userId="6b0af2cb-2f76-400b-94d9-178b55ef4f85" providerId="ADAL" clId="{5337E9CE-AE25-4394-9078-1B7E83859237}" dt="2023-02-13T07:46:52.826" v="0"/>
            <ac:picMkLst>
              <pc:docMk/>
              <pc:sldMasterMk cId="3787780042" sldId="2147483667"/>
              <pc:sldLayoutMk cId="2507979519" sldId="2147483679"/>
              <ac:picMk id="26" creationId="{00000000-0000-0000-0000-000000000000}"/>
            </ac:picMkLst>
          </pc:picChg>
          <pc:picChg chg="del">
            <ac:chgData name="Asif Muhammad" userId="6b0af2cb-2f76-400b-94d9-178b55ef4f85" providerId="ADAL" clId="{5337E9CE-AE25-4394-9078-1B7E83859237}" dt="2023-02-13T07:46:52.826" v="0"/>
            <ac:picMkLst>
              <pc:docMk/>
              <pc:sldMasterMk cId="3787780042" sldId="2147483667"/>
              <pc:sldLayoutMk cId="2507979519" sldId="2147483679"/>
              <ac:picMk id="27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883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5703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9903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5680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9" name="Google Shape;2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2341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3974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8598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9527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065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7989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4BBDF-EC24-45C9-9565-E07D62492F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526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3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1583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1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4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8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8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96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13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7042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674453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7971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695207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179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68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82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641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561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53639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67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90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97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20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220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26587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221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16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 - Major">
  <p:cSld name="Section Separator - Majo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1097280" y="1645920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  <a:defRPr sz="6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4038600" y="10404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2042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4BA48-9EC7-465D-9ABA-6C2D1EA7C48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59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7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601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dirty="0"/>
              <a:t>Linking JavaScript File:</a:t>
            </a:r>
            <a:endParaRPr sz="3300" dirty="0"/>
          </a:p>
        </p:txBody>
      </p:sp>
      <p:sp>
        <p:nvSpPr>
          <p:cNvPr id="189" name="Google Shape;189;p2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1202575" y="1813375"/>
            <a:ext cx="98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use &lt;script&gt; tags to either write JavaScript inside the HTML page or you and link an external file</a:t>
            </a:r>
            <a:endParaRPr sz="1200" b="1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1712500" y="2367475"/>
            <a:ext cx="9553500" cy="415495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&lt;!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DOCTYPE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>
                <a:solidFill>
                  <a:srgbClr val="9CDCFE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9CDCFE"/>
                </a:solidFill>
                <a:latin typeface="Arial"/>
                <a:ea typeface="Arial"/>
                <a:cs typeface="Arial"/>
                <a:sym typeface="Arial"/>
              </a:rPr>
              <a:t>lang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b="0" i="0" u="none" strike="noStrike" cap="none" dirty="0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 b="0" i="0" u="none" strike="noStrike" cap="none" dirty="0" err="1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000" b="0" i="0" u="none" strike="noStrike" cap="none" dirty="0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Our Main Page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9CDCFE"/>
                </a:solidFill>
                <a:latin typeface="Arial"/>
                <a:ea typeface="Arial"/>
                <a:cs typeface="Arial"/>
                <a:sym typeface="Arial"/>
              </a:rPr>
              <a:t>rel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b="0" i="0" u="none" strike="noStrike" cap="none" dirty="0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"stylesheet"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9CDCFE"/>
                </a:solidFill>
                <a:latin typeface="Arial"/>
                <a:ea typeface="Arial"/>
                <a:cs typeface="Arial"/>
                <a:sym typeface="Arial"/>
              </a:rPr>
              <a:t>href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b="0" i="0" u="none" strike="noStrike" cap="none" dirty="0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"style.css"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script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2000" b="0" i="0" u="none" strike="noStrike" cap="none" dirty="0">
                <a:solidFill>
                  <a:srgbClr val="9CDCFE"/>
                </a:solidFill>
                <a:latin typeface="Arial"/>
                <a:ea typeface="Arial"/>
                <a:cs typeface="Arial"/>
                <a:sym typeface="Arial"/>
              </a:rPr>
              <a:t>console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2000" b="0" i="0" u="none" strike="noStrike" cap="none" dirty="0">
                <a:solidFill>
                  <a:srgbClr val="DCDCAA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0" u="none" strike="noStrike" cap="none" dirty="0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"Hello World"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script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script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9CDCFE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b="0" i="0" u="none" strike="noStrike" cap="none" dirty="0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"main.js"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&gt;&lt;/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script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 strike="noStrike" cap="none" dirty="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lang="en-US" sz="20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 strike="noStrike" cap="none" dirty="0">
              <a:solidFill>
                <a:srgbClr val="DCDCA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>
            <a:spLocks noGrp="1"/>
          </p:cNvSpPr>
          <p:nvPr>
            <p:ph type="title"/>
          </p:nvPr>
        </p:nvSpPr>
        <p:spPr>
          <a:xfrm>
            <a:off x="636805" y="640080"/>
            <a:ext cx="4919933" cy="303485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>
              <a:spcAft>
                <a:spcPts val="0"/>
              </a:spcAft>
              <a:buClr>
                <a:schemeClr val="dk1"/>
              </a:buClr>
              <a:buSzPts val="4800"/>
            </a:pPr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Document Object Model(DOM):</a:t>
            </a:r>
          </a:p>
        </p:txBody>
      </p:sp>
      <p:sp>
        <p:nvSpPr>
          <p:cNvPr id="196" name="Google Shape;196;p2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MEAN</a:t>
            </a:r>
            <a:r>
              <a:rPr kumimoji="0" lang="en-US" sz="700" b="1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/</a:t>
            </a: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MERN Stack</a:t>
            </a:r>
          </a:p>
        </p:txBody>
      </p:sp>
      <p:sp>
        <p:nvSpPr>
          <p:cNvPr id="197" name="Google Shape;19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1000"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73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r">
              <a:spcAft>
                <a:spcPts val="0"/>
              </a:spcAft>
              <a:buClr>
                <a:schemeClr val="dk1"/>
              </a:buClr>
              <a:buSzPts val="4800"/>
            </a:pPr>
            <a:r>
              <a:rPr lang="en-US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Document Object Model(DOM):</a:t>
            </a:r>
          </a:p>
        </p:txBody>
      </p:sp>
      <p:sp>
        <p:nvSpPr>
          <p:cNvPr id="213" name="Google Shape;213;p2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MEAN</a:t>
            </a:r>
            <a:r>
              <a:rPr kumimoji="0" lang="en-US" sz="700" b="1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/</a:t>
            </a: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MERN Stack</a:t>
            </a:r>
          </a:p>
        </p:txBody>
      </p:sp>
      <p:sp>
        <p:nvSpPr>
          <p:cNvPr id="214" name="Google Shape;214;p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1000"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graphicFrame>
        <p:nvGraphicFramePr>
          <p:cNvPr id="215" name="Google Shape;215;p28"/>
          <p:cNvGraphicFramePr/>
          <p:nvPr>
            <p:extLst>
              <p:ext uri="{D42A27DB-BD31-4B8C-83A1-F6EECF244321}">
                <p14:modId xmlns:p14="http://schemas.microsoft.com/office/powerpoint/2010/main" val="3226480430"/>
              </p:ext>
            </p:extLst>
          </p:nvPr>
        </p:nvGraphicFramePr>
        <p:xfrm>
          <a:off x="649480" y="0"/>
          <a:ext cx="11068908" cy="686446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068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9843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b="1" u="sng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Selecting elements:</a:t>
                      </a:r>
                      <a:endParaRPr sz="18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8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b="1" u="sng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getElementsID</a:t>
                      </a:r>
                      <a:r>
                        <a:rPr lang="en-US" sz="1800" b="1" u="sng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18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</a:t>
                      </a:r>
                      <a:r>
                        <a:rPr lang="en-US" sz="18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document.getElementById</a:t>
                      </a: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() method returns an Element object that represents an HTML element with an id that matches a specified string otherwise null.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Unlike the </a:t>
                      </a:r>
                      <a:r>
                        <a:rPr lang="en-US" sz="18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querySelector</a:t>
                      </a: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() method, the </a:t>
                      </a:r>
                      <a:r>
                        <a:rPr lang="en-US" sz="18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getElementById</a:t>
                      </a: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() is only available on the document object, not other elements.</a:t>
                      </a:r>
                      <a:endParaRPr sz="18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9944" marR="69944" marT="69944" marB="6994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67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</a:t>
                      </a:r>
                      <a:r>
                        <a:rPr lang="en-US" sz="18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u="none" strike="noStrike" cap="none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</a:t>
                      </a:r>
                      <a:r>
                        <a:rPr lang="en-US" sz="18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</a:t>
                      </a:r>
                      <a:r>
                        <a:rPr lang="en-US" sz="1800" u="none" strike="noStrike" cap="none">
                          <a:solidFill>
                            <a:srgbClr val="4EC9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</a:t>
                      </a:r>
                      <a:r>
                        <a:rPr lang="en-US" sz="18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800" u="none" strike="noStrike" cap="none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getElementById</a:t>
                      </a:r>
                      <a:r>
                        <a:rPr lang="en-US" sz="18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8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r>
                        <a:rPr lang="en-US" sz="18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800" u="none" strike="noStrike" cap="none">
                        <a:solidFill>
                          <a:srgbClr val="80808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9944" marR="69944" marT="69944" marB="6994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370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id is unique within an HTML document. However, HTML is a forgiving language. If the HTML document has multiple elements with the same id, the </a:t>
                      </a:r>
                      <a:r>
                        <a:rPr lang="en-US" sz="18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document.getElementById</a:t>
                      </a: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() method returns the first element it encounters.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9944" marR="69944" marT="69944" marB="6994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961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80808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JavaScript </a:t>
                      </a:r>
                      <a:r>
                        <a:rPr lang="en-US" sz="16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getElementById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() Method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body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"message"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paragraph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body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80808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&lt;script&gt;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 err="1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</a:t>
                      </a:r>
                      <a:r>
                        <a:rPr lang="en-US" sz="16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u="none" strike="noStrike" cap="none" dirty="0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</a:t>
                      </a:r>
                      <a:r>
                        <a:rPr lang="en-US" sz="1600" u="none" strike="noStrike" cap="none" dirty="0">
                          <a:solidFill>
                            <a:srgbClr val="4EC9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</a:t>
                      </a:r>
                      <a:r>
                        <a:rPr lang="en-US" sz="16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6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getElementById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'message'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console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6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600" u="none" strike="noStrike" cap="none" dirty="0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&lt;/script&gt;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9944" marR="69944" marT="69944" marB="6994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79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r">
              <a:spcAft>
                <a:spcPts val="0"/>
              </a:spcAft>
              <a:buClr>
                <a:schemeClr val="dk1"/>
              </a:buClr>
              <a:buSzPts val="4800"/>
            </a:pPr>
            <a:r>
              <a:rPr lang="en-US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Document Object Model(DOM):</a:t>
            </a:r>
          </a:p>
        </p:txBody>
      </p:sp>
      <p:sp>
        <p:nvSpPr>
          <p:cNvPr id="246" name="Google Shape;246;p3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MEAN</a:t>
            </a:r>
            <a:r>
              <a:rPr kumimoji="0" lang="en-US" sz="700" b="1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/</a:t>
            </a: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MERN Stack</a:t>
            </a:r>
          </a:p>
        </p:txBody>
      </p:sp>
      <p:sp>
        <p:nvSpPr>
          <p:cNvPr id="247" name="Google Shape;247;p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1000"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graphicFrame>
        <p:nvGraphicFramePr>
          <p:cNvPr id="248" name="Google Shape;248;p32"/>
          <p:cNvGraphicFramePr/>
          <p:nvPr>
            <p:extLst>
              <p:ext uri="{D42A27DB-BD31-4B8C-83A1-F6EECF244321}">
                <p14:modId xmlns:p14="http://schemas.microsoft.com/office/powerpoint/2010/main" val="1120723036"/>
              </p:ext>
            </p:extLst>
          </p:nvPr>
        </p:nvGraphicFramePr>
        <p:xfrm>
          <a:off x="917042" y="640080"/>
          <a:ext cx="11026429" cy="611446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026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85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b="1" u="sng" strike="noStrike" cap="none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createElement</a:t>
                      </a:r>
                      <a:r>
                        <a:rPr lang="en-US" sz="2400" b="1" u="sng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():</a:t>
                      </a:r>
                      <a:endParaRPr sz="24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2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create an HTML element, you use the </a:t>
                      </a:r>
                      <a:r>
                        <a:rPr lang="en-US" sz="24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document.createElement</a:t>
                      </a:r>
                      <a:r>
                        <a:rPr lang="en-US" sz="2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() method. </a:t>
                      </a:r>
                      <a:endParaRPr sz="2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2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following example uses the </a:t>
                      </a:r>
                      <a:r>
                        <a:rPr lang="en-US" sz="24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document.createElement</a:t>
                      </a:r>
                      <a:r>
                        <a:rPr lang="en-US" sz="2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() to create a new &lt;div&gt; element:</a:t>
                      </a:r>
                      <a:endParaRPr sz="24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34" marR="73034" marT="73034" marB="7303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6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2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div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</a:t>
                      </a:r>
                      <a:r>
                        <a:rPr lang="en-US" sz="2400" u="none" strike="noStrike" cap="none" dirty="0">
                          <a:solidFill>
                            <a:srgbClr val="4EC9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</a:t>
                      </a:r>
                      <a:r>
                        <a:rPr lang="en-US" sz="24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4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createElement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'div'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</a:t>
                      </a:r>
                      <a:r>
                        <a:rPr lang="en-US" sz="24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innerHTML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'&lt;p&gt;</a:t>
                      </a:r>
                      <a:r>
                        <a:rPr lang="en-US" sz="24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CreateElement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example&lt;/p&gt;'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b="1" u="sng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attach the div to the document, you use the </a:t>
                      </a:r>
                      <a:r>
                        <a:rPr lang="en-US" sz="2400" b="1" u="sng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appendChild</a:t>
                      </a:r>
                      <a:r>
                        <a:rPr lang="en-US" sz="2400" b="1" u="sng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() method:</a:t>
                      </a:r>
                      <a:endParaRPr sz="2400" b="1" u="sng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</a:t>
                      </a:r>
                      <a:r>
                        <a:rPr lang="en-US" sz="24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body</a:t>
                      </a:r>
                      <a:r>
                        <a:rPr lang="en-US" sz="24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4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appendChild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24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34" marR="73034" marT="73034" marB="7303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551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 class and id to div</a:t>
                      </a:r>
                      <a:endParaRPr sz="2400" u="none" strike="noStrike" cap="none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034" marR="73034" marT="73034" marB="7303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15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</a:t>
                      </a:r>
                      <a:r>
                        <a:rPr lang="en-US" sz="24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400" u="none" strike="noStrike" cap="none" dirty="0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r>
                        <a:rPr lang="en-US" sz="24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 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'content'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</a:t>
                      </a:r>
                      <a:r>
                        <a:rPr lang="en-US" sz="24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className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'note</a:t>
                      </a:r>
                      <a:r>
                        <a:rPr lang="en-US" sz="2400" u="none" strike="noStrike" cap="none" dirty="0" smtClean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</a:t>
                      </a:r>
                      <a:r>
                        <a:rPr lang="en-US" sz="24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034" marR="73034" marT="73034" marB="7303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2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r">
              <a:spcAft>
                <a:spcPts val="0"/>
              </a:spcAft>
              <a:buClr>
                <a:schemeClr val="dk1"/>
              </a:buClr>
              <a:buSzPts val="4800"/>
            </a:pPr>
            <a:r>
              <a:rPr lang="en-US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Document Object Model(DOM):</a:t>
            </a:r>
          </a:p>
        </p:txBody>
      </p:sp>
      <p:sp>
        <p:nvSpPr>
          <p:cNvPr id="254" name="Google Shape;254;p3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MEAN</a:t>
            </a:r>
            <a:r>
              <a:rPr kumimoji="0" lang="en-US" sz="700" b="1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/</a:t>
            </a: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MERN Stack</a:t>
            </a:r>
          </a:p>
        </p:txBody>
      </p:sp>
      <p:sp>
        <p:nvSpPr>
          <p:cNvPr id="255" name="Google Shape;255;p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1000"/>
                <a:buFontTx/>
                <a:buNone/>
                <a:tabLst/>
                <a:defRPr/>
              </a:pPr>
              <a:t>5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graphicFrame>
        <p:nvGraphicFramePr>
          <p:cNvPr id="256" name="Google Shape;256;p33"/>
          <p:cNvGraphicFramePr/>
          <p:nvPr>
            <p:extLst>
              <p:ext uri="{D42A27DB-BD31-4B8C-83A1-F6EECF244321}">
                <p14:modId xmlns:p14="http://schemas.microsoft.com/office/powerpoint/2010/main" val="775641032"/>
              </p:ext>
            </p:extLst>
          </p:nvPr>
        </p:nvGraphicFramePr>
        <p:xfrm>
          <a:off x="1371600" y="0"/>
          <a:ext cx="10093569" cy="652847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093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3236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Creating new list items li example</a:t>
                      </a:r>
                      <a:endParaRPr sz="1800" b="1" u="sng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1679" marR="61679" marT="61679" marB="61679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800" u="none" strike="noStrike" cap="none" dirty="0" err="1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ul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18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"menu"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8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8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800" u="none" strike="noStrike" cap="none" dirty="0" err="1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ul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8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script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 smtClean="0">
                          <a:solidFill>
                            <a:srgbClr val="6A99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 select the </a:t>
                      </a:r>
                      <a:r>
                        <a:rPr lang="en-US" sz="1800" u="none" strike="noStrike" cap="none" dirty="0" err="1" smtClean="0">
                          <a:solidFill>
                            <a:srgbClr val="6A99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ul</a:t>
                      </a:r>
                      <a:r>
                        <a:rPr lang="en-US" sz="1800" u="none" strike="noStrike" cap="none" dirty="0" smtClean="0">
                          <a:solidFill>
                            <a:srgbClr val="6A99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menu element</a:t>
                      </a:r>
                      <a:endParaRPr lang="en-US" sz="1800" u="none" strike="noStrike" cap="none" dirty="0" smtClean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 err="1" smtClean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</a:t>
                      </a:r>
                      <a:r>
                        <a:rPr lang="en-US" sz="18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smtClean="0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menu</a:t>
                      </a:r>
                      <a:r>
                        <a:rPr lang="en-US" sz="18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800" u="none" strike="noStrike" cap="none" dirty="0" err="1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</a:t>
                      </a:r>
                      <a:r>
                        <a:rPr lang="en-US" sz="1800" u="none" strike="noStrike" cap="none" dirty="0" err="1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800" u="none" strike="noStrike" cap="none" dirty="0" err="1" smtClean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querySelector</a:t>
                      </a:r>
                      <a:r>
                        <a:rPr lang="en-US" sz="18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800" u="none" strike="noStrike" cap="none" dirty="0" smtClean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'#menu'</a:t>
                      </a:r>
                      <a:r>
                        <a:rPr lang="en-US" sz="18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 smtClean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18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8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</a:t>
                      </a:r>
                      <a:r>
                        <a:rPr lang="en-US" sz="18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8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createElement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8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'li'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8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textContent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8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'Products'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menu</a:t>
                      </a:r>
                      <a:r>
                        <a:rPr lang="en-US" sz="18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8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appendChild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8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8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</a:t>
                      </a:r>
                      <a:r>
                        <a:rPr lang="en-US" sz="18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8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createElement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8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'li'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8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textContent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8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'About Us'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 err="1" smtClean="0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menu</a:t>
                      </a:r>
                      <a:r>
                        <a:rPr lang="en-US" sz="1800" u="none" strike="noStrike" cap="none" dirty="0" err="1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800" u="none" strike="noStrike" cap="none" dirty="0" err="1" smtClean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appendChild</a:t>
                      </a:r>
                      <a:r>
                        <a:rPr lang="en-US" sz="18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800" u="none" strike="noStrike" cap="none" dirty="0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8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script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/&gt;</a:t>
                      </a:r>
                      <a:endParaRPr sz="1800" u="none" strike="noStrike" cap="none" dirty="0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1679" marR="61679" marT="61679" marB="61679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236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1679" marR="61679" marT="61679" marB="61679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92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ul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18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"menu"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8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8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8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Products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8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8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1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About Us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8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800" u="none" strike="noStrike" cap="none" dirty="0" err="1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ul</a:t>
                      </a:r>
                      <a:r>
                        <a:rPr lang="en-US" sz="18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800" u="none" strike="noStrike" cap="none" dirty="0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1679" marR="61679" marT="61679" marB="61679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47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Document Object Model(DOM):</a:t>
            </a:r>
            <a:endParaRPr sz="3300"/>
          </a:p>
        </p:txBody>
      </p:sp>
      <p:sp>
        <p:nvSpPr>
          <p:cNvPr id="262" name="Google Shape;262;p3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10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MEAN</a:t>
            </a:r>
            <a:r>
              <a:rPr kumimoji="0" lang="en-US" sz="1000" b="1" i="0" u="none" strike="noStrike" kern="1200" cap="all" spc="0" normalizeH="0" baseline="0" noProof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/</a:t>
            </a:r>
            <a:r>
              <a:rPr kumimoji="0" lang="en-US" sz="10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MERN Stack</a:t>
            </a:r>
            <a:endParaRPr kumimoji="0" sz="1000" b="0" i="0" u="none" strike="noStrike" kern="1200" cap="all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263" name="Google Shape;263;p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6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graphicFrame>
        <p:nvGraphicFramePr>
          <p:cNvPr id="264" name="Google Shape;264;p34"/>
          <p:cNvGraphicFramePr/>
          <p:nvPr/>
        </p:nvGraphicFramePr>
        <p:xfrm>
          <a:off x="1097275" y="1847200"/>
          <a:ext cx="10287000" cy="27736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28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sng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Working with Attributes:</a:t>
                      </a:r>
                      <a:endParaRPr sz="12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web browser loads an HTML page, it generates the corresponding DOM objects based on the DOM nodes of the document.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web browser will generate an </a:t>
                      </a:r>
                      <a:r>
                        <a:rPr lang="en-US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HTMLInputElement</a:t>
                      </a: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object.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Example: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input element has two attributes: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type attribute with the value text.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id attribute with the value username.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generated </a:t>
                      </a:r>
                      <a:r>
                        <a:rPr lang="en-US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HTMLInputElement</a:t>
                      </a: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object will have the corresponding properties: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</a:t>
                      </a:r>
                      <a:r>
                        <a:rPr lang="en-US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input.type</a:t>
                      </a: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with the value text.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input.id with the value username.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2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12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"text"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12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"username"</a:t>
                      </a:r>
                      <a:r>
                        <a:rPr lang="en-US" sz="12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&gt;&lt;/</a:t>
                      </a:r>
                      <a:r>
                        <a:rPr lang="en-US" sz="12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r>
                        <a:rPr lang="en-US" sz="12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200" u="none" strike="noStrike" cap="none" dirty="0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access both standard and non-standard attributes, you use the following methods: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5" name="Google Shape;265;p34"/>
          <p:cNvGraphicFramePr/>
          <p:nvPr/>
        </p:nvGraphicFramePr>
        <p:xfrm>
          <a:off x="4394838" y="4730650"/>
          <a:ext cx="3402325" cy="147828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340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element.getAttribute(name) – get the attribute value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element.setAttribute(name, value) – set the value for element.hasAttribute(name) – check for the existence of an attribute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element.removeAttribute</a:t>
                      </a: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(name) – remove the attribute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09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r">
              <a:spcAft>
                <a:spcPts val="0"/>
              </a:spcAft>
              <a:buClr>
                <a:schemeClr val="dk1"/>
              </a:buClr>
              <a:buSzPts val="4800"/>
            </a:pPr>
            <a:r>
              <a:rPr lang="en-US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Document Object Model(DOM):</a:t>
            </a:r>
          </a:p>
        </p:txBody>
      </p:sp>
      <p:sp>
        <p:nvSpPr>
          <p:cNvPr id="271" name="Google Shape;271;p3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MEAN</a:t>
            </a:r>
            <a:r>
              <a:rPr kumimoji="0" lang="en-US" sz="700" b="1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/</a:t>
            </a: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MERN Stack</a:t>
            </a:r>
          </a:p>
        </p:txBody>
      </p:sp>
      <p:sp>
        <p:nvSpPr>
          <p:cNvPr id="272" name="Google Shape;272;p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1000"/>
                <a:buFontTx/>
                <a:buNone/>
                <a:tabLst/>
                <a:defRPr/>
              </a:pPr>
              <a:t>7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graphicFrame>
        <p:nvGraphicFramePr>
          <p:cNvPr id="273" name="Google Shape;273;p35"/>
          <p:cNvGraphicFramePr/>
          <p:nvPr>
            <p:extLst>
              <p:ext uri="{D42A27DB-BD31-4B8C-83A1-F6EECF244321}">
                <p14:modId xmlns:p14="http://schemas.microsoft.com/office/powerpoint/2010/main" val="930299940"/>
              </p:ext>
            </p:extLst>
          </p:nvPr>
        </p:nvGraphicFramePr>
        <p:xfrm>
          <a:off x="887802" y="640080"/>
          <a:ext cx="10410592" cy="50383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410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471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2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following example shows when the value attribute changes, it reflects in the value property, </a:t>
                      </a:r>
                      <a:endParaRPr sz="28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34" marR="73034" marT="73034" marB="7303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186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28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800" u="none" strike="noStrike" cap="none" dirty="0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r>
                        <a:rPr lang="en-US" sz="2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</a:t>
                      </a:r>
                      <a:r>
                        <a:rPr lang="en-US" sz="2800" u="none" strike="noStrike" cap="none" dirty="0">
                          <a:solidFill>
                            <a:srgbClr val="4EC9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8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</a:t>
                      </a:r>
                      <a:r>
                        <a:rPr lang="en-US" sz="28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8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querySelector</a:t>
                      </a:r>
                      <a:r>
                        <a:rPr lang="en-US" sz="2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8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'#username'</a:t>
                      </a:r>
                      <a:r>
                        <a:rPr lang="en-US" sz="2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2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2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olidFill>
                            <a:srgbClr val="6A99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 attribute -&gt; property: OK</a:t>
                      </a:r>
                      <a:endParaRPr sz="2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800" u="none" strike="noStrike" cap="none" dirty="0" err="1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r>
                        <a:rPr lang="en-US" sz="28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8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setAttribute</a:t>
                      </a:r>
                      <a:r>
                        <a:rPr lang="en-US" sz="2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8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</a:t>
                      </a:r>
                      <a:r>
                        <a:rPr lang="en-US" sz="28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value'</a:t>
                      </a:r>
                      <a:r>
                        <a:rPr lang="en-US" sz="28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en-US" sz="28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'guest</a:t>
                      </a:r>
                      <a:r>
                        <a:rPr lang="en-US" sz="28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</a:t>
                      </a:r>
                      <a:r>
                        <a:rPr lang="en-US" sz="2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2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console</a:t>
                      </a:r>
                      <a:r>
                        <a:rPr lang="en-US" sz="2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8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</a:t>
                      </a:r>
                      <a:r>
                        <a:rPr lang="en-US" sz="2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800" u="none" strike="noStrike" cap="none" dirty="0" err="1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r>
                        <a:rPr lang="en-US" sz="28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8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r>
                        <a:rPr lang="en-US" sz="28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lang="en-US" sz="2800" u="none" strike="noStrike" cap="none" dirty="0">
                          <a:solidFill>
                            <a:srgbClr val="6A99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// guest</a:t>
                      </a:r>
                      <a:endParaRPr sz="2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28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034" marR="73034" marT="73034" marB="7303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6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34" marR="73034" marT="73034" marB="7303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47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28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34" marR="73034" marT="73034" marB="73034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50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r">
              <a:spcAft>
                <a:spcPts val="0"/>
              </a:spcAft>
              <a:buClr>
                <a:schemeClr val="dk1"/>
              </a:buClr>
              <a:buSzPts val="4800"/>
            </a:pPr>
            <a:r>
              <a:rPr lang="en-US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Document Object Model(DOM):</a:t>
            </a:r>
          </a:p>
        </p:txBody>
      </p:sp>
      <p:sp>
        <p:nvSpPr>
          <p:cNvPr id="287" name="Google Shape;287;p3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MEAN</a:t>
            </a:r>
            <a:r>
              <a:rPr kumimoji="0" lang="en-US" sz="700" b="1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/</a:t>
            </a: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MERN Stack</a:t>
            </a:r>
          </a:p>
        </p:txBody>
      </p:sp>
      <p:sp>
        <p:nvSpPr>
          <p:cNvPr id="288" name="Google Shape;288;p3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1000"/>
                <a:buFontTx/>
                <a:buNone/>
                <a:tabLst/>
                <a:defRPr/>
              </a:pPr>
              <a:t>8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graphicFrame>
        <p:nvGraphicFramePr>
          <p:cNvPr id="289" name="Google Shape;289;p37"/>
          <p:cNvGraphicFramePr/>
          <p:nvPr>
            <p:extLst>
              <p:ext uri="{D42A27DB-BD31-4B8C-83A1-F6EECF244321}">
                <p14:modId xmlns:p14="http://schemas.microsoft.com/office/powerpoint/2010/main" val="2912359"/>
              </p:ext>
            </p:extLst>
          </p:nvPr>
        </p:nvGraphicFramePr>
        <p:xfrm>
          <a:off x="830104" y="0"/>
          <a:ext cx="10523696" cy="61139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523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1215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following example uses the style object to set the CSS properties of a paragraph with the id content:</a:t>
                      </a:r>
                      <a:endParaRPr sz="1600" b="1" u="sng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4570" marR="64570" marT="64570" marB="6457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6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&lt;!</a:t>
                      </a:r>
                      <a:r>
                        <a:rPr lang="en-US" sz="1600" u="none" strike="noStrike" cap="none" dirty="0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DOCTYPE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charset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"utf-8"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 Style Demo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body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"content"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JavaScript Setting Style Demo!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script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let p = </a:t>
                      </a:r>
                      <a:r>
                        <a:rPr lang="en-US" sz="16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document.querySelector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('#content');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</a:t>
                      </a:r>
                      <a:r>
                        <a:rPr lang="en-US" sz="16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p.style.color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'red';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</a:t>
                      </a:r>
                      <a:r>
                        <a:rPr lang="en-US" sz="16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p.style.fontWeight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'bold';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script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body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</a:t>
                      </a:r>
                      <a:r>
                        <a:rPr lang="en-US" sz="16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570" marR="64570" marT="64570" marB="6457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769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b="1" u="sng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Manipulating Element’s Styles:</a:t>
                      </a:r>
                      <a:endParaRPr sz="16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b="1" u="sng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Working with Events:</a:t>
                      </a:r>
                      <a:endParaRPr sz="16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event is an action that occurs in the web browser, which the web browser feedbacks to you so that you can respond to it.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Each event may have an event handler which is a block of code that will execute when the event occurs.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event handler is also known as an event listener. It listens to the event and executes when the event occurs.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Suppose you have a button with the id </a:t>
                      </a:r>
                      <a:r>
                        <a:rPr lang="en-US" sz="1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btn</a:t>
                      </a: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6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4570" marR="64570" marT="64570" marB="6457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71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r">
              <a:spcAft>
                <a:spcPts val="0"/>
              </a:spcAft>
              <a:buClr>
                <a:schemeClr val="dk1"/>
              </a:buClr>
              <a:buSzPts val="4800"/>
            </a:pPr>
            <a:r>
              <a:rPr lang="en-US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Document Object Model(DOM):</a:t>
            </a:r>
          </a:p>
        </p:txBody>
      </p:sp>
      <p:sp>
        <p:nvSpPr>
          <p:cNvPr id="295" name="Google Shape;295;p3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MEAN</a:t>
            </a:r>
            <a:r>
              <a:rPr kumimoji="0" lang="en-US" sz="700" b="1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/</a:t>
            </a: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MERN Stack</a:t>
            </a:r>
          </a:p>
        </p:txBody>
      </p:sp>
      <p:sp>
        <p:nvSpPr>
          <p:cNvPr id="296" name="Google Shape;296;p3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1000"/>
                <a:buFontTx/>
                <a:buNone/>
                <a:tabLst/>
                <a:defRPr/>
              </a:pPr>
              <a:t>9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graphicFrame>
        <p:nvGraphicFramePr>
          <p:cNvPr id="297" name="Google Shape;297;p38"/>
          <p:cNvGraphicFramePr/>
          <p:nvPr>
            <p:extLst>
              <p:ext uri="{D42A27DB-BD31-4B8C-83A1-F6EECF244321}">
                <p14:modId xmlns:p14="http://schemas.microsoft.com/office/powerpoint/2010/main" val="2470162267"/>
              </p:ext>
            </p:extLst>
          </p:nvPr>
        </p:nvGraphicFramePr>
        <p:xfrm>
          <a:off x="634276" y="859059"/>
          <a:ext cx="10917644" cy="371679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917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517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7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17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button</a:t>
                      </a: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7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17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17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btn</a:t>
                      </a:r>
                      <a:r>
                        <a:rPr lang="en-US" sz="17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17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 Me!</a:t>
                      </a:r>
                      <a:r>
                        <a:rPr lang="en-US" sz="17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17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button</a:t>
                      </a:r>
                      <a:r>
                        <a:rPr lang="en-US" sz="17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17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8438" marR="128438" marT="128438" marB="128438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097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define the code that will be executed when the button is clicked, you need to register an event handler using the addEventListener() method. </a:t>
                      </a:r>
                      <a:endParaRPr sz="1700" b="1" u="sng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28438" marR="128438" marT="128438" marB="128438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66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7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17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7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btn</a:t>
                      </a: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</a:t>
                      </a:r>
                      <a:r>
                        <a:rPr lang="en-US" sz="1700" u="none" strike="noStrike" cap="none" dirty="0">
                          <a:solidFill>
                            <a:srgbClr val="4EC9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7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</a:t>
                      </a:r>
                      <a:r>
                        <a:rPr lang="en-US" sz="17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7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querySelector</a:t>
                      </a: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7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'#</a:t>
                      </a:r>
                      <a:r>
                        <a:rPr lang="en-US" sz="17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btn</a:t>
                      </a:r>
                      <a:r>
                        <a:rPr lang="en-US" sz="17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</a:t>
                      </a: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7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lang="en-US" sz="1700" u="none" strike="noStrike" cap="none" dirty="0" smtClean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sz="1700" u="none" strike="noStrike" cap="none" dirty="0" err="1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btn</a:t>
                      </a:r>
                      <a:r>
                        <a:rPr lang="en-US" sz="1700" u="none" strike="noStrike" cap="none" dirty="0" err="1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700" u="none" strike="noStrike" cap="none" dirty="0" err="1" smtClean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addEventListener</a:t>
                      </a:r>
                      <a:r>
                        <a:rPr lang="en-US" sz="17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700" u="none" strike="noStrike" cap="none" dirty="0" smtClean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</a:t>
                      </a:r>
                      <a:r>
                        <a:rPr lang="en-US" sz="1700" u="none" strike="noStrike" cap="none" dirty="0" err="1" smtClean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click'</a:t>
                      </a:r>
                      <a:r>
                        <a:rPr lang="en-US" sz="1700" u="none" strike="noStrike" cap="none" dirty="0" err="1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en-US" sz="1700" u="none" strike="noStrike" cap="none" dirty="0" err="1" smtClean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display</a:t>
                      </a:r>
                      <a:r>
                        <a:rPr lang="en-US" sz="17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lang="en-US" sz="1700" u="none" strike="noStrike" cap="none" dirty="0" smtClean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7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7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7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display</a:t>
                      </a: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() {</a:t>
                      </a:r>
                      <a:endParaRPr sz="17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7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alert</a:t>
                      </a: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7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'It was clicked!'</a:t>
                      </a: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7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7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17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7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8438" marR="128438" marT="128438" marB="128438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50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9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r">
              <a:spcAft>
                <a:spcPts val="0"/>
              </a:spcAft>
              <a:buClr>
                <a:schemeClr val="dk1"/>
              </a:buClr>
              <a:buSzPts val="4800"/>
            </a:pPr>
            <a:r>
              <a:rPr lang="en-US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Document Object Model(DOM):</a:t>
            </a:r>
          </a:p>
        </p:txBody>
      </p:sp>
      <p:sp>
        <p:nvSpPr>
          <p:cNvPr id="303" name="Google Shape;303;p3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MEAN</a:t>
            </a:r>
            <a:r>
              <a:rPr kumimoji="0" lang="en-US" sz="700" b="1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/</a:t>
            </a:r>
            <a:r>
              <a:rPr kumimoji="0" lang="en-US" sz="7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MERN Stack</a:t>
            </a:r>
          </a:p>
        </p:txBody>
      </p:sp>
      <p:sp>
        <p:nvSpPr>
          <p:cNvPr id="304" name="Google Shape;304;p3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1000"/>
                <a:buFontTx/>
                <a:buNone/>
                <a:tabLst/>
                <a:defRPr/>
              </a:pPr>
              <a:t>10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graphicFrame>
        <p:nvGraphicFramePr>
          <p:cNvPr id="305" name="Google Shape;305;p39"/>
          <p:cNvGraphicFramePr/>
          <p:nvPr>
            <p:extLst>
              <p:ext uri="{D42A27DB-BD31-4B8C-83A1-F6EECF244321}">
                <p14:modId xmlns:p14="http://schemas.microsoft.com/office/powerpoint/2010/main" val="1764036012"/>
              </p:ext>
            </p:extLst>
          </p:nvPr>
        </p:nvGraphicFramePr>
        <p:xfrm>
          <a:off x="977441" y="165907"/>
          <a:ext cx="10515864" cy="620273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515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029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b="1" u="sng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HTML event handler attributes:</a:t>
                      </a:r>
                      <a:endParaRPr sz="2400" b="1" u="sng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handlers typically have names that begin with on, for example, the event handler for the click event is onclick.</a:t>
                      </a:r>
                      <a:endParaRPr sz="2400" u="none" strike="noStrike" cap="none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926" marR="87926" marT="87926" marB="87926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86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24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script</a:t>
                      </a:r>
                      <a:r>
                        <a:rPr lang="en-US" sz="24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function </a:t>
                      </a:r>
                      <a:r>
                        <a:rPr lang="en-US" sz="24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showAlert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() </a:t>
                      </a:r>
                      <a:r>
                        <a:rPr lang="en-US" sz="24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</a:t>
                      </a:r>
                      <a:r>
                        <a:rPr lang="en-US" sz="24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alert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'Clicked!'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24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24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script</a:t>
                      </a:r>
                      <a:r>
                        <a:rPr lang="en-US" sz="24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24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"button"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"Save"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onclick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4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showAlert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()"</a:t>
                      </a:r>
                      <a:r>
                        <a:rPr lang="en-US" sz="2400" u="none" strike="noStrike" cap="none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400" u="none" strike="noStrike" cap="none" dirty="0">
                        <a:solidFill>
                          <a:srgbClr val="80808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926" marR="87926" marT="87926" marB="87926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296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endParaRPr sz="2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7926" marR="87926" marT="87926" marB="87926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55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2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btn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</a:t>
                      </a:r>
                      <a:r>
                        <a:rPr lang="en-US" sz="2400" u="none" strike="noStrike" cap="none" dirty="0">
                          <a:solidFill>
                            <a:srgbClr val="4EC9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</a:t>
                      </a:r>
                      <a:r>
                        <a:rPr lang="en-US" sz="24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4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querySelector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'#</a:t>
                      </a:r>
                      <a:r>
                        <a:rPr lang="en-US" sz="24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btn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btn</a:t>
                      </a:r>
                      <a:r>
                        <a:rPr lang="en-US" sz="24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4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addEventListener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</a:t>
                      </a:r>
                      <a:r>
                        <a:rPr lang="en-US" sz="24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click'</a:t>
                      </a:r>
                      <a:r>
                        <a:rPr lang="en-US" sz="24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en-US" sz="2400" u="none" strike="noStrike" cap="none" dirty="0" err="1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{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24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alert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</a:t>
                      </a:r>
                      <a:r>
                        <a:rPr lang="en-US" sz="24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400" u="none" strike="noStrike" cap="none" dirty="0" err="1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lang="en-US" sz="2400" u="none" strike="noStrike" cap="none" dirty="0">
                          <a:solidFill>
                            <a:srgbClr val="6A99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// click</a:t>
                      </a:r>
                      <a:endParaRPr sz="2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});</a:t>
                      </a:r>
                      <a:endParaRPr sz="2400" u="none" strike="noStrike" cap="none" dirty="0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926" marR="87926" marT="87926" marB="87926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59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/>
              <a:t>Questions?</a:t>
            </a:r>
            <a:endParaRPr dirty="0"/>
          </a:p>
        </p:txBody>
      </p:sp>
      <p:sp>
        <p:nvSpPr>
          <p:cNvPr id="311" name="Google Shape;311;p4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10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t>MEAN/MERN Stack</a:t>
            </a:r>
            <a:endParaRPr kumimoji="0" sz="1000" b="0" i="0" u="none" strike="noStrike" kern="1200" cap="all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312" name="Google Shape;312;p4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11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702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2485</TotalTime>
  <Words>1006</Words>
  <Application>Microsoft Office PowerPoint</Application>
  <PresentationFormat>Widescreen</PresentationFormat>
  <Paragraphs>164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Noto Sans Symbols</vt:lpstr>
      <vt:lpstr>Times New Roman</vt:lpstr>
      <vt:lpstr>Trebuchet MS</vt:lpstr>
      <vt:lpstr>Tw Cen MT Condensed</vt:lpstr>
      <vt:lpstr>Wingdings 3</vt:lpstr>
      <vt:lpstr>Facet</vt:lpstr>
      <vt:lpstr>Office Theme</vt:lpstr>
      <vt:lpstr>Linking JavaScript File:</vt:lpstr>
      <vt:lpstr>Document Object Model(DOM):</vt:lpstr>
      <vt:lpstr>Document Object Model(DOM):</vt:lpstr>
      <vt:lpstr>Document Object Model(DOM):</vt:lpstr>
      <vt:lpstr>Document Object Model(DOM):</vt:lpstr>
      <vt:lpstr>Document Object Model(DOM):</vt:lpstr>
      <vt:lpstr>Document Object Model(DOM):</vt:lpstr>
      <vt:lpstr>Document Object Model(DOM):</vt:lpstr>
      <vt:lpstr>Document Object Model(DOM):</vt:lpstr>
      <vt:lpstr>Document Object Model(DOM):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</dc:title>
  <cp:lastModifiedBy>Aqib Rehman</cp:lastModifiedBy>
  <cp:revision>42</cp:revision>
  <dcterms:modified xsi:type="dcterms:W3CDTF">2025-10-13T02:27:43Z</dcterms:modified>
</cp:coreProperties>
</file>